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70" r:id="rId3"/>
    <p:sldId id="271" r:id="rId4"/>
    <p:sldId id="273" r:id="rId5"/>
    <p:sldId id="275" r:id="rId6"/>
    <p:sldId id="274" r:id="rId7"/>
    <p:sldId id="276" r:id="rId8"/>
    <p:sldId id="267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11E5EBD-E689-41EA-95CE-02249E0E67A2}" v="20" dt="2025-10-04T16:53:15.54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476" autoAdjust="0"/>
  </p:normalViewPr>
  <p:slideViewPr>
    <p:cSldViewPr snapToGrid="0">
      <p:cViewPr varScale="1">
        <p:scale>
          <a:sx n="55" d="100"/>
          <a:sy n="55" d="100"/>
        </p:scale>
        <p:origin x="107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than Bollig" userId="8b5d0afe-f106-45e0-8c3f-fd98fa124db1" providerId="ADAL" clId="{891409C9-2319-433B-8001-2E1CE368518E}"/>
    <pc:docChg chg="custSel addSld delSld modSld">
      <pc:chgData name="Jonathan Bollig" userId="8b5d0afe-f106-45e0-8c3f-fd98fa124db1" providerId="ADAL" clId="{891409C9-2319-433B-8001-2E1CE368518E}" dt="2025-08-18T13:33:56.347" v="46" actId="47"/>
      <pc:docMkLst>
        <pc:docMk/>
      </pc:docMkLst>
      <pc:sldChg chg="modSp mod">
        <pc:chgData name="Jonathan Bollig" userId="8b5d0afe-f106-45e0-8c3f-fd98fa124db1" providerId="ADAL" clId="{891409C9-2319-433B-8001-2E1CE368518E}" dt="2025-08-18T10:03:07.320" v="7" actId="20577"/>
        <pc:sldMkLst>
          <pc:docMk/>
          <pc:sldMk cId="836289018" sldId="256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656329933" sldId="257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544279955" sldId="258"/>
        </pc:sldMkLst>
      </pc:sldChg>
      <pc:sldChg chg="delSp modSp del mod">
        <pc:chgData name="Jonathan Bollig" userId="8b5d0afe-f106-45e0-8c3f-fd98fa124db1" providerId="ADAL" clId="{891409C9-2319-433B-8001-2E1CE368518E}" dt="2025-08-18T13:33:56.347" v="46" actId="47"/>
        <pc:sldMkLst>
          <pc:docMk/>
          <pc:sldMk cId="2169503629" sldId="259"/>
        </pc:sldMkLst>
      </pc:sldChg>
      <pc:sldChg chg="add">
        <pc:chgData name="Jonathan Bollig" userId="8b5d0afe-f106-45e0-8c3f-fd98fa124db1" providerId="ADAL" clId="{891409C9-2319-433B-8001-2E1CE368518E}" dt="2025-08-18T13:33:54.473" v="45"/>
        <pc:sldMkLst>
          <pc:docMk/>
          <pc:sldMk cId="93230614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53328389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847849653" sldId="261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1908144578" sldId="262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4076698392" sldId="263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708449378" sldId="264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933916611" sldId="265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117799034" sldId="266"/>
        </pc:sldMkLst>
      </pc:sldChg>
    </pc:docChg>
  </pc:docChgLst>
  <pc:docChgLst>
    <pc:chgData name="Jonathan Bollig" userId="8b5d0afe-f106-45e0-8c3f-fd98fa124db1" providerId="ADAL" clId="{B108959E-8160-4214-BA0D-42D2F1070C03}"/>
    <pc:docChg chg="undo custSel addSld modSld sldOrd">
      <pc:chgData name="Jonathan Bollig" userId="8b5d0afe-f106-45e0-8c3f-fd98fa124db1" providerId="ADAL" clId="{B108959E-8160-4214-BA0D-42D2F1070C03}" dt="2025-08-18T09:38:51.161" v="3588" actId="20577"/>
      <pc:docMkLst>
        <pc:docMk/>
      </pc:docMkLst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836289018" sldId="256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3656329933" sldId="257"/>
        </pc:sldMkLst>
      </pc:sldChg>
      <pc:sldChg chg="addSp delSp modSp new mod modNotesTx">
        <pc:chgData name="Jonathan Bollig" userId="8b5d0afe-f106-45e0-8c3f-fd98fa124db1" providerId="ADAL" clId="{B108959E-8160-4214-BA0D-42D2F1070C03}" dt="2025-08-18T09:08:46.312" v="2773" actId="20577"/>
        <pc:sldMkLst>
          <pc:docMk/>
          <pc:sldMk cId="544279955" sldId="258"/>
        </pc:sldMkLst>
      </pc:sldChg>
      <pc:sldChg chg="addSp modSp new mod">
        <pc:chgData name="Jonathan Bollig" userId="8b5d0afe-f106-45e0-8c3f-fd98fa124db1" providerId="ADAL" clId="{B108959E-8160-4214-BA0D-42D2F1070C03}" dt="2025-08-17T17:17:31.026" v="2605" actId="20577"/>
        <pc:sldMkLst>
          <pc:docMk/>
          <pc:sldMk cId="2169503629" sldId="259"/>
        </pc:sldMkLst>
      </pc:sldChg>
      <pc:sldChg chg="modSp new mod">
        <pc:chgData name="Jonathan Bollig" userId="8b5d0afe-f106-45e0-8c3f-fd98fa124db1" providerId="ADAL" clId="{B108959E-8160-4214-BA0D-42D2F1070C03}" dt="2025-08-18T09:38:51.161" v="3588" actId="20577"/>
        <pc:sldMkLst>
          <pc:docMk/>
          <pc:sldMk cId="2533283895" sldId="260"/>
        </pc:sldMkLst>
      </pc:sldChg>
      <pc:sldChg chg="addSp delSp modSp new mod setBg">
        <pc:chgData name="Jonathan Bollig" userId="8b5d0afe-f106-45e0-8c3f-fd98fa124db1" providerId="ADAL" clId="{B108959E-8160-4214-BA0D-42D2F1070C03}" dt="2025-08-17T17:07:09.185" v="2483" actId="5793"/>
        <pc:sldMkLst>
          <pc:docMk/>
          <pc:sldMk cId="847849653" sldId="261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1908144578" sldId="262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4076698392" sldId="263"/>
        </pc:sldMkLst>
      </pc:sldChg>
      <pc:sldChg chg="modSp new mod">
        <pc:chgData name="Jonathan Bollig" userId="8b5d0afe-f106-45e0-8c3f-fd98fa124db1" providerId="ADAL" clId="{B108959E-8160-4214-BA0D-42D2F1070C03}" dt="2025-08-17T17:04:25.114" v="2368" actId="20577"/>
        <pc:sldMkLst>
          <pc:docMk/>
          <pc:sldMk cId="3708449378" sldId="264"/>
        </pc:sldMkLst>
      </pc:sldChg>
      <pc:sldChg chg="addSp delSp modSp new mod modNotesTx">
        <pc:chgData name="Jonathan Bollig" userId="8b5d0afe-f106-45e0-8c3f-fd98fa124db1" providerId="ADAL" clId="{B108959E-8160-4214-BA0D-42D2F1070C03}" dt="2025-08-18T09:38:09.362" v="3531" actId="20577"/>
        <pc:sldMkLst>
          <pc:docMk/>
          <pc:sldMk cId="933916611" sldId="265"/>
        </pc:sldMkLst>
      </pc:sldChg>
      <pc:sldChg chg="modSp new mod ord">
        <pc:chgData name="Jonathan Bollig" userId="8b5d0afe-f106-45e0-8c3f-fd98fa124db1" providerId="ADAL" clId="{B108959E-8160-4214-BA0D-42D2F1070C03}" dt="2025-08-18T09:21:09.777" v="2944" actId="20577"/>
        <pc:sldMkLst>
          <pc:docMk/>
          <pc:sldMk cId="2117799034" sldId="266"/>
        </pc:sldMkLst>
      </pc:sldChg>
    </pc:docChg>
  </pc:docChgLst>
  <pc:docChgLst>
    <pc:chgData name="Jonathan Bollig" userId="8b5d0afe-f106-45e0-8c3f-fd98fa124db1" providerId="ADAL" clId="{B2469FA9-EBD8-4834-A16D-CBF8EFC907DD}"/>
    <pc:docChg chg="undo custSel addSld delSld modSld">
      <pc:chgData name="Jonathan Bollig" userId="8b5d0afe-f106-45e0-8c3f-fd98fa124db1" providerId="ADAL" clId="{B2469FA9-EBD8-4834-A16D-CBF8EFC907DD}" dt="2025-10-07T16:25:25.139" v="3087" actId="20577"/>
      <pc:docMkLst>
        <pc:docMk/>
      </pc:docMkLst>
      <pc:sldChg chg="modSp mod">
        <pc:chgData name="Jonathan Bollig" userId="8b5d0afe-f106-45e0-8c3f-fd98fa124db1" providerId="ADAL" clId="{B2469FA9-EBD8-4834-A16D-CBF8EFC907DD}" dt="2025-10-07T00:02:27.634" v="3072" actId="20577"/>
        <pc:sldMkLst>
          <pc:docMk/>
          <pc:sldMk cId="836289018" sldId="256"/>
        </pc:sldMkLst>
        <pc:spChg chg="mod">
          <ac:chgData name="Jonathan Bollig" userId="8b5d0afe-f106-45e0-8c3f-fd98fa124db1" providerId="ADAL" clId="{B2469FA9-EBD8-4834-A16D-CBF8EFC907DD}" dt="2025-10-04T16:01:07.110" v="691" actId="20577"/>
          <ac:spMkLst>
            <pc:docMk/>
            <pc:sldMk cId="836289018" sldId="256"/>
            <ac:spMk id="2" creationId="{40F72F59-52B3-6063-A2E3-2AA45125A99B}"/>
          </ac:spMkLst>
        </pc:spChg>
        <pc:spChg chg="mod">
          <ac:chgData name="Jonathan Bollig" userId="8b5d0afe-f106-45e0-8c3f-fd98fa124db1" providerId="ADAL" clId="{B2469FA9-EBD8-4834-A16D-CBF8EFC907DD}" dt="2025-10-07T00:02:27.634" v="3072" actId="20577"/>
          <ac:spMkLst>
            <pc:docMk/>
            <pc:sldMk cId="836289018" sldId="256"/>
            <ac:spMk id="3" creationId="{62F76653-44B5-8707-B179-FDB90CB514B7}"/>
          </ac:spMkLst>
        </pc:spChg>
      </pc:sldChg>
      <pc:sldChg chg="add del">
        <pc:chgData name="Jonathan Bollig" userId="8b5d0afe-f106-45e0-8c3f-fd98fa124db1" providerId="ADAL" clId="{B2469FA9-EBD8-4834-A16D-CBF8EFC907DD}" dt="2025-10-01T19:19:23.559" v="15" actId="47"/>
        <pc:sldMkLst>
          <pc:docMk/>
          <pc:sldMk cId="2169503629" sldId="259"/>
        </pc:sldMkLst>
      </pc:sldChg>
      <pc:sldChg chg="del">
        <pc:chgData name="Jonathan Bollig" userId="8b5d0afe-f106-45e0-8c3f-fd98fa124db1" providerId="ADAL" clId="{B2469FA9-EBD8-4834-A16D-CBF8EFC907DD}" dt="2025-09-29T18:19:05.919" v="10" actId="47"/>
        <pc:sldMkLst>
          <pc:docMk/>
          <pc:sldMk cId="932306145" sldId="260"/>
        </pc:sldMkLst>
      </pc:sldChg>
      <pc:sldChg chg="addSp delSp modSp add mod">
        <pc:chgData name="Jonathan Bollig" userId="8b5d0afe-f106-45e0-8c3f-fd98fa124db1" providerId="ADAL" clId="{B2469FA9-EBD8-4834-A16D-CBF8EFC907DD}" dt="2025-10-04T13:54:49.255" v="168"/>
        <pc:sldMkLst>
          <pc:docMk/>
          <pc:sldMk cId="2138807736" sldId="267"/>
        </pc:sldMkLst>
        <pc:spChg chg="mod">
          <ac:chgData name="Jonathan Bollig" userId="8b5d0afe-f106-45e0-8c3f-fd98fa124db1" providerId="ADAL" clId="{B2469FA9-EBD8-4834-A16D-CBF8EFC907DD}" dt="2025-10-04T12:17:13.802" v="155" actId="1076"/>
          <ac:spMkLst>
            <pc:docMk/>
            <pc:sldMk cId="2138807736" sldId="267"/>
            <ac:spMk id="2" creationId="{4264A0F1-7BC6-1BD9-7CBF-4AC55674DB61}"/>
          </ac:spMkLst>
        </pc:spChg>
        <pc:spChg chg="add mod">
          <ac:chgData name="Jonathan Bollig" userId="8b5d0afe-f106-45e0-8c3f-fd98fa124db1" providerId="ADAL" clId="{B2469FA9-EBD8-4834-A16D-CBF8EFC907DD}" dt="2025-10-04T13:54:49.255" v="168"/>
          <ac:spMkLst>
            <pc:docMk/>
            <pc:sldMk cId="2138807736" sldId="267"/>
            <ac:spMk id="5" creationId="{592982AF-81D7-82EF-C090-9E24668A188C}"/>
          </ac:spMkLst>
        </pc:spChg>
        <pc:picChg chg="add mod">
          <ac:chgData name="Jonathan Bollig" userId="8b5d0afe-f106-45e0-8c3f-fd98fa124db1" providerId="ADAL" clId="{B2469FA9-EBD8-4834-A16D-CBF8EFC907DD}" dt="2025-10-04T13:54:40.946" v="165" actId="1076"/>
          <ac:picMkLst>
            <pc:docMk/>
            <pc:sldMk cId="2138807736" sldId="267"/>
            <ac:picMk id="7" creationId="{378666D3-1951-5A99-FEDF-592E41728810}"/>
          </ac:picMkLst>
        </pc:picChg>
      </pc:sldChg>
      <pc:sldChg chg="add del">
        <pc:chgData name="Jonathan Bollig" userId="8b5d0afe-f106-45e0-8c3f-fd98fa124db1" providerId="ADAL" clId="{B2469FA9-EBD8-4834-A16D-CBF8EFC907DD}" dt="2025-10-02T22:34:59.093" v="17" actId="47"/>
        <pc:sldMkLst>
          <pc:docMk/>
          <pc:sldMk cId="2385805343" sldId="268"/>
        </pc:sldMkLst>
      </pc:sldChg>
      <pc:sldChg chg="addSp delSp modSp add del mod">
        <pc:chgData name="Jonathan Bollig" userId="8b5d0afe-f106-45e0-8c3f-fd98fa124db1" providerId="ADAL" clId="{B2469FA9-EBD8-4834-A16D-CBF8EFC907DD}" dt="2025-10-04T16:58:10.795" v="2273" actId="47"/>
        <pc:sldMkLst>
          <pc:docMk/>
          <pc:sldMk cId="2113368255" sldId="269"/>
        </pc:sldMkLst>
      </pc:sldChg>
      <pc:sldChg chg="addSp modSp new mod">
        <pc:chgData name="Jonathan Bollig" userId="8b5d0afe-f106-45e0-8c3f-fd98fa124db1" providerId="ADAL" clId="{B2469FA9-EBD8-4834-A16D-CBF8EFC907DD}" dt="2025-10-04T15:58:44.305" v="683" actId="20577"/>
        <pc:sldMkLst>
          <pc:docMk/>
          <pc:sldMk cId="3987102234" sldId="270"/>
        </pc:sldMkLst>
        <pc:spChg chg="mod">
          <ac:chgData name="Jonathan Bollig" userId="8b5d0afe-f106-45e0-8c3f-fd98fa124db1" providerId="ADAL" clId="{B2469FA9-EBD8-4834-A16D-CBF8EFC907DD}" dt="2025-10-04T15:15:35.329" v="246" actId="20577"/>
          <ac:spMkLst>
            <pc:docMk/>
            <pc:sldMk cId="3987102234" sldId="270"/>
            <ac:spMk id="2" creationId="{5A0CCCF4-F37F-A494-2CFF-F25AD7DD1257}"/>
          </ac:spMkLst>
        </pc:spChg>
        <pc:spChg chg="mod">
          <ac:chgData name="Jonathan Bollig" userId="8b5d0afe-f106-45e0-8c3f-fd98fa124db1" providerId="ADAL" clId="{B2469FA9-EBD8-4834-A16D-CBF8EFC907DD}" dt="2025-10-04T15:58:44.305" v="683" actId="20577"/>
          <ac:spMkLst>
            <pc:docMk/>
            <pc:sldMk cId="3987102234" sldId="270"/>
            <ac:spMk id="3" creationId="{E85B7DD3-09B5-A32D-634C-4FAC8382ABCD}"/>
          </ac:spMkLst>
        </pc:spChg>
        <pc:spChg chg="add mod">
          <ac:chgData name="Jonathan Bollig" userId="8b5d0afe-f106-45e0-8c3f-fd98fa124db1" providerId="ADAL" clId="{B2469FA9-EBD8-4834-A16D-CBF8EFC907DD}" dt="2025-10-04T15:58:25.324" v="640" actId="14100"/>
          <ac:spMkLst>
            <pc:docMk/>
            <pc:sldMk cId="3987102234" sldId="270"/>
            <ac:spMk id="8" creationId="{0ED98E35-9671-8ACE-6F97-4DE6515105D8}"/>
          </ac:spMkLst>
        </pc:spChg>
        <pc:spChg chg="add mod">
          <ac:chgData name="Jonathan Bollig" userId="8b5d0afe-f106-45e0-8c3f-fd98fa124db1" providerId="ADAL" clId="{B2469FA9-EBD8-4834-A16D-CBF8EFC907DD}" dt="2025-10-04T15:58:32.892" v="643" actId="14100"/>
          <ac:spMkLst>
            <pc:docMk/>
            <pc:sldMk cId="3987102234" sldId="270"/>
            <ac:spMk id="9" creationId="{70855155-5061-D6A6-FFCB-C4569D5F2910}"/>
          </ac:spMkLst>
        </pc:spChg>
        <pc:picChg chg="add mod">
          <ac:chgData name="Jonathan Bollig" userId="8b5d0afe-f106-45e0-8c3f-fd98fa124db1" providerId="ADAL" clId="{B2469FA9-EBD8-4834-A16D-CBF8EFC907DD}" dt="2025-10-04T15:58:20.090" v="638" actId="1076"/>
          <ac:picMkLst>
            <pc:docMk/>
            <pc:sldMk cId="3987102234" sldId="270"/>
            <ac:picMk id="5" creationId="{BCF479C3-4F18-94BD-CCB3-4EBCB516EB24}"/>
          </ac:picMkLst>
        </pc:picChg>
        <pc:picChg chg="add mod">
          <ac:chgData name="Jonathan Bollig" userId="8b5d0afe-f106-45e0-8c3f-fd98fa124db1" providerId="ADAL" clId="{B2469FA9-EBD8-4834-A16D-CBF8EFC907DD}" dt="2025-10-04T15:57:38.491" v="583" actId="1076"/>
          <ac:picMkLst>
            <pc:docMk/>
            <pc:sldMk cId="3987102234" sldId="270"/>
            <ac:picMk id="7" creationId="{12D4B86E-D505-EEA7-6838-D97DCFE395C8}"/>
          </ac:picMkLst>
        </pc:picChg>
      </pc:sldChg>
      <pc:sldChg chg="addSp delSp modSp new mod">
        <pc:chgData name="Jonathan Bollig" userId="8b5d0afe-f106-45e0-8c3f-fd98fa124db1" providerId="ADAL" clId="{B2469FA9-EBD8-4834-A16D-CBF8EFC907DD}" dt="2025-10-04T16:34:46.389" v="1907" actId="20577"/>
        <pc:sldMkLst>
          <pc:docMk/>
          <pc:sldMk cId="3446547959" sldId="271"/>
        </pc:sldMkLst>
        <pc:spChg chg="mod">
          <ac:chgData name="Jonathan Bollig" userId="8b5d0afe-f106-45e0-8c3f-fd98fa124db1" providerId="ADAL" clId="{B2469FA9-EBD8-4834-A16D-CBF8EFC907DD}" dt="2025-10-04T16:02:27.728" v="734" actId="20577"/>
          <ac:spMkLst>
            <pc:docMk/>
            <pc:sldMk cId="3446547959" sldId="271"/>
            <ac:spMk id="2" creationId="{3F033077-CB02-4EAC-C09E-0F100B006F2F}"/>
          </ac:spMkLst>
        </pc:spChg>
        <pc:spChg chg="mod">
          <ac:chgData name="Jonathan Bollig" userId="8b5d0afe-f106-45e0-8c3f-fd98fa124db1" providerId="ADAL" clId="{B2469FA9-EBD8-4834-A16D-CBF8EFC907DD}" dt="2025-10-04T16:34:46.389" v="1907" actId="20577"/>
          <ac:spMkLst>
            <pc:docMk/>
            <pc:sldMk cId="3446547959" sldId="271"/>
            <ac:spMk id="3" creationId="{CF40574E-B21C-1952-69CE-C4EC21560817}"/>
          </ac:spMkLst>
        </pc:spChg>
        <pc:spChg chg="add mod">
          <ac:chgData name="Jonathan Bollig" userId="8b5d0afe-f106-45e0-8c3f-fd98fa124db1" providerId="ADAL" clId="{B2469FA9-EBD8-4834-A16D-CBF8EFC907DD}" dt="2025-10-04T16:27:33.033" v="1615" actId="1076"/>
          <ac:spMkLst>
            <pc:docMk/>
            <pc:sldMk cId="3446547959" sldId="271"/>
            <ac:spMk id="6" creationId="{CAF2D3D8-ADED-7DE1-AAB1-7E6D40505393}"/>
          </ac:spMkLst>
        </pc:spChg>
        <pc:picChg chg="add mod">
          <ac:chgData name="Jonathan Bollig" userId="8b5d0afe-f106-45e0-8c3f-fd98fa124db1" providerId="ADAL" clId="{B2469FA9-EBD8-4834-A16D-CBF8EFC907DD}" dt="2025-10-04T16:34:15.598" v="1832" actId="14100"/>
          <ac:picMkLst>
            <pc:docMk/>
            <pc:sldMk cId="3446547959" sldId="271"/>
            <ac:picMk id="18" creationId="{EA368B0B-1298-96DA-BDAC-15C61AD1DBAB}"/>
          </ac:picMkLst>
        </pc:picChg>
        <pc:picChg chg="add mod">
          <ac:chgData name="Jonathan Bollig" userId="8b5d0afe-f106-45e0-8c3f-fd98fa124db1" providerId="ADAL" clId="{B2469FA9-EBD8-4834-A16D-CBF8EFC907DD}" dt="2025-10-04T16:34:25.578" v="1835" actId="1076"/>
          <ac:picMkLst>
            <pc:docMk/>
            <pc:sldMk cId="3446547959" sldId="271"/>
            <ac:picMk id="25" creationId="{7A4B4F34-E848-C1A1-D285-2F37621FE131}"/>
          </ac:picMkLst>
        </pc:picChg>
        <pc:cxnChg chg="add mod">
          <ac:chgData name="Jonathan Bollig" userId="8b5d0afe-f106-45e0-8c3f-fd98fa124db1" providerId="ADAL" clId="{B2469FA9-EBD8-4834-A16D-CBF8EFC907DD}" dt="2025-10-04T16:27:33.033" v="1615" actId="1076"/>
          <ac:cxnSpMkLst>
            <pc:docMk/>
            <pc:sldMk cId="3446547959" sldId="271"/>
            <ac:cxnSpMk id="7" creationId="{8812672A-4492-2748-6E5F-A1EAF3545254}"/>
          </ac:cxnSpMkLst>
        </pc:cxnChg>
        <pc:cxnChg chg="add mod">
          <ac:chgData name="Jonathan Bollig" userId="8b5d0afe-f106-45e0-8c3f-fd98fa124db1" providerId="ADAL" clId="{B2469FA9-EBD8-4834-A16D-CBF8EFC907DD}" dt="2025-10-04T16:34:18.170" v="1833" actId="14100"/>
          <ac:cxnSpMkLst>
            <pc:docMk/>
            <pc:sldMk cId="3446547959" sldId="271"/>
            <ac:cxnSpMk id="19" creationId="{F3172E88-5462-7242-7EEE-4E0B815CD187}"/>
          </ac:cxnSpMkLst>
        </pc:cxnChg>
        <pc:cxnChg chg="add mod">
          <ac:chgData name="Jonathan Bollig" userId="8b5d0afe-f106-45e0-8c3f-fd98fa124db1" providerId="ADAL" clId="{B2469FA9-EBD8-4834-A16D-CBF8EFC907DD}" dt="2025-10-04T16:34:21.345" v="1834" actId="14100"/>
          <ac:cxnSpMkLst>
            <pc:docMk/>
            <pc:sldMk cId="3446547959" sldId="271"/>
            <ac:cxnSpMk id="22" creationId="{D1198612-2A16-AE1A-5156-1A60E65D0C5F}"/>
          </ac:cxnSpMkLst>
        </pc:cxnChg>
      </pc:sldChg>
      <pc:sldChg chg="addSp delSp modSp new del mod">
        <pc:chgData name="Jonathan Bollig" userId="8b5d0afe-f106-45e0-8c3f-fd98fa124db1" providerId="ADAL" clId="{B2469FA9-EBD8-4834-A16D-CBF8EFC907DD}" dt="2025-10-04T16:51:09.544" v="2137" actId="47"/>
        <pc:sldMkLst>
          <pc:docMk/>
          <pc:sldMk cId="4143755219" sldId="272"/>
        </pc:sldMkLst>
      </pc:sldChg>
      <pc:sldChg chg="addSp delSp modSp new mod">
        <pc:chgData name="Jonathan Bollig" userId="8b5d0afe-f106-45e0-8c3f-fd98fa124db1" providerId="ADAL" clId="{B2469FA9-EBD8-4834-A16D-CBF8EFC907DD}" dt="2025-10-04T16:45:02.511" v="1988" actId="1076"/>
        <pc:sldMkLst>
          <pc:docMk/>
          <pc:sldMk cId="3250739031" sldId="273"/>
        </pc:sldMkLst>
        <pc:spChg chg="mod">
          <ac:chgData name="Jonathan Bollig" userId="8b5d0afe-f106-45e0-8c3f-fd98fa124db1" providerId="ADAL" clId="{B2469FA9-EBD8-4834-A16D-CBF8EFC907DD}" dt="2025-10-04T16:30:19.394" v="1688" actId="313"/>
          <ac:spMkLst>
            <pc:docMk/>
            <pc:sldMk cId="3250739031" sldId="273"/>
            <ac:spMk id="2" creationId="{CA5EBFEC-283B-A05B-DFBA-06C06AE73486}"/>
          </ac:spMkLst>
        </pc:spChg>
        <pc:spChg chg="add del mod">
          <ac:chgData name="Jonathan Bollig" userId="8b5d0afe-f106-45e0-8c3f-fd98fa124db1" providerId="ADAL" clId="{B2469FA9-EBD8-4834-A16D-CBF8EFC907DD}" dt="2025-10-04T16:43:23.143" v="1972" actId="20577"/>
          <ac:spMkLst>
            <pc:docMk/>
            <pc:sldMk cId="3250739031" sldId="273"/>
            <ac:spMk id="3" creationId="{FFA45445-01F5-7643-C535-1FDEB7F30B50}"/>
          </ac:spMkLst>
        </pc:spChg>
        <pc:picChg chg="add mod">
          <ac:chgData name="Jonathan Bollig" userId="8b5d0afe-f106-45e0-8c3f-fd98fa124db1" providerId="ADAL" clId="{B2469FA9-EBD8-4834-A16D-CBF8EFC907DD}" dt="2025-10-04T16:45:00.011" v="1986" actId="14100"/>
          <ac:picMkLst>
            <pc:docMk/>
            <pc:sldMk cId="3250739031" sldId="273"/>
            <ac:picMk id="7" creationId="{C70D9CAC-9688-1378-8405-D78989AB3363}"/>
          </ac:picMkLst>
        </pc:picChg>
        <pc:picChg chg="add mod">
          <ac:chgData name="Jonathan Bollig" userId="8b5d0afe-f106-45e0-8c3f-fd98fa124db1" providerId="ADAL" clId="{B2469FA9-EBD8-4834-A16D-CBF8EFC907DD}" dt="2025-10-04T16:45:02.511" v="1988" actId="1076"/>
          <ac:picMkLst>
            <pc:docMk/>
            <pc:sldMk cId="3250739031" sldId="273"/>
            <ac:picMk id="9" creationId="{0DF070C3-0FE9-6065-1C4A-40BF94AB256F}"/>
          </ac:picMkLst>
        </pc:picChg>
      </pc:sldChg>
      <pc:sldChg chg="addSp modSp new mod">
        <pc:chgData name="Jonathan Bollig" userId="8b5d0afe-f106-45e0-8c3f-fd98fa124db1" providerId="ADAL" clId="{B2469FA9-EBD8-4834-A16D-CBF8EFC907DD}" dt="2025-10-05T11:05:25.077" v="3070" actId="20577"/>
        <pc:sldMkLst>
          <pc:docMk/>
          <pc:sldMk cId="3648031623" sldId="274"/>
        </pc:sldMkLst>
        <pc:spChg chg="mod">
          <ac:chgData name="Jonathan Bollig" userId="8b5d0afe-f106-45e0-8c3f-fd98fa124db1" providerId="ADAL" clId="{B2469FA9-EBD8-4834-A16D-CBF8EFC907DD}" dt="2025-10-04T16:45:58.752" v="2030" actId="20577"/>
          <ac:spMkLst>
            <pc:docMk/>
            <pc:sldMk cId="3648031623" sldId="274"/>
            <ac:spMk id="2" creationId="{113F324D-726B-4A88-05CC-66A15D74D878}"/>
          </ac:spMkLst>
        </pc:spChg>
        <pc:spChg chg="mod">
          <ac:chgData name="Jonathan Bollig" userId="8b5d0afe-f106-45e0-8c3f-fd98fa124db1" providerId="ADAL" clId="{B2469FA9-EBD8-4834-A16D-CBF8EFC907DD}" dt="2025-10-05T11:05:25.077" v="3070" actId="20577"/>
          <ac:spMkLst>
            <pc:docMk/>
            <pc:sldMk cId="3648031623" sldId="274"/>
            <ac:spMk id="3" creationId="{1DABA45C-7C80-4C69-E40B-6E5E24F41CDF}"/>
          </ac:spMkLst>
        </pc:spChg>
        <pc:picChg chg="add mod">
          <ac:chgData name="Jonathan Bollig" userId="8b5d0afe-f106-45e0-8c3f-fd98fa124db1" providerId="ADAL" clId="{B2469FA9-EBD8-4834-A16D-CBF8EFC907DD}" dt="2025-10-04T16:48:21.918" v="2046" actId="1440"/>
          <ac:picMkLst>
            <pc:docMk/>
            <pc:sldMk cId="3648031623" sldId="274"/>
            <ac:picMk id="5" creationId="{0F7BFF7C-02F0-AB34-B0C0-D379CAC036FD}"/>
          </ac:picMkLst>
        </pc:picChg>
        <pc:picChg chg="add mod">
          <ac:chgData name="Jonathan Bollig" userId="8b5d0afe-f106-45e0-8c3f-fd98fa124db1" providerId="ADAL" clId="{B2469FA9-EBD8-4834-A16D-CBF8EFC907DD}" dt="2025-10-04T16:52:07.089" v="2140" actId="1076"/>
          <ac:picMkLst>
            <pc:docMk/>
            <pc:sldMk cId="3648031623" sldId="274"/>
            <ac:picMk id="7" creationId="{8105CCAF-77AC-0F3E-8806-7CB18142AD72}"/>
          </ac:picMkLst>
        </pc:picChg>
        <pc:picChg chg="add mod">
          <ac:chgData name="Jonathan Bollig" userId="8b5d0afe-f106-45e0-8c3f-fd98fa124db1" providerId="ADAL" clId="{B2469FA9-EBD8-4834-A16D-CBF8EFC907DD}" dt="2025-10-04T16:52:20.668" v="2145" actId="1440"/>
          <ac:picMkLst>
            <pc:docMk/>
            <pc:sldMk cId="3648031623" sldId="274"/>
            <ac:picMk id="9" creationId="{2FB84D39-80A8-5CEC-B8EE-A53D08B3D9D8}"/>
          </ac:picMkLst>
        </pc:picChg>
      </pc:sldChg>
      <pc:sldChg chg="addSp delSp modSp add mod">
        <pc:chgData name="Jonathan Bollig" userId="8b5d0afe-f106-45e0-8c3f-fd98fa124db1" providerId="ADAL" clId="{B2469FA9-EBD8-4834-A16D-CBF8EFC907DD}" dt="2025-10-04T16:54:57.546" v="2206" actId="1076"/>
        <pc:sldMkLst>
          <pc:docMk/>
          <pc:sldMk cId="794917453" sldId="275"/>
        </pc:sldMkLst>
        <pc:spChg chg="mod">
          <ac:chgData name="Jonathan Bollig" userId="8b5d0afe-f106-45e0-8c3f-fd98fa124db1" providerId="ADAL" clId="{B2469FA9-EBD8-4834-A16D-CBF8EFC907DD}" dt="2025-10-04T16:54:52.096" v="2204" actId="20577"/>
          <ac:spMkLst>
            <pc:docMk/>
            <pc:sldMk cId="794917453" sldId="275"/>
            <ac:spMk id="3" creationId="{AB29866B-6C2B-D502-2EC9-AFA6A0253299}"/>
          </ac:spMkLst>
        </pc:spChg>
        <pc:picChg chg="add mod">
          <ac:chgData name="Jonathan Bollig" userId="8b5d0afe-f106-45e0-8c3f-fd98fa124db1" providerId="ADAL" clId="{B2469FA9-EBD8-4834-A16D-CBF8EFC907DD}" dt="2025-10-04T16:54:57.546" v="2206" actId="1076"/>
          <ac:picMkLst>
            <pc:docMk/>
            <pc:sldMk cId="794917453" sldId="275"/>
            <ac:picMk id="5" creationId="{C97ACB50-E45E-5905-97C5-6E92555D0540}"/>
          </ac:picMkLst>
        </pc:picChg>
      </pc:sldChg>
      <pc:sldChg chg="modSp new del mod">
        <pc:chgData name="Jonathan Bollig" userId="8b5d0afe-f106-45e0-8c3f-fd98fa124db1" providerId="ADAL" clId="{B2469FA9-EBD8-4834-A16D-CBF8EFC907DD}" dt="2025-10-04T16:58:09.089" v="2272" actId="47"/>
        <pc:sldMkLst>
          <pc:docMk/>
          <pc:sldMk cId="128840227" sldId="276"/>
        </pc:sldMkLst>
      </pc:sldChg>
      <pc:sldChg chg="modSp new mod">
        <pc:chgData name="Jonathan Bollig" userId="8b5d0afe-f106-45e0-8c3f-fd98fa124db1" providerId="ADAL" clId="{B2469FA9-EBD8-4834-A16D-CBF8EFC907DD}" dt="2025-10-07T16:25:25.139" v="3087" actId="20577"/>
        <pc:sldMkLst>
          <pc:docMk/>
          <pc:sldMk cId="2146985610" sldId="276"/>
        </pc:sldMkLst>
        <pc:spChg chg="mod">
          <ac:chgData name="Jonathan Bollig" userId="8b5d0afe-f106-45e0-8c3f-fd98fa124db1" providerId="ADAL" clId="{B2469FA9-EBD8-4834-A16D-CBF8EFC907DD}" dt="2025-10-07T16:25:25.139" v="3087" actId="20577"/>
          <ac:spMkLst>
            <pc:docMk/>
            <pc:sldMk cId="2146985610" sldId="276"/>
            <ac:spMk id="2" creationId="{F64A491C-8BD4-528C-B770-24D12FEC0779}"/>
          </ac:spMkLst>
        </pc:spChg>
        <pc:spChg chg="mod">
          <ac:chgData name="Jonathan Bollig" userId="8b5d0afe-f106-45e0-8c3f-fd98fa124db1" providerId="ADAL" clId="{B2469FA9-EBD8-4834-A16D-CBF8EFC907DD}" dt="2025-10-05T11:01:54.276" v="3018" actId="20577"/>
          <ac:spMkLst>
            <pc:docMk/>
            <pc:sldMk cId="2146985610" sldId="276"/>
            <ac:spMk id="3" creationId="{17534C50-83F7-A1AC-AE3E-FC363E6F0C3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6CA2EE-5589-4682-AD7F-744DBF1E81F5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422C3B-6429-4381-8F08-B422F3CD22B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5335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FCF529-6DEB-E4D7-0BD9-323EA01FE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0A0E300-420E-2525-45D3-8E24E86553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4E483A-3866-69B8-A89A-06A5A3E30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07D74D-6C79-794C-3A7B-4CD9682F7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D767471-AF72-F522-F9C8-D1A8101E3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9403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F82442-23ED-51AB-B11E-C02EE9E3C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5FB6CC-3344-41C2-A7A9-FD97D9669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307B756-CC70-5D1A-65F0-BA36F617D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A85BC57-ADDF-8A28-E847-CC5388E87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9BB58D5-33D2-895E-A1A1-B41693431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485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901EFF-BBAC-2399-8E9A-E8BAA4E44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2BE4AE0-C619-049A-0BFF-AABE41A1A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797E34-3D02-2C07-C28B-87084EE45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153033-0611-C734-89B6-24CF035A1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52151C-1EF6-0973-739A-CBA570628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12549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3067E4-4EE1-0B07-E683-D619F240D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B02DFB-CB33-5ECE-A637-0EBDBC1A75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303045C-02DD-7BE7-9D86-2EE9AC88C4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DC612DC-44A9-D801-F1BC-F14FD9587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08FCD2-BFCE-54F3-9D30-4AA255654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735D20-9B8C-8A3B-63B6-035CC49E2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6976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5CBE7C-525A-D42E-E43F-0886C6464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639B155-7C21-DB95-30C2-DFCF327631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63A585B-18F2-C2E6-525C-F3883BD398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604D96C-CC87-E3F5-6F91-706502CB03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7C7A36B-3651-D77A-A0B4-353DF9529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4156916-057E-51F8-534D-84F55E027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1DEEBCE-5AD5-1E00-C91F-1DCDCF02A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89CAFB6-90CF-5D1B-FD47-FEA656B88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6234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F4A36E-BFB2-E755-260D-DC02A1158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9899B6E-645D-169A-C3CC-DACA9EC3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79B3EA0-178A-0100-B821-DBBB3C8E0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F4684F-962A-8067-27D8-5FB58870D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0768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ED9DF99-987F-078B-23F2-AD0C4F0C8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CEA8323-CC55-B01B-2104-F1FD0E3EB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A6C53B-2330-836A-D0BC-2E01904D1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230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F77C76-5BC9-E091-FC9B-7EAB5780A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D8A66E-18EF-064A-EB20-9A88AC8F46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15291D1-EE4A-7FCA-2355-022D506ABD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E07462-E862-1A7D-3909-8E6323F76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A74FE35-B109-0707-821C-FBF101671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C136A12-4DCB-232D-7C95-F83C2777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78521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987360-94B1-2F3A-B700-56EDD9945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A9C14D8-D370-D9C7-6410-4FBED8CAE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D3279D0-F11A-49B0-40AD-F12A7DE041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8BEC391-9770-5D80-C8C5-6C61CAD43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D7A2F6D-EA0A-15A4-4DC8-DF3E9C11F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7510ED1-8967-4C84-EA21-7BB69B1F4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5622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82EFBA-051E-825F-CC2D-B65084EF0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AECEC60-3BB2-2938-8C9A-E34393D9A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9C506D0-407A-6516-0839-997884630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ACE59F-C71F-8D11-72A2-C5901636F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9BA130-BB20-D464-AC08-B1794AD3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81425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61BD65F-595C-B872-7ED9-463BC365DC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4D87C7-FA6C-26D2-FD57-AAE3DC3ED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4B85D20-1712-38B6-B0DE-C61507896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376EB8-8D04-2976-85D4-2ADF4FA3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40E5B9-8C2B-0AD6-70BD-4E96EAFC2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2221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3DDC3FE-CC3F-9BDA-0DA8-AC0AE97E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A997B66-C9C9-C5C2-4F68-B1ED0F53F1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88C302-6259-AA12-6D15-F895C1B9C2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A51F25-4808-47F4-BF6E-BCDC230DB01C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A50A006-B53F-FC11-600B-D61C8B8E3E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9E1156-7578-F688-1D91-BA880DD71E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14266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72F59-52B3-6063-A2E3-2AA45125A9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1173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Python Course for Physicists</a:t>
            </a:r>
            <a:br>
              <a:rPr lang="en-US" dirty="0"/>
            </a:br>
            <a:r>
              <a:rPr lang="en-US" dirty="0"/>
              <a:t>(And everyone else!)</a:t>
            </a:r>
            <a:br>
              <a:rPr lang="en-US" dirty="0"/>
            </a:br>
            <a:br>
              <a:rPr lang="en-US" noProof="0" dirty="0"/>
            </a:br>
            <a:r>
              <a:rPr lang="en-US" b="1" noProof="0" dirty="0"/>
              <a:t>Chunk </a:t>
            </a:r>
            <a:r>
              <a:rPr lang="en-US" b="1" dirty="0"/>
              <a:t>8</a:t>
            </a:r>
            <a:r>
              <a:rPr lang="en-US" b="1" noProof="0" dirty="0"/>
              <a:t>: 1D </a:t>
            </a:r>
            <a:r>
              <a:rPr lang="en-US" b="1" noProof="0" dirty="0" err="1"/>
              <a:t>Numpy</a:t>
            </a:r>
            <a:r>
              <a:rPr lang="en-US" b="1" noProof="0" dirty="0"/>
              <a:t> Arrays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2F76653-44B5-8707-B179-FDB90CB514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20610"/>
            <a:ext cx="9144000" cy="1655762"/>
          </a:xfrm>
        </p:spPr>
        <p:txBody>
          <a:bodyPr/>
          <a:lstStyle/>
          <a:p>
            <a:r>
              <a:rPr lang="en-US" noProof="0" dirty="0"/>
              <a:t>By Jonathan Bollig</a:t>
            </a:r>
          </a:p>
          <a:p>
            <a:r>
              <a:rPr lang="en-US" noProof="0" dirty="0"/>
              <a:t>09.10.2025</a:t>
            </a:r>
          </a:p>
        </p:txBody>
      </p:sp>
    </p:spTree>
    <p:extLst>
      <p:ext uri="{BB962C8B-B14F-4D97-AF65-F5344CB8AC3E}">
        <p14:creationId xmlns:p14="http://schemas.microsoft.com/office/powerpoint/2010/main" val="836289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0CCCF4-F37F-A494-2CFF-F25AD7DD1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: Numerical Python; </a:t>
            </a:r>
            <a:br>
              <a:rPr lang="en-US" dirty="0"/>
            </a:b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Lists but much better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85B7DD3-09B5-A32D-634C-4FAC8382AB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062216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Problem: loops and lists are “slow”: </a:t>
            </a:r>
            <a:br>
              <a:rPr lang="en-US" dirty="0"/>
            </a:br>
            <a:r>
              <a:rPr lang="en-US" dirty="0">
                <a:sym typeface="Wingdings" panose="05000000000000000000" pitchFamily="2" charset="2"/>
              </a:rPr>
              <a:t> Example: square 100 000 000 numbers and sum them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dirty="0">
                <a:sym typeface="Wingdings" panose="05000000000000000000" pitchFamily="2" charset="2"/>
              </a:rPr>
              <a:t> 28 seconds </a:t>
            </a:r>
            <a:endParaRPr lang="en-US" dirty="0"/>
          </a:p>
          <a:p>
            <a:endParaRPr lang="en-US" dirty="0"/>
          </a:p>
          <a:p>
            <a:r>
              <a:rPr lang="en-US" dirty="0"/>
              <a:t>Solution: Using C-code in python</a:t>
            </a:r>
            <a:br>
              <a:rPr lang="en-US" dirty="0"/>
            </a:br>
            <a:r>
              <a:rPr lang="en-US" dirty="0">
                <a:sym typeface="Wingdings" panose="05000000000000000000" pitchFamily="2" charset="2"/>
              </a:rPr>
              <a:t> 0.5 seconds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 err="1">
                <a:sym typeface="Wingdings" panose="05000000000000000000" pitchFamily="2" charset="2"/>
              </a:rPr>
              <a:t>Numpy</a:t>
            </a:r>
            <a:r>
              <a:rPr lang="en-US" dirty="0">
                <a:sym typeface="Wingdings" panose="05000000000000000000" pitchFamily="2" charset="2"/>
              </a:rPr>
              <a:t> is typically 10 – 100 x faster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Bonus: Cleaner, easier to read code</a:t>
            </a:r>
            <a:endParaRPr lang="en-US" dirty="0"/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CF479C3-4F18-94BD-CCB3-4EBCB516E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5437" y="1091818"/>
            <a:ext cx="3625459" cy="254837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12D4B86E-D505-EEA7-6838-D97DCFE395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5730" y="3914587"/>
            <a:ext cx="4445166" cy="18964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0ED98E35-9671-8ACE-6F97-4DE6515105D8}"/>
              </a:ext>
            </a:extLst>
          </p:cNvPr>
          <p:cNvSpPr/>
          <p:nvPr/>
        </p:nvSpPr>
        <p:spPr>
          <a:xfrm>
            <a:off x="8115436" y="1909446"/>
            <a:ext cx="3053959" cy="884046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70855155-5061-D6A6-FFCB-C4569D5F2910}"/>
              </a:ext>
            </a:extLst>
          </p:cNvPr>
          <p:cNvSpPr/>
          <p:nvPr/>
        </p:nvSpPr>
        <p:spPr>
          <a:xfrm>
            <a:off x="7396223" y="4494275"/>
            <a:ext cx="3439417" cy="267007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102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033077-CB02-4EAC-C09E-0F100B006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Creating Arrays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40574E-B21C-1952-69CE-C4EC215608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99787"/>
          </a:xfrm>
        </p:spPr>
        <p:txBody>
          <a:bodyPr/>
          <a:lstStyle/>
          <a:p>
            <a:r>
              <a:rPr lang="en-US" dirty="0"/>
              <a:t>1. Step: </a:t>
            </a:r>
            <a:r>
              <a:rPr lang="en-US" dirty="0">
                <a:highlight>
                  <a:srgbClr val="C0C0C0"/>
                </a:highlight>
              </a:rPr>
              <a:t>import </a:t>
            </a:r>
            <a:r>
              <a:rPr lang="en-US" dirty="0" err="1">
                <a:highlight>
                  <a:srgbClr val="C0C0C0"/>
                </a:highlight>
              </a:rPr>
              <a:t>numpy</a:t>
            </a:r>
            <a:r>
              <a:rPr lang="en-US" dirty="0">
                <a:highlight>
                  <a:srgbClr val="C0C0C0"/>
                </a:highlight>
              </a:rPr>
              <a:t> as np</a:t>
            </a:r>
          </a:p>
          <a:p>
            <a:r>
              <a:rPr lang="en-US" dirty="0"/>
              <a:t>Converting “list </a:t>
            </a:r>
            <a:r>
              <a:rPr lang="en-US" dirty="0">
                <a:sym typeface="Wingdings" panose="05000000000000000000" pitchFamily="2" charset="2"/>
              </a:rPr>
              <a:t> array”: 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dirty="0">
                <a:sym typeface="Wingdings" panose="05000000000000000000" pitchFamily="2" charset="2"/>
              </a:rPr>
              <a:t>	</a:t>
            </a:r>
            <a:r>
              <a:rPr lang="en-US" dirty="0" err="1">
                <a:highlight>
                  <a:srgbClr val="C0C0C0"/>
                </a:highlight>
              </a:rPr>
              <a:t>np.array</a:t>
            </a:r>
            <a:r>
              <a:rPr lang="en-US" dirty="0">
                <a:highlight>
                  <a:srgbClr val="C0C0C0"/>
                </a:highlight>
              </a:rPr>
              <a:t>()</a:t>
            </a:r>
            <a:r>
              <a:rPr lang="en-US" dirty="0"/>
              <a:t>:</a:t>
            </a:r>
          </a:p>
          <a:p>
            <a:r>
              <a:rPr lang="en-US" dirty="0"/>
              <a:t>Converting “array </a:t>
            </a:r>
            <a:r>
              <a:rPr lang="en-US" dirty="0">
                <a:sym typeface="Wingdings" panose="05000000000000000000" pitchFamily="2" charset="2"/>
              </a:rPr>
              <a:t> list”: 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dirty="0">
                <a:sym typeface="Wingdings" panose="05000000000000000000" pitchFamily="2" charset="2"/>
              </a:rPr>
              <a:t>	</a:t>
            </a:r>
            <a:r>
              <a:rPr lang="en-US" dirty="0" err="1">
                <a:highlight>
                  <a:srgbClr val="C0C0C0"/>
                </a:highlight>
                <a:sym typeface="Wingdings" panose="05000000000000000000" pitchFamily="2" charset="2"/>
              </a:rPr>
              <a:t>array</a:t>
            </a:r>
            <a:r>
              <a:rPr lang="en-US" dirty="0" err="1">
                <a:highlight>
                  <a:srgbClr val="C0C0C0"/>
                </a:highlight>
              </a:rPr>
              <a:t>.tolist</a:t>
            </a:r>
            <a:r>
              <a:rPr lang="en-US" dirty="0">
                <a:highlight>
                  <a:srgbClr val="C0C0C0"/>
                </a:highlight>
              </a:rPr>
              <a:t>() </a:t>
            </a:r>
            <a:r>
              <a:rPr lang="en-US" dirty="0">
                <a:sym typeface="Wingdings" panose="05000000000000000000" pitchFamily="2" charset="2"/>
              </a:rPr>
              <a:t>:</a:t>
            </a:r>
            <a:endParaRPr lang="en-US" dirty="0"/>
          </a:p>
          <a:p>
            <a:r>
              <a:rPr lang="en-US" dirty="0"/>
              <a:t>Careful! Only one data type: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Nested lists: Only when all elements have lists of same length.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AF2D3D8-ADED-7DE1-AAB1-7E6D40505393}"/>
              </a:ext>
            </a:extLst>
          </p:cNvPr>
          <p:cNvSpPr/>
          <p:nvPr/>
        </p:nvSpPr>
        <p:spPr>
          <a:xfrm>
            <a:off x="5766816" y="1431898"/>
            <a:ext cx="1434084" cy="294671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Convention!</a:t>
            </a:r>
            <a:endParaRPr lang="de-DE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8812672A-4492-2748-6E5F-A1EAF3545254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5193792" y="1579234"/>
            <a:ext cx="573024" cy="342534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8" name="Grafik 17">
            <a:extLst>
              <a:ext uri="{FF2B5EF4-FFF2-40B4-BE49-F238E27FC236}">
                <a16:creationId xmlns:a16="http://schemas.microsoft.com/office/drawing/2014/main" id="{EA368B0B-1298-96DA-BDAC-15C61AD1DB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939" y="1282834"/>
            <a:ext cx="2580615" cy="262362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F3172E88-5462-7242-7EEE-4E0B815CD187}"/>
              </a:ext>
            </a:extLst>
          </p:cNvPr>
          <p:cNvCxnSpPr>
            <a:cxnSpLocks/>
          </p:cNvCxnSpPr>
          <p:nvPr/>
        </p:nvCxnSpPr>
        <p:spPr>
          <a:xfrm flipV="1">
            <a:off x="3550158" y="2399786"/>
            <a:ext cx="4787781" cy="52896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D1198612-2A16-AE1A-5156-1A60E65D0C5F}"/>
              </a:ext>
            </a:extLst>
          </p:cNvPr>
          <p:cNvCxnSpPr>
            <a:cxnSpLocks/>
          </p:cNvCxnSpPr>
          <p:nvPr/>
        </p:nvCxnSpPr>
        <p:spPr>
          <a:xfrm flipV="1">
            <a:off x="3890010" y="2801354"/>
            <a:ext cx="4447929" cy="1015885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5" name="Grafik 24">
            <a:extLst>
              <a:ext uri="{FF2B5EF4-FFF2-40B4-BE49-F238E27FC236}">
                <a16:creationId xmlns:a16="http://schemas.microsoft.com/office/drawing/2014/main" id="{7A4B4F34-E848-C1A1-D285-2F37621FE1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3100" y="4308028"/>
            <a:ext cx="2895600" cy="10613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465479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5EBFEC-283B-A05B-DFBA-06C06AE73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Behavior – Similarities 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A45445-01F5-7643-C535-1FDEB7F30B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Printing and slicing behave the same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Setting values stays the same: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70D9CAC-9688-1378-8405-D78989AB33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3128" y="511847"/>
            <a:ext cx="1752286" cy="336978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0DF070C3-0FE9-6065-1C4A-40BF94AB25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881628"/>
            <a:ext cx="1970713" cy="21735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50739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9C69A-6A68-46AC-6FE0-9B760922B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1CF10E-EB22-F630-E867-0551222B6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Behavior – Similarities 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29866B-6C2B-D502-2EC9-AFA6A02532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Looping:</a:t>
            </a:r>
            <a:br>
              <a:rPr lang="en-US" dirty="0"/>
            </a:br>
            <a:r>
              <a:rPr lang="en-US" dirty="0"/>
              <a:t>Be warned: Looping is slow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97ACB50-E45E-5905-97C5-6E92555D05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9112" y="1629925"/>
            <a:ext cx="2212471" cy="42437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949174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3F324D-726B-4A88-05CC-66A15D74D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Behavior - Differences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DABA45C-7C80-4C69-E40B-6E5E24F41C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434584" cy="4972940"/>
          </a:xfrm>
        </p:spPr>
        <p:txBody>
          <a:bodyPr/>
          <a:lstStyle/>
          <a:p>
            <a:r>
              <a:rPr lang="en-US" dirty="0"/>
              <a:t>Adding lists: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Multiplying lists: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(Almost ?) All mathematical operators work element-wise!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Lists </a:t>
            </a:r>
            <a:r>
              <a:rPr lang="de-DE" dirty="0" err="1">
                <a:sym typeface="Wingdings" panose="05000000000000000000" pitchFamily="2" charset="2"/>
              </a:rPr>
              <a:t>need</a:t>
            </a:r>
            <a:r>
              <a:rPr lang="de-DE" dirty="0">
                <a:sym typeface="Wingdings" panose="05000000000000000000" pitchFamily="2" charset="2"/>
              </a:rPr>
              <a:t> same </a:t>
            </a:r>
            <a:r>
              <a:rPr lang="de-DE" dirty="0" err="1">
                <a:sym typeface="Wingdings" panose="05000000000000000000" pitchFamily="2" charset="2"/>
              </a:rPr>
              <a:t>shape</a:t>
            </a:r>
            <a:r>
              <a:rPr lang="de-DE" dirty="0">
                <a:sym typeface="Wingdings" panose="05000000000000000000" pitchFamily="2" charset="2"/>
              </a:rPr>
              <a:t>!</a:t>
            </a:r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F7BFF7C-02F0-AB34-B0C0-D379CAC036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3944" y="1347099"/>
            <a:ext cx="4248743" cy="16766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105CCAF-77AC-0F3E-8806-7CB18142AD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2423" y="3313632"/>
            <a:ext cx="6249272" cy="164805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2FB84D39-80A8-5CEC-B8EE-A53D08B3D9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0198" y="5212080"/>
            <a:ext cx="1935354" cy="137255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480316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4A491C-8BD4-528C-B770-24D12FEC0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Array Generation Functions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534C50-83F7-A1AC-AE3E-FC363E6F0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Arrays can be created by other means than passing a list</a:t>
            </a:r>
          </a:p>
          <a:p>
            <a:r>
              <a:rPr lang="en-US" dirty="0"/>
              <a:t>Direct ways: </a:t>
            </a:r>
          </a:p>
          <a:p>
            <a:pPr lvl="1"/>
            <a:r>
              <a:rPr lang="de-DE" dirty="0" err="1">
                <a:highlight>
                  <a:srgbClr val="C0C0C0"/>
                </a:highlight>
              </a:rPr>
              <a:t>np.arange</a:t>
            </a:r>
            <a:r>
              <a:rPr lang="de-DE" dirty="0">
                <a:highlight>
                  <a:srgbClr val="C0C0C0"/>
                </a:highlight>
              </a:rPr>
              <a:t>(</a:t>
            </a:r>
            <a:r>
              <a:rPr lang="de-DE" dirty="0" err="1">
                <a:highlight>
                  <a:srgbClr val="C0C0C0"/>
                </a:highlight>
              </a:rPr>
              <a:t>start</a:t>
            </a:r>
            <a:r>
              <a:rPr lang="de-DE" dirty="0">
                <a:highlight>
                  <a:srgbClr val="C0C0C0"/>
                </a:highlight>
              </a:rPr>
              <a:t>, </a:t>
            </a:r>
            <a:r>
              <a:rPr lang="de-DE" dirty="0" err="1">
                <a:highlight>
                  <a:srgbClr val="C0C0C0"/>
                </a:highlight>
              </a:rPr>
              <a:t>stop</a:t>
            </a:r>
            <a:r>
              <a:rPr lang="de-DE" dirty="0">
                <a:highlight>
                  <a:srgbClr val="C0C0C0"/>
                </a:highlight>
              </a:rPr>
              <a:t>, </a:t>
            </a:r>
            <a:r>
              <a:rPr lang="de-DE" dirty="0" err="1">
                <a:highlight>
                  <a:srgbClr val="C0C0C0"/>
                </a:highlight>
              </a:rPr>
              <a:t>step</a:t>
            </a:r>
            <a:r>
              <a:rPr lang="de-DE" dirty="0">
                <a:highlight>
                  <a:srgbClr val="C0C0C0"/>
                </a:highlight>
              </a:rPr>
              <a:t>)</a:t>
            </a:r>
            <a:r>
              <a:rPr lang="de-DE" dirty="0"/>
              <a:t>:  [</a:t>
            </a:r>
            <a:r>
              <a:rPr lang="de-DE" dirty="0" err="1"/>
              <a:t>start</a:t>
            </a:r>
            <a:r>
              <a:rPr lang="de-DE" dirty="0"/>
              <a:t>, </a:t>
            </a:r>
            <a:r>
              <a:rPr lang="de-DE" dirty="0" err="1"/>
              <a:t>start</a:t>
            </a:r>
            <a:r>
              <a:rPr lang="de-DE" dirty="0"/>
              <a:t> + </a:t>
            </a:r>
            <a:r>
              <a:rPr lang="de-DE" dirty="0" err="1"/>
              <a:t>step</a:t>
            </a:r>
            <a:r>
              <a:rPr lang="de-DE" dirty="0"/>
              <a:t>, </a:t>
            </a:r>
            <a:r>
              <a:rPr lang="de-DE" dirty="0" err="1"/>
              <a:t>start</a:t>
            </a:r>
            <a:r>
              <a:rPr lang="de-DE" dirty="0"/>
              <a:t> + 2* </a:t>
            </a:r>
            <a:r>
              <a:rPr lang="de-DE" dirty="0" err="1"/>
              <a:t>step</a:t>
            </a:r>
            <a:r>
              <a:rPr lang="de-DE" dirty="0"/>
              <a:t>, … ] </a:t>
            </a:r>
            <a:r>
              <a:rPr lang="de-DE" dirty="0" err="1"/>
              <a:t>until</a:t>
            </a:r>
            <a:r>
              <a:rPr lang="de-DE" dirty="0"/>
              <a:t>                    </a:t>
            </a:r>
            <a:r>
              <a:rPr lang="de-DE" dirty="0">
                <a:solidFill>
                  <a:schemeClr val="bg1"/>
                </a:solidFill>
              </a:rPr>
              <a:t>.</a:t>
            </a:r>
            <a:r>
              <a:rPr lang="de-DE" dirty="0"/>
              <a:t>                                                           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reach</a:t>
            </a:r>
            <a:r>
              <a:rPr lang="de-DE" dirty="0"/>
              <a:t> </a:t>
            </a:r>
            <a:r>
              <a:rPr lang="de-DE" dirty="0" err="1"/>
              <a:t>stop</a:t>
            </a:r>
            <a:r>
              <a:rPr lang="de-DE" dirty="0"/>
              <a:t> (</a:t>
            </a:r>
            <a:r>
              <a:rPr lang="de-DE" dirty="0" err="1"/>
              <a:t>excluding</a:t>
            </a:r>
            <a:r>
              <a:rPr lang="de-DE" dirty="0"/>
              <a:t>)</a:t>
            </a:r>
          </a:p>
          <a:p>
            <a:pPr lvl="1"/>
            <a:r>
              <a:rPr lang="de-DE" dirty="0" err="1">
                <a:highlight>
                  <a:srgbClr val="C0C0C0"/>
                </a:highlight>
              </a:rPr>
              <a:t>np.linspace</a:t>
            </a:r>
            <a:r>
              <a:rPr lang="de-DE" dirty="0">
                <a:highlight>
                  <a:srgbClr val="C0C0C0"/>
                </a:highlight>
              </a:rPr>
              <a:t>(</a:t>
            </a:r>
            <a:r>
              <a:rPr lang="de-DE" dirty="0" err="1">
                <a:highlight>
                  <a:srgbClr val="C0C0C0"/>
                </a:highlight>
              </a:rPr>
              <a:t>start</a:t>
            </a:r>
            <a:r>
              <a:rPr lang="de-DE" dirty="0">
                <a:highlight>
                  <a:srgbClr val="C0C0C0"/>
                </a:highlight>
              </a:rPr>
              <a:t>, </a:t>
            </a:r>
            <a:r>
              <a:rPr lang="de-DE" dirty="0" err="1">
                <a:highlight>
                  <a:srgbClr val="C0C0C0"/>
                </a:highlight>
              </a:rPr>
              <a:t>stop</a:t>
            </a:r>
            <a:r>
              <a:rPr lang="de-DE" dirty="0">
                <a:highlight>
                  <a:srgbClr val="C0C0C0"/>
                </a:highlight>
              </a:rPr>
              <a:t>, n)</a:t>
            </a:r>
            <a:r>
              <a:rPr lang="de-DE" dirty="0"/>
              <a:t>: Array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length</a:t>
            </a:r>
            <a:r>
              <a:rPr lang="de-DE" dirty="0"/>
              <a:t> n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start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stop</a:t>
            </a:r>
            <a:r>
              <a:rPr lang="de-DE" dirty="0"/>
              <a:t>, </a:t>
            </a:r>
            <a:r>
              <a:rPr lang="de-DE" dirty="0" err="1"/>
              <a:t>equally</a:t>
            </a:r>
            <a:r>
              <a:rPr lang="de-DE" dirty="0"/>
              <a:t>         </a:t>
            </a:r>
            <a:r>
              <a:rPr lang="de-DE" dirty="0">
                <a:solidFill>
                  <a:schemeClr val="bg1"/>
                </a:solidFill>
              </a:rPr>
              <a:t>.</a:t>
            </a:r>
            <a:r>
              <a:rPr lang="de-DE" dirty="0"/>
              <a:t>                                                        </a:t>
            </a:r>
            <a:r>
              <a:rPr lang="de-DE" dirty="0" err="1"/>
              <a:t>Spaced</a:t>
            </a:r>
            <a:endParaRPr lang="de-DE" dirty="0"/>
          </a:p>
          <a:p>
            <a:pPr lvl="1"/>
            <a:r>
              <a:rPr lang="de-DE" dirty="0" err="1">
                <a:highlight>
                  <a:srgbClr val="C0C0C0"/>
                </a:highlight>
              </a:rPr>
              <a:t>np.zeros</a:t>
            </a:r>
            <a:r>
              <a:rPr lang="de-DE" dirty="0">
                <a:highlight>
                  <a:srgbClr val="C0C0C0"/>
                </a:highlight>
              </a:rPr>
              <a:t>(n)</a:t>
            </a:r>
            <a:r>
              <a:rPr lang="de-DE" dirty="0"/>
              <a:t> / </a:t>
            </a:r>
            <a:r>
              <a:rPr lang="de-DE" dirty="0" err="1">
                <a:highlight>
                  <a:srgbClr val="C0C0C0"/>
                </a:highlight>
              </a:rPr>
              <a:t>np.ones</a:t>
            </a:r>
            <a:r>
              <a:rPr lang="de-DE" dirty="0">
                <a:highlight>
                  <a:srgbClr val="C0C0C0"/>
                </a:highlight>
              </a:rPr>
              <a:t>(n)</a:t>
            </a:r>
            <a:r>
              <a:rPr lang="de-DE" dirty="0"/>
              <a:t>: Array </a:t>
            </a:r>
            <a:r>
              <a:rPr lang="de-DE" dirty="0" err="1"/>
              <a:t>filled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0 / 1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length</a:t>
            </a:r>
            <a:r>
              <a:rPr lang="de-DE" dirty="0"/>
              <a:t> n.</a:t>
            </a:r>
            <a:br>
              <a:rPr lang="de-DE" dirty="0"/>
            </a:br>
            <a:endParaRPr lang="de-DE" dirty="0"/>
          </a:p>
          <a:p>
            <a:pPr lvl="1"/>
            <a:r>
              <a:rPr lang="de-DE" dirty="0" err="1">
                <a:highlight>
                  <a:srgbClr val="C0C0C0"/>
                </a:highlight>
              </a:rPr>
              <a:t>np.full</a:t>
            </a:r>
            <a:r>
              <a:rPr lang="de-DE" dirty="0">
                <a:highlight>
                  <a:srgbClr val="C0C0C0"/>
                </a:highlight>
              </a:rPr>
              <a:t>(n, </a:t>
            </a:r>
            <a:r>
              <a:rPr lang="de-DE" dirty="0" err="1">
                <a:highlight>
                  <a:srgbClr val="C0C0C0"/>
                </a:highlight>
              </a:rPr>
              <a:t>what</a:t>
            </a:r>
            <a:r>
              <a:rPr lang="de-DE" dirty="0">
                <a:highlight>
                  <a:srgbClr val="C0C0C0"/>
                </a:highlight>
              </a:rPr>
              <a:t>)</a:t>
            </a:r>
            <a:r>
              <a:rPr lang="de-DE" dirty="0"/>
              <a:t>: Array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length</a:t>
            </a:r>
            <a:r>
              <a:rPr lang="de-DE" dirty="0"/>
              <a:t> n, </a:t>
            </a:r>
            <a:r>
              <a:rPr lang="de-DE" dirty="0" err="1"/>
              <a:t>filled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„</a:t>
            </a:r>
            <a:r>
              <a:rPr lang="de-DE" dirty="0" err="1"/>
              <a:t>what</a:t>
            </a:r>
            <a:r>
              <a:rPr lang="de-DE" dirty="0"/>
              <a:t>“</a:t>
            </a:r>
          </a:p>
        </p:txBody>
      </p:sp>
    </p:spTree>
    <p:extLst>
      <p:ext uri="{BB962C8B-B14F-4D97-AF65-F5344CB8AC3E}">
        <p14:creationId xmlns:p14="http://schemas.microsoft.com/office/powerpoint/2010/main" val="2146985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64A0F1-7BC6-1BD9-7CBF-4AC55674D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784948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Good Luck with your Tasks </a:t>
            </a:r>
            <a:r>
              <a:rPr lang="en-US" dirty="0">
                <a:sym typeface="Wingdings" panose="05000000000000000000" pitchFamily="2" charset="2"/>
              </a:rPr>
              <a:t> </a:t>
            </a: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592982AF-81D7-82EF-C090-9E24668A188C}"/>
              </a:ext>
            </a:extLst>
          </p:cNvPr>
          <p:cNvSpPr txBox="1"/>
          <p:nvPr/>
        </p:nvSpPr>
        <p:spPr>
          <a:xfrm>
            <a:off x="4275949" y="6271253"/>
            <a:ext cx="55356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[</a:t>
            </a:r>
            <a:r>
              <a:rPr lang="en-GB" sz="1200" dirty="0">
                <a:solidFill>
                  <a:schemeClr val="bg2">
                    <a:lumMod val="75000"/>
                  </a:schemeClr>
                </a:solidFill>
              </a:rPr>
              <a:t>https://www.reddit.com/r/ProgrammerHumor/comments/g6z7qm/no_problem/</a:t>
            </a:r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]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78666D3-1951-5A99-FEDF-592E41728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6058" y="2435345"/>
            <a:ext cx="2839881" cy="3835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807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351</Words>
  <Application>Microsoft Office PowerPoint</Application>
  <PresentationFormat>Widescreen</PresentationFormat>
  <Paragraphs>50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Wingdings</vt:lpstr>
      <vt:lpstr>Office</vt:lpstr>
      <vt:lpstr>Python Course for Physicists (And everyone else!)  Chunk 8: 1D Numpy Arrays</vt:lpstr>
      <vt:lpstr>Numpy: Numerical Python;  Lists but much better</vt:lpstr>
      <vt:lpstr>Live Coding: Creating Arrays</vt:lpstr>
      <vt:lpstr>Live Coding: Behavior – Similarities </vt:lpstr>
      <vt:lpstr>Live Coding: Behavior – Similarities </vt:lpstr>
      <vt:lpstr>Live Coding: Behavior - Differences</vt:lpstr>
      <vt:lpstr>Live Coding: Array Generation Functions</vt:lpstr>
      <vt:lpstr>Good Luck with your Tasks 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Bollig</dc:creator>
  <cp:lastModifiedBy>Erik Prenzel</cp:lastModifiedBy>
  <cp:revision>3</cp:revision>
  <dcterms:created xsi:type="dcterms:W3CDTF">2025-08-17T13:50:44Z</dcterms:created>
  <dcterms:modified xsi:type="dcterms:W3CDTF">2025-10-08T15:52:57Z</dcterms:modified>
</cp:coreProperties>
</file>