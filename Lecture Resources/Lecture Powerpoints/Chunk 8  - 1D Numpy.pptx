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3" r:id="rId5"/>
    <p:sldId id="275" r:id="rId6"/>
    <p:sldId id="274" r:id="rId7"/>
    <p:sldId id="276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4553A-6A2C-486D-B411-22D9376678FD}" v="123" dt="2025-10-08T16:38:37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528" y="8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8T16:38:37.454" v="3210"/>
      <pc:docMkLst>
        <pc:docMk/>
      </pc:docMkLst>
      <pc:sldChg chg="modSp mod">
        <pc:chgData name="Jonathan Bollig" userId="8b5d0afe-f106-45e0-8c3f-fd98fa124db1" providerId="ADAL" clId="{B2469FA9-EBD8-4834-A16D-CBF8EFC907DD}" dt="2025-10-07T00:02:27.634" v="3072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6:01:07.110" v="691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2:27.634" v="3072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delSp modSp add mod">
        <pc:chgData name="Jonathan Bollig" userId="8b5d0afe-f106-45e0-8c3f-fd98fa124db1" providerId="ADAL" clId="{B2469FA9-EBD8-4834-A16D-CBF8EFC907DD}" dt="2025-10-04T13:54:49.255" v="168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17:13.802" v="155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3:54:49.255" v="168"/>
          <ac:spMkLst>
            <pc:docMk/>
            <pc:sldMk cId="2138807736" sldId="267"/>
            <ac:spMk id="5" creationId="{592982AF-81D7-82EF-C090-9E24668A188C}"/>
          </ac:spMkLst>
        </pc:spChg>
        <pc:picChg chg="add mod">
          <ac:chgData name="Jonathan Bollig" userId="8b5d0afe-f106-45e0-8c3f-fd98fa124db1" providerId="ADAL" clId="{B2469FA9-EBD8-4834-A16D-CBF8EFC907DD}" dt="2025-10-04T13:54:40.946" v="165" actId="1076"/>
          <ac:picMkLst>
            <pc:docMk/>
            <pc:sldMk cId="2138807736" sldId="267"/>
            <ac:picMk id="7" creationId="{378666D3-1951-5A99-FEDF-592E41728810}"/>
          </ac:picMkLst>
        </pc:pic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addSp delSp modSp add del mod">
        <pc:chgData name="Jonathan Bollig" userId="8b5d0afe-f106-45e0-8c3f-fd98fa124db1" providerId="ADAL" clId="{B2469FA9-EBD8-4834-A16D-CBF8EFC907DD}" dt="2025-10-04T16:58:10.795" v="2273" actId="47"/>
        <pc:sldMkLst>
          <pc:docMk/>
          <pc:sldMk cId="2113368255" sldId="269"/>
        </pc:sldMkLst>
      </pc:sldChg>
      <pc:sldChg chg="addSp modSp new mod">
        <pc:chgData name="Jonathan Bollig" userId="8b5d0afe-f106-45e0-8c3f-fd98fa124db1" providerId="ADAL" clId="{B2469FA9-EBD8-4834-A16D-CBF8EFC907DD}" dt="2025-10-04T15:58:44.305" v="683" actId="20577"/>
        <pc:sldMkLst>
          <pc:docMk/>
          <pc:sldMk cId="3987102234" sldId="270"/>
        </pc:sldMkLst>
        <pc:spChg chg="mod">
          <ac:chgData name="Jonathan Bollig" userId="8b5d0afe-f106-45e0-8c3f-fd98fa124db1" providerId="ADAL" clId="{B2469FA9-EBD8-4834-A16D-CBF8EFC907DD}" dt="2025-10-04T15:15:35.329" v="246" actId="20577"/>
          <ac:spMkLst>
            <pc:docMk/>
            <pc:sldMk cId="3987102234" sldId="270"/>
            <ac:spMk id="2" creationId="{5A0CCCF4-F37F-A494-2CFF-F25AD7DD1257}"/>
          </ac:spMkLst>
        </pc:spChg>
        <pc:spChg chg="mod">
          <ac:chgData name="Jonathan Bollig" userId="8b5d0afe-f106-45e0-8c3f-fd98fa124db1" providerId="ADAL" clId="{B2469FA9-EBD8-4834-A16D-CBF8EFC907DD}" dt="2025-10-04T15:58:44.305" v="683" actId="20577"/>
          <ac:spMkLst>
            <pc:docMk/>
            <pc:sldMk cId="3987102234" sldId="270"/>
            <ac:spMk id="3" creationId="{E85B7DD3-09B5-A32D-634C-4FAC8382ABCD}"/>
          </ac:spMkLst>
        </pc:spChg>
        <pc:spChg chg="add mod">
          <ac:chgData name="Jonathan Bollig" userId="8b5d0afe-f106-45e0-8c3f-fd98fa124db1" providerId="ADAL" clId="{B2469FA9-EBD8-4834-A16D-CBF8EFC907DD}" dt="2025-10-04T15:58:25.324" v="640" actId="14100"/>
          <ac:spMkLst>
            <pc:docMk/>
            <pc:sldMk cId="3987102234" sldId="270"/>
            <ac:spMk id="8" creationId="{0ED98E35-9671-8ACE-6F97-4DE6515105D8}"/>
          </ac:spMkLst>
        </pc:spChg>
        <pc:spChg chg="add mod">
          <ac:chgData name="Jonathan Bollig" userId="8b5d0afe-f106-45e0-8c3f-fd98fa124db1" providerId="ADAL" clId="{B2469FA9-EBD8-4834-A16D-CBF8EFC907DD}" dt="2025-10-04T15:58:32.892" v="643" actId="14100"/>
          <ac:spMkLst>
            <pc:docMk/>
            <pc:sldMk cId="3987102234" sldId="270"/>
            <ac:spMk id="9" creationId="{70855155-5061-D6A6-FFCB-C4569D5F2910}"/>
          </ac:spMkLst>
        </pc:spChg>
        <pc:picChg chg="add mod">
          <ac:chgData name="Jonathan Bollig" userId="8b5d0afe-f106-45e0-8c3f-fd98fa124db1" providerId="ADAL" clId="{B2469FA9-EBD8-4834-A16D-CBF8EFC907DD}" dt="2025-10-04T15:58:20.090" v="638" actId="1076"/>
          <ac:picMkLst>
            <pc:docMk/>
            <pc:sldMk cId="3987102234" sldId="270"/>
            <ac:picMk id="5" creationId="{BCF479C3-4F18-94BD-CCB3-4EBCB516EB24}"/>
          </ac:picMkLst>
        </pc:picChg>
        <pc:picChg chg="add mod">
          <ac:chgData name="Jonathan Bollig" userId="8b5d0afe-f106-45e0-8c3f-fd98fa124db1" providerId="ADAL" clId="{B2469FA9-EBD8-4834-A16D-CBF8EFC907DD}" dt="2025-10-04T15:57:38.491" v="583" actId="1076"/>
          <ac:picMkLst>
            <pc:docMk/>
            <pc:sldMk cId="3987102234" sldId="270"/>
            <ac:picMk id="7" creationId="{12D4B86E-D505-EEA7-6838-D97DCFE395C8}"/>
          </ac:picMkLst>
        </pc:picChg>
      </pc:sldChg>
      <pc:sldChg chg="addSp delSp modSp new mod modAnim">
        <pc:chgData name="Jonathan Bollig" userId="8b5d0afe-f106-45e0-8c3f-fd98fa124db1" providerId="ADAL" clId="{B2469FA9-EBD8-4834-A16D-CBF8EFC907DD}" dt="2025-10-08T16:35:40.320" v="3193"/>
        <pc:sldMkLst>
          <pc:docMk/>
          <pc:sldMk cId="3446547959" sldId="271"/>
        </pc:sldMkLst>
        <pc:spChg chg="mod">
          <ac:chgData name="Jonathan Bollig" userId="8b5d0afe-f106-45e0-8c3f-fd98fa124db1" providerId="ADAL" clId="{B2469FA9-EBD8-4834-A16D-CBF8EFC907DD}" dt="2025-10-04T16:02:27.728" v="734" actId="20577"/>
          <ac:spMkLst>
            <pc:docMk/>
            <pc:sldMk cId="3446547959" sldId="271"/>
            <ac:spMk id="2" creationId="{3F033077-CB02-4EAC-C09E-0F100B006F2F}"/>
          </ac:spMkLst>
        </pc:spChg>
        <pc:spChg chg="mod">
          <ac:chgData name="Jonathan Bollig" userId="8b5d0afe-f106-45e0-8c3f-fd98fa124db1" providerId="ADAL" clId="{B2469FA9-EBD8-4834-A16D-CBF8EFC907DD}" dt="2025-10-08T16:35:01.029" v="3186" actId="20577"/>
          <ac:spMkLst>
            <pc:docMk/>
            <pc:sldMk cId="3446547959" sldId="271"/>
            <ac:spMk id="3" creationId="{CF40574E-B21C-1952-69CE-C4EC21560817}"/>
          </ac:spMkLst>
        </pc:spChg>
        <pc:spChg chg="add mod">
          <ac:chgData name="Jonathan Bollig" userId="8b5d0afe-f106-45e0-8c3f-fd98fa124db1" providerId="ADAL" clId="{B2469FA9-EBD8-4834-A16D-CBF8EFC907DD}" dt="2025-10-04T16:27:33.033" v="1615" actId="1076"/>
          <ac:spMkLst>
            <pc:docMk/>
            <pc:sldMk cId="3446547959" sldId="271"/>
            <ac:spMk id="6" creationId="{CAF2D3D8-ADED-7DE1-AAB1-7E6D40505393}"/>
          </ac:spMkLst>
        </pc:spChg>
        <pc:picChg chg="add mod">
          <ac:chgData name="Jonathan Bollig" userId="8b5d0afe-f106-45e0-8c3f-fd98fa124db1" providerId="ADAL" clId="{B2469FA9-EBD8-4834-A16D-CBF8EFC907DD}" dt="2025-10-04T16:34:15.598" v="1832" actId="14100"/>
          <ac:picMkLst>
            <pc:docMk/>
            <pc:sldMk cId="3446547959" sldId="271"/>
            <ac:picMk id="18" creationId="{EA368B0B-1298-96DA-BDAC-15C61AD1DBAB}"/>
          </ac:picMkLst>
        </pc:picChg>
        <pc:picChg chg="add mod">
          <ac:chgData name="Jonathan Bollig" userId="8b5d0afe-f106-45e0-8c3f-fd98fa124db1" providerId="ADAL" clId="{B2469FA9-EBD8-4834-A16D-CBF8EFC907DD}" dt="2025-10-04T16:34:25.578" v="1835" actId="1076"/>
          <ac:picMkLst>
            <pc:docMk/>
            <pc:sldMk cId="3446547959" sldId="271"/>
            <ac:picMk id="25" creationId="{7A4B4F34-E848-C1A1-D285-2F37621FE131}"/>
          </ac:picMkLst>
        </pc:picChg>
        <pc:cxnChg chg="add mod">
          <ac:chgData name="Jonathan Bollig" userId="8b5d0afe-f106-45e0-8c3f-fd98fa124db1" providerId="ADAL" clId="{B2469FA9-EBD8-4834-A16D-CBF8EFC907DD}" dt="2025-10-04T16:27:33.033" v="1615" actId="1076"/>
          <ac:cxnSpMkLst>
            <pc:docMk/>
            <pc:sldMk cId="3446547959" sldId="271"/>
            <ac:cxnSpMk id="7" creationId="{8812672A-4492-2748-6E5F-A1EAF3545254}"/>
          </ac:cxnSpMkLst>
        </pc:cxnChg>
        <pc:cxnChg chg="add mod">
          <ac:chgData name="Jonathan Bollig" userId="8b5d0afe-f106-45e0-8c3f-fd98fa124db1" providerId="ADAL" clId="{B2469FA9-EBD8-4834-A16D-CBF8EFC907DD}" dt="2025-10-04T16:34:18.170" v="1833" actId="14100"/>
          <ac:cxnSpMkLst>
            <pc:docMk/>
            <pc:sldMk cId="3446547959" sldId="271"/>
            <ac:cxnSpMk id="19" creationId="{F3172E88-5462-7242-7EEE-4E0B815CD187}"/>
          </ac:cxnSpMkLst>
        </pc:cxnChg>
        <pc:cxnChg chg="add mod">
          <ac:chgData name="Jonathan Bollig" userId="8b5d0afe-f106-45e0-8c3f-fd98fa124db1" providerId="ADAL" clId="{B2469FA9-EBD8-4834-A16D-CBF8EFC907DD}" dt="2025-10-04T16:34:21.345" v="1834" actId="14100"/>
          <ac:cxnSpMkLst>
            <pc:docMk/>
            <pc:sldMk cId="3446547959" sldId="271"/>
            <ac:cxnSpMk id="22" creationId="{D1198612-2A16-AE1A-5156-1A60E65D0C5F}"/>
          </ac:cxnSpMkLst>
        </pc:cxnChg>
      </pc:sldChg>
      <pc:sldChg chg="addSp delSp modSp new del mod">
        <pc:chgData name="Jonathan Bollig" userId="8b5d0afe-f106-45e0-8c3f-fd98fa124db1" providerId="ADAL" clId="{B2469FA9-EBD8-4834-A16D-CBF8EFC907DD}" dt="2025-10-04T16:51:09.544" v="2137" actId="47"/>
        <pc:sldMkLst>
          <pc:docMk/>
          <pc:sldMk cId="4143755219" sldId="272"/>
        </pc:sldMkLst>
      </pc:sldChg>
      <pc:sldChg chg="addSp delSp modSp new mod modAnim">
        <pc:chgData name="Jonathan Bollig" userId="8b5d0afe-f106-45e0-8c3f-fd98fa124db1" providerId="ADAL" clId="{B2469FA9-EBD8-4834-A16D-CBF8EFC907DD}" dt="2025-10-08T16:36:48.325" v="3201"/>
        <pc:sldMkLst>
          <pc:docMk/>
          <pc:sldMk cId="3250739031" sldId="273"/>
        </pc:sldMkLst>
        <pc:spChg chg="mod">
          <ac:chgData name="Jonathan Bollig" userId="8b5d0afe-f106-45e0-8c3f-fd98fa124db1" providerId="ADAL" clId="{B2469FA9-EBD8-4834-A16D-CBF8EFC907DD}" dt="2025-10-04T16:30:19.394" v="1688" actId="313"/>
          <ac:spMkLst>
            <pc:docMk/>
            <pc:sldMk cId="3250739031" sldId="273"/>
            <ac:spMk id="2" creationId="{CA5EBFEC-283B-A05B-DFBA-06C06AE73486}"/>
          </ac:spMkLst>
        </pc:spChg>
        <pc:spChg chg="add del mod">
          <ac:chgData name="Jonathan Bollig" userId="8b5d0afe-f106-45e0-8c3f-fd98fa124db1" providerId="ADAL" clId="{B2469FA9-EBD8-4834-A16D-CBF8EFC907DD}" dt="2025-10-04T16:43:23.143" v="1972" actId="20577"/>
          <ac:spMkLst>
            <pc:docMk/>
            <pc:sldMk cId="3250739031" sldId="273"/>
            <ac:spMk id="3" creationId="{FFA45445-01F5-7643-C535-1FDEB7F30B50}"/>
          </ac:spMkLst>
        </pc:spChg>
        <pc:picChg chg="add mod">
          <ac:chgData name="Jonathan Bollig" userId="8b5d0afe-f106-45e0-8c3f-fd98fa124db1" providerId="ADAL" clId="{B2469FA9-EBD8-4834-A16D-CBF8EFC907DD}" dt="2025-10-04T16:45:00.011" v="1986" actId="14100"/>
          <ac:picMkLst>
            <pc:docMk/>
            <pc:sldMk cId="3250739031" sldId="273"/>
            <ac:picMk id="7" creationId="{C70D9CAC-9688-1378-8405-D78989AB3363}"/>
          </ac:picMkLst>
        </pc:picChg>
        <pc:picChg chg="add mod">
          <ac:chgData name="Jonathan Bollig" userId="8b5d0afe-f106-45e0-8c3f-fd98fa124db1" providerId="ADAL" clId="{B2469FA9-EBD8-4834-A16D-CBF8EFC907DD}" dt="2025-10-04T16:45:02.511" v="1988" actId="1076"/>
          <ac:picMkLst>
            <pc:docMk/>
            <pc:sldMk cId="3250739031" sldId="273"/>
            <ac:picMk id="9" creationId="{0DF070C3-0FE9-6065-1C4A-40BF94AB256F}"/>
          </ac:picMkLst>
        </pc:picChg>
      </pc:sldChg>
      <pc:sldChg chg="addSp modSp new mod modAnim">
        <pc:chgData name="Jonathan Bollig" userId="8b5d0afe-f106-45e0-8c3f-fd98fa124db1" providerId="ADAL" clId="{B2469FA9-EBD8-4834-A16D-CBF8EFC907DD}" dt="2025-10-08T16:38:37.454" v="3210"/>
        <pc:sldMkLst>
          <pc:docMk/>
          <pc:sldMk cId="3648031623" sldId="274"/>
        </pc:sldMkLst>
        <pc:spChg chg="mod">
          <ac:chgData name="Jonathan Bollig" userId="8b5d0afe-f106-45e0-8c3f-fd98fa124db1" providerId="ADAL" clId="{B2469FA9-EBD8-4834-A16D-CBF8EFC907DD}" dt="2025-10-04T16:45:58.752" v="2030" actId="20577"/>
          <ac:spMkLst>
            <pc:docMk/>
            <pc:sldMk cId="3648031623" sldId="274"/>
            <ac:spMk id="2" creationId="{113F324D-726B-4A88-05CC-66A15D74D878}"/>
          </ac:spMkLst>
        </pc:spChg>
        <pc:spChg chg="mod">
          <ac:chgData name="Jonathan Bollig" userId="8b5d0afe-f106-45e0-8c3f-fd98fa124db1" providerId="ADAL" clId="{B2469FA9-EBD8-4834-A16D-CBF8EFC907DD}" dt="2025-10-05T11:05:25.077" v="3070" actId="20577"/>
          <ac:spMkLst>
            <pc:docMk/>
            <pc:sldMk cId="3648031623" sldId="274"/>
            <ac:spMk id="3" creationId="{1DABA45C-7C80-4C69-E40B-6E5E24F41CDF}"/>
          </ac:spMkLst>
        </pc:spChg>
        <pc:picChg chg="add mod">
          <ac:chgData name="Jonathan Bollig" userId="8b5d0afe-f106-45e0-8c3f-fd98fa124db1" providerId="ADAL" clId="{B2469FA9-EBD8-4834-A16D-CBF8EFC907DD}" dt="2025-10-04T16:48:21.918" v="2046" actId="1440"/>
          <ac:picMkLst>
            <pc:docMk/>
            <pc:sldMk cId="3648031623" sldId="274"/>
            <ac:picMk id="5" creationId="{0F7BFF7C-02F0-AB34-B0C0-D379CAC036FD}"/>
          </ac:picMkLst>
        </pc:picChg>
        <pc:picChg chg="add mod">
          <ac:chgData name="Jonathan Bollig" userId="8b5d0afe-f106-45e0-8c3f-fd98fa124db1" providerId="ADAL" clId="{B2469FA9-EBD8-4834-A16D-CBF8EFC907DD}" dt="2025-10-04T16:52:07.089" v="2140" actId="1076"/>
          <ac:picMkLst>
            <pc:docMk/>
            <pc:sldMk cId="3648031623" sldId="274"/>
            <ac:picMk id="7" creationId="{8105CCAF-77AC-0F3E-8806-7CB18142AD72}"/>
          </ac:picMkLst>
        </pc:picChg>
        <pc:picChg chg="add mod">
          <ac:chgData name="Jonathan Bollig" userId="8b5d0afe-f106-45e0-8c3f-fd98fa124db1" providerId="ADAL" clId="{B2469FA9-EBD8-4834-A16D-CBF8EFC907DD}" dt="2025-10-04T16:52:20.668" v="2145" actId="1440"/>
          <ac:picMkLst>
            <pc:docMk/>
            <pc:sldMk cId="3648031623" sldId="274"/>
            <ac:picMk id="9" creationId="{2FB84D39-80A8-5CEC-B8EE-A53D08B3D9D8}"/>
          </ac:picMkLst>
        </pc:picChg>
      </pc:sldChg>
      <pc:sldChg chg="addSp delSp modSp add mod">
        <pc:chgData name="Jonathan Bollig" userId="8b5d0afe-f106-45e0-8c3f-fd98fa124db1" providerId="ADAL" clId="{B2469FA9-EBD8-4834-A16D-CBF8EFC907DD}" dt="2025-10-04T16:54:57.546" v="2206" actId="1076"/>
        <pc:sldMkLst>
          <pc:docMk/>
          <pc:sldMk cId="794917453" sldId="275"/>
        </pc:sldMkLst>
        <pc:spChg chg="mod">
          <ac:chgData name="Jonathan Bollig" userId="8b5d0afe-f106-45e0-8c3f-fd98fa124db1" providerId="ADAL" clId="{B2469FA9-EBD8-4834-A16D-CBF8EFC907DD}" dt="2025-10-04T16:54:52.096" v="2204" actId="20577"/>
          <ac:spMkLst>
            <pc:docMk/>
            <pc:sldMk cId="794917453" sldId="275"/>
            <ac:spMk id="3" creationId="{AB29866B-6C2B-D502-2EC9-AFA6A0253299}"/>
          </ac:spMkLst>
        </pc:spChg>
        <pc:picChg chg="add mod">
          <ac:chgData name="Jonathan Bollig" userId="8b5d0afe-f106-45e0-8c3f-fd98fa124db1" providerId="ADAL" clId="{B2469FA9-EBD8-4834-A16D-CBF8EFC907DD}" dt="2025-10-04T16:54:57.546" v="2206" actId="1076"/>
          <ac:picMkLst>
            <pc:docMk/>
            <pc:sldMk cId="794917453" sldId="275"/>
            <ac:picMk id="5" creationId="{C97ACB50-E45E-5905-97C5-6E92555D0540}"/>
          </ac:picMkLst>
        </pc:picChg>
      </pc:sldChg>
      <pc:sldChg chg="modSp new del mod">
        <pc:chgData name="Jonathan Bollig" userId="8b5d0afe-f106-45e0-8c3f-fd98fa124db1" providerId="ADAL" clId="{B2469FA9-EBD8-4834-A16D-CBF8EFC907DD}" dt="2025-10-04T16:58:09.089" v="2272" actId="47"/>
        <pc:sldMkLst>
          <pc:docMk/>
          <pc:sldMk cId="128840227" sldId="276"/>
        </pc:sldMkLst>
      </pc:sldChg>
      <pc:sldChg chg="modSp new mod">
        <pc:chgData name="Jonathan Bollig" userId="8b5d0afe-f106-45e0-8c3f-fd98fa124db1" providerId="ADAL" clId="{B2469FA9-EBD8-4834-A16D-CBF8EFC907DD}" dt="2025-10-07T16:25:25.139" v="3087" actId="20577"/>
        <pc:sldMkLst>
          <pc:docMk/>
          <pc:sldMk cId="2146985610" sldId="276"/>
        </pc:sldMkLst>
        <pc:spChg chg="mod">
          <ac:chgData name="Jonathan Bollig" userId="8b5d0afe-f106-45e0-8c3f-fd98fa124db1" providerId="ADAL" clId="{B2469FA9-EBD8-4834-A16D-CBF8EFC907DD}" dt="2025-10-07T16:25:25.139" v="3087" actId="20577"/>
          <ac:spMkLst>
            <pc:docMk/>
            <pc:sldMk cId="2146985610" sldId="276"/>
            <ac:spMk id="2" creationId="{F64A491C-8BD4-528C-B770-24D12FEC0779}"/>
          </ac:spMkLst>
        </pc:spChg>
        <pc:spChg chg="mod">
          <ac:chgData name="Jonathan Bollig" userId="8b5d0afe-f106-45e0-8c3f-fd98fa124db1" providerId="ADAL" clId="{B2469FA9-EBD8-4834-A16D-CBF8EFC907DD}" dt="2025-10-05T11:01:54.276" v="3018" actId="20577"/>
          <ac:spMkLst>
            <pc:docMk/>
            <pc:sldMk cId="2146985610" sldId="276"/>
            <ac:spMk id="3" creationId="{17534C50-83F7-A1AC-AE3E-FC363E6F0C3E}"/>
          </ac:spMkLst>
        </pc:sp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67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173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dirty="0"/>
            </a:br>
            <a:br>
              <a:rPr lang="en-US" noProof="0" dirty="0"/>
            </a:br>
            <a:r>
              <a:rPr lang="en-US" b="1" noProof="0" dirty="0"/>
              <a:t>Chunk </a:t>
            </a:r>
            <a:r>
              <a:rPr lang="en-US" b="1" dirty="0"/>
              <a:t>8</a:t>
            </a:r>
            <a:r>
              <a:rPr lang="en-US" b="1" noProof="0" dirty="0"/>
              <a:t>: 1D </a:t>
            </a:r>
            <a:r>
              <a:rPr lang="en-US" b="1" noProof="0" dirty="0" err="1"/>
              <a:t>Numpy</a:t>
            </a:r>
            <a:r>
              <a:rPr lang="en-US" b="1" noProof="0" dirty="0"/>
              <a:t> Arrays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0610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09.10.2025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CCCF4-F37F-A494-2CFF-F25AD7DD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: Numerical Python;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Lists but much better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B7DD3-09B5-A32D-634C-4FAC8382A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221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Problem: loops and lists are “slow”: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Example: square 100 000 000 numbers and sum them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28 seconds </a:t>
            </a:r>
            <a:endParaRPr lang="en-US" dirty="0"/>
          </a:p>
          <a:p>
            <a:endParaRPr lang="en-US" dirty="0"/>
          </a:p>
          <a:p>
            <a:r>
              <a:rPr lang="en-US" dirty="0"/>
              <a:t>Solution: Using C-code in python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0.5 seconds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Numpy</a:t>
            </a:r>
            <a:r>
              <a:rPr lang="en-US" dirty="0">
                <a:sym typeface="Wingdings" panose="05000000000000000000" pitchFamily="2" charset="2"/>
              </a:rPr>
              <a:t> is typically 10 – 100 x faster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Bonus: Cleaner, easier to read code</a:t>
            </a:r>
            <a:endParaRPr lang="en-US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F479C3-4F18-94BD-CCB3-4EBCB516E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437" y="1091818"/>
            <a:ext cx="3625459" cy="254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2D4B86E-D505-EEA7-6838-D97DCFE39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730" y="3914587"/>
            <a:ext cx="4445166" cy="1896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0ED98E35-9671-8ACE-6F97-4DE6515105D8}"/>
              </a:ext>
            </a:extLst>
          </p:cNvPr>
          <p:cNvSpPr/>
          <p:nvPr/>
        </p:nvSpPr>
        <p:spPr>
          <a:xfrm>
            <a:off x="8115436" y="1909446"/>
            <a:ext cx="3053959" cy="88404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0855155-5061-D6A6-FFCB-C4569D5F2910}"/>
              </a:ext>
            </a:extLst>
          </p:cNvPr>
          <p:cNvSpPr/>
          <p:nvPr/>
        </p:nvSpPr>
        <p:spPr>
          <a:xfrm>
            <a:off x="7396223" y="4494275"/>
            <a:ext cx="3439417" cy="26700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8710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33077-CB02-4EAC-C09E-0F100B00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Creating Arrays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40574E-B21C-1952-69CE-C4EC2156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787"/>
          </a:xfrm>
        </p:spPr>
        <p:txBody>
          <a:bodyPr/>
          <a:lstStyle/>
          <a:p>
            <a:r>
              <a:rPr lang="en-US" dirty="0"/>
              <a:t>1. Step: </a:t>
            </a:r>
            <a:r>
              <a:rPr lang="en-US" dirty="0">
                <a:highlight>
                  <a:srgbClr val="C0C0C0"/>
                </a:highlight>
              </a:rPr>
              <a:t>import </a:t>
            </a:r>
            <a:r>
              <a:rPr lang="en-US" dirty="0" err="1">
                <a:highlight>
                  <a:srgbClr val="C0C0C0"/>
                </a:highlight>
              </a:rPr>
              <a:t>numpy</a:t>
            </a:r>
            <a:r>
              <a:rPr lang="en-US" dirty="0">
                <a:highlight>
                  <a:srgbClr val="C0C0C0"/>
                </a:highlight>
              </a:rPr>
              <a:t> as np</a:t>
            </a:r>
          </a:p>
          <a:p>
            <a:r>
              <a:rPr lang="en-US" dirty="0"/>
              <a:t>Converting “list </a:t>
            </a:r>
            <a:r>
              <a:rPr lang="en-US" dirty="0">
                <a:sym typeface="Wingdings" panose="05000000000000000000" pitchFamily="2" charset="2"/>
              </a:rPr>
              <a:t> array”: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highlight>
                  <a:srgbClr val="C0C0C0"/>
                </a:highlight>
              </a:rPr>
              <a:t>np.array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:</a:t>
            </a:r>
          </a:p>
          <a:p>
            <a:r>
              <a:rPr lang="en-US" dirty="0"/>
              <a:t>Converting “array </a:t>
            </a:r>
            <a:r>
              <a:rPr lang="en-US" dirty="0">
                <a:sym typeface="Wingdings" panose="05000000000000000000" pitchFamily="2" charset="2"/>
              </a:rPr>
              <a:t> list”: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highlight>
                  <a:srgbClr val="C0C0C0"/>
                </a:highlight>
                <a:sym typeface="Wingdings" panose="05000000000000000000" pitchFamily="2" charset="2"/>
              </a:rPr>
              <a:t>array</a:t>
            </a:r>
            <a:r>
              <a:rPr lang="en-US" dirty="0" err="1">
                <a:highlight>
                  <a:srgbClr val="C0C0C0"/>
                </a:highlight>
              </a:rPr>
              <a:t>.tolist</a:t>
            </a:r>
            <a:r>
              <a:rPr lang="en-US" dirty="0">
                <a:highlight>
                  <a:srgbClr val="C0C0C0"/>
                </a:highlight>
              </a:rPr>
              <a:t>() 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US" dirty="0"/>
          </a:p>
          <a:p>
            <a:r>
              <a:rPr lang="en-US" dirty="0"/>
              <a:t>Careful! Only one data type: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Nested lists: Possible, but covered in Chunk “2D </a:t>
            </a:r>
            <a:r>
              <a:rPr lang="en-US" dirty="0" err="1"/>
              <a:t>numpy</a:t>
            </a:r>
            <a:r>
              <a:rPr lang="en-US" dirty="0"/>
              <a:t> arrays”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AF2D3D8-ADED-7DE1-AAB1-7E6D40505393}"/>
              </a:ext>
            </a:extLst>
          </p:cNvPr>
          <p:cNvSpPr/>
          <p:nvPr/>
        </p:nvSpPr>
        <p:spPr>
          <a:xfrm>
            <a:off x="5766816" y="1431898"/>
            <a:ext cx="1434084" cy="29467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Convention!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812672A-4492-2748-6E5F-A1EAF354525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93792" y="1579234"/>
            <a:ext cx="573024" cy="34253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EA368B0B-1298-96DA-BDAC-15C61AD1D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939" y="1282834"/>
            <a:ext cx="2580615" cy="26236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3172E88-5462-7242-7EEE-4E0B815CD187}"/>
              </a:ext>
            </a:extLst>
          </p:cNvPr>
          <p:cNvCxnSpPr>
            <a:cxnSpLocks/>
          </p:cNvCxnSpPr>
          <p:nvPr/>
        </p:nvCxnSpPr>
        <p:spPr>
          <a:xfrm flipV="1">
            <a:off x="3550158" y="2399786"/>
            <a:ext cx="4787781" cy="52896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1198612-2A16-AE1A-5156-1A60E65D0C5F}"/>
              </a:ext>
            </a:extLst>
          </p:cNvPr>
          <p:cNvCxnSpPr>
            <a:cxnSpLocks/>
          </p:cNvCxnSpPr>
          <p:nvPr/>
        </p:nvCxnSpPr>
        <p:spPr>
          <a:xfrm flipV="1">
            <a:off x="3890010" y="2801354"/>
            <a:ext cx="4447929" cy="10158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" name="Grafik 24">
            <a:extLst>
              <a:ext uri="{FF2B5EF4-FFF2-40B4-BE49-F238E27FC236}">
                <a16:creationId xmlns:a16="http://schemas.microsoft.com/office/drawing/2014/main" id="{7A4B4F34-E848-C1A1-D285-2F37621F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4308028"/>
            <a:ext cx="2895600" cy="1061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654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EBFEC-283B-A05B-DFBA-06C06AE7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Behavior – Similarities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A45445-01F5-7643-C535-1FDEB7F3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Printing and slicing behave the same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Setting values stays the same: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70D9CAC-9688-1378-8405-D78989AB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128" y="511847"/>
            <a:ext cx="1752286" cy="3369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DF070C3-0FE9-6065-1C4A-40BF94AB2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81628"/>
            <a:ext cx="1970713" cy="217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073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C69A-6A68-46AC-6FE0-9B760922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CF10E-EB22-F630-E867-0551222B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Behavior – Similarities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29866B-6C2B-D502-2EC9-AFA6A025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Looping:</a:t>
            </a:r>
            <a:br>
              <a:rPr lang="en-US" dirty="0"/>
            </a:br>
            <a:r>
              <a:rPr lang="en-US" dirty="0"/>
              <a:t>Be warned: Looping is slow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97ACB50-E45E-5905-97C5-6E92555D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112" y="1629925"/>
            <a:ext cx="2212471" cy="4243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491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3F324D-726B-4A88-05CC-66A15D74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Behavior - Differences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ABA45C-7C80-4C69-E40B-6E5E24F41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34584" cy="4972940"/>
          </a:xfrm>
        </p:spPr>
        <p:txBody>
          <a:bodyPr/>
          <a:lstStyle/>
          <a:p>
            <a:r>
              <a:rPr lang="en-US" dirty="0"/>
              <a:t>Adding lists: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Multiplying lists: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(Almost ?) All mathematical operators work element-wise!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Lists </a:t>
            </a:r>
            <a:r>
              <a:rPr lang="de-DE" dirty="0" err="1">
                <a:sym typeface="Wingdings" panose="05000000000000000000" pitchFamily="2" charset="2"/>
              </a:rPr>
              <a:t>need</a:t>
            </a:r>
            <a:r>
              <a:rPr lang="de-DE" dirty="0">
                <a:sym typeface="Wingdings" panose="05000000000000000000" pitchFamily="2" charset="2"/>
              </a:rPr>
              <a:t> same </a:t>
            </a:r>
            <a:r>
              <a:rPr lang="de-DE" dirty="0" err="1">
                <a:sym typeface="Wingdings" panose="05000000000000000000" pitchFamily="2" charset="2"/>
              </a:rPr>
              <a:t>shape</a:t>
            </a:r>
            <a:r>
              <a:rPr lang="de-DE" dirty="0">
                <a:sym typeface="Wingdings" panose="05000000000000000000" pitchFamily="2" charset="2"/>
              </a:rPr>
              <a:t>!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7BFF7C-02F0-AB34-B0C0-D379CAC03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944" y="1347099"/>
            <a:ext cx="4248743" cy="1676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105CCAF-77AC-0F3E-8806-7CB18142A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423" y="3313632"/>
            <a:ext cx="6249272" cy="1648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B84D39-80A8-5CEC-B8EE-A53D08B3D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198" y="5212080"/>
            <a:ext cx="1935354" cy="1372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803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A491C-8BD4-528C-B770-24D12FEC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Array Generation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534C50-83F7-A1AC-AE3E-FC363E6F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can be created by other means than passing a list</a:t>
            </a:r>
          </a:p>
          <a:p>
            <a:r>
              <a:rPr lang="en-US" dirty="0"/>
              <a:t>Direct ways: </a:t>
            </a:r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np.arange</a:t>
            </a:r>
            <a:r>
              <a:rPr lang="de-DE" dirty="0">
                <a:highlight>
                  <a:srgbClr val="C0C0C0"/>
                </a:highlight>
              </a:rPr>
              <a:t>(</a:t>
            </a:r>
            <a:r>
              <a:rPr lang="de-DE" dirty="0" err="1">
                <a:highlight>
                  <a:srgbClr val="C0C0C0"/>
                </a:highlight>
              </a:rPr>
              <a:t>start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stop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step</a:t>
            </a:r>
            <a:r>
              <a:rPr lang="de-DE" dirty="0">
                <a:highlight>
                  <a:srgbClr val="C0C0C0"/>
                </a:highlight>
              </a:rPr>
              <a:t>)</a:t>
            </a:r>
            <a:r>
              <a:rPr lang="de-DE" dirty="0"/>
              <a:t>:  [</a:t>
            </a:r>
            <a:r>
              <a:rPr lang="de-DE" dirty="0" err="1"/>
              <a:t>start</a:t>
            </a:r>
            <a:r>
              <a:rPr lang="de-DE" dirty="0"/>
              <a:t>, </a:t>
            </a:r>
            <a:r>
              <a:rPr lang="de-DE" dirty="0" err="1"/>
              <a:t>start</a:t>
            </a:r>
            <a:r>
              <a:rPr lang="de-DE" dirty="0"/>
              <a:t> + </a:t>
            </a:r>
            <a:r>
              <a:rPr lang="de-DE" dirty="0" err="1"/>
              <a:t>step</a:t>
            </a:r>
            <a:r>
              <a:rPr lang="de-DE" dirty="0"/>
              <a:t>, </a:t>
            </a:r>
            <a:r>
              <a:rPr lang="de-DE" dirty="0" err="1"/>
              <a:t>start</a:t>
            </a:r>
            <a:r>
              <a:rPr lang="de-DE" dirty="0"/>
              <a:t> + 2* </a:t>
            </a:r>
            <a:r>
              <a:rPr lang="de-DE" dirty="0" err="1"/>
              <a:t>step</a:t>
            </a:r>
            <a:r>
              <a:rPr lang="de-DE" dirty="0"/>
              <a:t>, … ] </a:t>
            </a:r>
            <a:r>
              <a:rPr lang="de-DE" dirty="0" err="1"/>
              <a:t>until</a:t>
            </a:r>
            <a:r>
              <a:rPr lang="de-DE" dirty="0"/>
              <a:t>                    </a:t>
            </a:r>
            <a:r>
              <a:rPr lang="de-DE" dirty="0">
                <a:solidFill>
                  <a:schemeClr val="bg1"/>
                </a:solidFill>
              </a:rPr>
              <a:t>.</a:t>
            </a:r>
            <a:r>
              <a:rPr lang="de-DE" dirty="0"/>
              <a:t>                                                           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reach</a:t>
            </a:r>
            <a:r>
              <a:rPr lang="de-DE" dirty="0"/>
              <a:t> </a:t>
            </a:r>
            <a:r>
              <a:rPr lang="de-DE" dirty="0" err="1"/>
              <a:t>stop</a:t>
            </a:r>
            <a:r>
              <a:rPr lang="de-DE" dirty="0"/>
              <a:t> (</a:t>
            </a:r>
            <a:r>
              <a:rPr lang="de-DE" dirty="0" err="1"/>
              <a:t>excluding</a:t>
            </a:r>
            <a:r>
              <a:rPr lang="de-DE" dirty="0"/>
              <a:t>)</a:t>
            </a:r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np.linspace</a:t>
            </a:r>
            <a:r>
              <a:rPr lang="de-DE" dirty="0">
                <a:highlight>
                  <a:srgbClr val="C0C0C0"/>
                </a:highlight>
              </a:rPr>
              <a:t>(</a:t>
            </a:r>
            <a:r>
              <a:rPr lang="de-DE" dirty="0" err="1">
                <a:highlight>
                  <a:srgbClr val="C0C0C0"/>
                </a:highlight>
              </a:rPr>
              <a:t>start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stop</a:t>
            </a:r>
            <a:r>
              <a:rPr lang="de-DE" dirty="0">
                <a:highlight>
                  <a:srgbClr val="C0C0C0"/>
                </a:highlight>
              </a:rPr>
              <a:t>, n)</a:t>
            </a:r>
            <a:r>
              <a:rPr lang="de-DE" dirty="0"/>
              <a:t>: Array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n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stop</a:t>
            </a:r>
            <a:r>
              <a:rPr lang="de-DE" dirty="0"/>
              <a:t>, </a:t>
            </a:r>
            <a:r>
              <a:rPr lang="de-DE" dirty="0" err="1"/>
              <a:t>equally</a:t>
            </a:r>
            <a:r>
              <a:rPr lang="de-DE" dirty="0"/>
              <a:t>         </a:t>
            </a:r>
            <a:r>
              <a:rPr lang="de-DE" dirty="0">
                <a:solidFill>
                  <a:schemeClr val="bg1"/>
                </a:solidFill>
              </a:rPr>
              <a:t>.</a:t>
            </a:r>
            <a:r>
              <a:rPr lang="de-DE" dirty="0"/>
              <a:t>                                                        </a:t>
            </a:r>
            <a:r>
              <a:rPr lang="de-DE" dirty="0" err="1"/>
              <a:t>Spaced</a:t>
            </a:r>
            <a:endParaRPr lang="de-DE" dirty="0"/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np.zeros</a:t>
            </a:r>
            <a:r>
              <a:rPr lang="de-DE" dirty="0">
                <a:highlight>
                  <a:srgbClr val="C0C0C0"/>
                </a:highlight>
              </a:rPr>
              <a:t>(n)</a:t>
            </a:r>
            <a:r>
              <a:rPr lang="de-DE" dirty="0"/>
              <a:t> / </a:t>
            </a:r>
            <a:r>
              <a:rPr lang="de-DE" dirty="0" err="1">
                <a:highlight>
                  <a:srgbClr val="C0C0C0"/>
                </a:highlight>
              </a:rPr>
              <a:t>np.ones</a:t>
            </a:r>
            <a:r>
              <a:rPr lang="de-DE" dirty="0">
                <a:highlight>
                  <a:srgbClr val="C0C0C0"/>
                </a:highlight>
              </a:rPr>
              <a:t>(n)</a:t>
            </a:r>
            <a:r>
              <a:rPr lang="de-DE" dirty="0"/>
              <a:t>: Array </a:t>
            </a:r>
            <a:r>
              <a:rPr lang="de-DE" dirty="0" err="1"/>
              <a:t>filled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0 / 1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n.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np.full</a:t>
            </a:r>
            <a:r>
              <a:rPr lang="de-DE" dirty="0">
                <a:highlight>
                  <a:srgbClr val="C0C0C0"/>
                </a:highlight>
              </a:rPr>
              <a:t>(n, </a:t>
            </a:r>
            <a:r>
              <a:rPr lang="de-DE" dirty="0" err="1">
                <a:highlight>
                  <a:srgbClr val="C0C0C0"/>
                </a:highlight>
              </a:rPr>
              <a:t>what</a:t>
            </a:r>
            <a:r>
              <a:rPr lang="de-DE" dirty="0">
                <a:highlight>
                  <a:srgbClr val="C0C0C0"/>
                </a:highlight>
              </a:rPr>
              <a:t>)</a:t>
            </a:r>
            <a:r>
              <a:rPr lang="de-DE" dirty="0"/>
              <a:t>: Array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n, </a:t>
            </a:r>
            <a:r>
              <a:rPr lang="de-DE" dirty="0" err="1"/>
              <a:t>filled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„</a:t>
            </a:r>
            <a:r>
              <a:rPr lang="de-DE" dirty="0" err="1"/>
              <a:t>what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14698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8494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2982AF-81D7-82EF-C090-9E24668A188C}"/>
              </a:ext>
            </a:extLst>
          </p:cNvPr>
          <p:cNvSpPr txBox="1"/>
          <p:nvPr/>
        </p:nvSpPr>
        <p:spPr>
          <a:xfrm>
            <a:off x="4275949" y="6271253"/>
            <a:ext cx="5535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https://www.reddit.com/r/ProgrammerHumor/comments/g6z7qm/no_problem/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8666D3-1951-5A99-FEDF-592E4172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058" y="2435345"/>
            <a:ext cx="2839881" cy="38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Breitbild</PresentationFormat>
  <Paragraphs>51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 Chunk 8: 1D Numpy Arrays</vt:lpstr>
      <vt:lpstr>Numpy: Numerical Python;  Lists but much better</vt:lpstr>
      <vt:lpstr>Live Coding: Creating Arrays</vt:lpstr>
      <vt:lpstr>Live Coding: Behavior – Similarities </vt:lpstr>
      <vt:lpstr>Live Coding: Behavior – Similarities </vt:lpstr>
      <vt:lpstr>Live Coding: Behavior - Differences</vt:lpstr>
      <vt:lpstr>Live Coding: Array Generation Functions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3</cp:revision>
  <dcterms:created xsi:type="dcterms:W3CDTF">2025-08-17T13:50:44Z</dcterms:created>
  <dcterms:modified xsi:type="dcterms:W3CDTF">2025-10-08T16:44:31Z</dcterms:modified>
</cp:coreProperties>
</file>