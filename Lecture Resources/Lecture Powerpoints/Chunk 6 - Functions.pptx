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70" r:id="rId4"/>
    <p:sldId id="271" r:id="rId5"/>
    <p:sldId id="272" r:id="rId6"/>
    <p:sldId id="273" r:id="rId7"/>
    <p:sldId id="275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DBB03-A3C5-42F7-8C58-22B33CBCF15F}" v="8" dt="2025-10-07T22:39:44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5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redo custSel addSld delSld modSld">
      <pc:chgData name="Jonathan Bollig" userId="8b5d0afe-f106-45e0-8c3f-fd98fa124db1" providerId="ADAL" clId="{B2469FA9-EBD8-4834-A16D-CBF8EFC907DD}" dt="2025-10-07T22:39:44.886" v="2913"/>
      <pc:docMkLst>
        <pc:docMk/>
      </pc:docMkLst>
      <pc:sldChg chg="modSp mod">
        <pc:chgData name="Jonathan Bollig" userId="8b5d0afe-f106-45e0-8c3f-fd98fa124db1" providerId="ADAL" clId="{B2469FA9-EBD8-4834-A16D-CBF8EFC907DD}" dt="2025-10-07T00:02:37.309" v="2904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1:11.690" v="2474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2:37.309" v="2904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modSp add mod">
        <pc:chgData name="Jonathan Bollig" userId="8b5d0afe-f106-45e0-8c3f-fd98fa124db1" providerId="ADAL" clId="{B2469FA9-EBD8-4834-A16D-CBF8EFC907DD}" dt="2025-10-04T12:28:43.603" v="2472" actId="1076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28:37.458" v="2471" actId="1076"/>
          <ac:spMkLst>
            <pc:docMk/>
            <pc:sldMk cId="2138807736" sldId="267"/>
            <ac:spMk id="2" creationId="{4264A0F1-7BC6-1BD9-7CBF-4AC55674DB61}"/>
          </ac:spMkLst>
        </pc:spChg>
        <pc:picChg chg="add mod">
          <ac:chgData name="Jonathan Bollig" userId="8b5d0afe-f106-45e0-8c3f-fd98fa124db1" providerId="ADAL" clId="{B2469FA9-EBD8-4834-A16D-CBF8EFC907DD}" dt="2025-10-04T12:28:43.603" v="2472" actId="1076"/>
          <ac:picMkLst>
            <pc:docMk/>
            <pc:sldMk cId="2138807736" sldId="267"/>
            <ac:picMk id="4" creationId="{246098C8-1270-CDB4-2EEA-0D3CF8F824B1}"/>
          </ac:picMkLst>
        </pc:picChg>
      </pc:sldChg>
      <pc:sldChg chg="addSp modSp add del mod">
        <pc:chgData name="Jonathan Bollig" userId="8b5d0afe-f106-45e0-8c3f-fd98fa124db1" providerId="ADAL" clId="{B2469FA9-EBD8-4834-A16D-CBF8EFC907DD}" dt="2025-10-02T22:38:24.627" v="2076" actId="47"/>
        <pc:sldMkLst>
          <pc:docMk/>
          <pc:sldMk cId="2385805343" sldId="268"/>
        </pc:sldMkLst>
      </pc:sldChg>
      <pc:sldChg chg="addSp modSp new mod modNotesTx">
        <pc:chgData name="Jonathan Bollig" userId="8b5d0afe-f106-45e0-8c3f-fd98fa124db1" providerId="ADAL" clId="{B2469FA9-EBD8-4834-A16D-CBF8EFC907DD}" dt="2025-10-02T21:41:53.148" v="1713" actId="20577"/>
        <pc:sldMkLst>
          <pc:docMk/>
          <pc:sldMk cId="4182927070" sldId="269"/>
        </pc:sldMkLst>
        <pc:spChg chg="mod">
          <ac:chgData name="Jonathan Bollig" userId="8b5d0afe-f106-45e0-8c3f-fd98fa124db1" providerId="ADAL" clId="{B2469FA9-EBD8-4834-A16D-CBF8EFC907DD}" dt="2025-10-02T20:55:25.921" v="114" actId="20577"/>
          <ac:spMkLst>
            <pc:docMk/>
            <pc:sldMk cId="4182927070" sldId="269"/>
            <ac:spMk id="2" creationId="{F7FA8FEF-355B-4696-BDF9-2FD691AC5CBA}"/>
          </ac:spMkLst>
        </pc:spChg>
        <pc:spChg chg="mod">
          <ac:chgData name="Jonathan Bollig" userId="8b5d0afe-f106-45e0-8c3f-fd98fa124db1" providerId="ADAL" clId="{B2469FA9-EBD8-4834-A16D-CBF8EFC907DD}" dt="2025-10-02T21:05:02.123" v="303" actId="20577"/>
          <ac:spMkLst>
            <pc:docMk/>
            <pc:sldMk cId="4182927070" sldId="269"/>
            <ac:spMk id="3" creationId="{171BDE09-88EC-D31E-47EA-F4575D1FBF69}"/>
          </ac:spMkLst>
        </pc:spChg>
        <pc:spChg chg="add mod">
          <ac:chgData name="Jonathan Bollig" userId="8b5d0afe-f106-45e0-8c3f-fd98fa124db1" providerId="ADAL" clId="{B2469FA9-EBD8-4834-A16D-CBF8EFC907DD}" dt="2025-10-02T21:04:49.040" v="286" actId="1076"/>
          <ac:spMkLst>
            <pc:docMk/>
            <pc:sldMk cId="4182927070" sldId="269"/>
            <ac:spMk id="8" creationId="{75F5B1FA-0545-549D-5E1F-EAB12E45F100}"/>
          </ac:spMkLst>
        </pc:spChg>
        <pc:picChg chg="add mod">
          <ac:chgData name="Jonathan Bollig" userId="8b5d0afe-f106-45e0-8c3f-fd98fa124db1" providerId="ADAL" clId="{B2469FA9-EBD8-4834-A16D-CBF8EFC907DD}" dt="2025-10-02T21:02:13.103" v="212" actId="14100"/>
          <ac:picMkLst>
            <pc:docMk/>
            <pc:sldMk cId="4182927070" sldId="269"/>
            <ac:picMk id="5" creationId="{FDAE7EE9-0120-9032-C29E-192010B7420D}"/>
          </ac:picMkLst>
        </pc:picChg>
        <pc:picChg chg="add mod">
          <ac:chgData name="Jonathan Bollig" userId="8b5d0afe-f106-45e0-8c3f-fd98fa124db1" providerId="ADAL" clId="{B2469FA9-EBD8-4834-A16D-CBF8EFC907DD}" dt="2025-10-02T21:04:49.040" v="286" actId="1076"/>
          <ac:picMkLst>
            <pc:docMk/>
            <pc:sldMk cId="4182927070" sldId="269"/>
            <ac:picMk id="7" creationId="{501F5D3E-D007-A612-2189-78BEA6E9B7EA}"/>
          </ac:picMkLst>
        </pc:picChg>
        <pc:picChg chg="add mod">
          <ac:chgData name="Jonathan Bollig" userId="8b5d0afe-f106-45e0-8c3f-fd98fa124db1" providerId="ADAL" clId="{B2469FA9-EBD8-4834-A16D-CBF8EFC907DD}" dt="2025-10-02T21:04:49.040" v="286" actId="1076"/>
          <ac:picMkLst>
            <pc:docMk/>
            <pc:sldMk cId="4182927070" sldId="269"/>
            <ac:picMk id="10" creationId="{39AEE736-CFA4-89CA-A5F0-41A4C245743E}"/>
          </ac:picMkLst>
        </pc:picChg>
      </pc:sldChg>
      <pc:sldChg chg="addSp modSp new mod modAnim modNotesTx">
        <pc:chgData name="Jonathan Bollig" userId="8b5d0afe-f106-45e0-8c3f-fd98fa124db1" providerId="ADAL" clId="{B2469FA9-EBD8-4834-A16D-CBF8EFC907DD}" dt="2025-10-02T21:37:56.815" v="1567" actId="13926"/>
        <pc:sldMkLst>
          <pc:docMk/>
          <pc:sldMk cId="2445776341" sldId="270"/>
        </pc:sldMkLst>
        <pc:spChg chg="mod">
          <ac:chgData name="Jonathan Bollig" userId="8b5d0afe-f106-45e0-8c3f-fd98fa124db1" providerId="ADAL" clId="{B2469FA9-EBD8-4834-A16D-CBF8EFC907DD}" dt="2025-10-02T21:06:05.056" v="348" actId="20577"/>
          <ac:spMkLst>
            <pc:docMk/>
            <pc:sldMk cId="2445776341" sldId="270"/>
            <ac:spMk id="2" creationId="{4A0BCE4F-7201-C5A2-4AEC-7592A89044DA}"/>
          </ac:spMkLst>
        </pc:spChg>
        <pc:spChg chg="mod">
          <ac:chgData name="Jonathan Bollig" userId="8b5d0afe-f106-45e0-8c3f-fd98fa124db1" providerId="ADAL" clId="{B2469FA9-EBD8-4834-A16D-CBF8EFC907DD}" dt="2025-10-02T21:37:56.815" v="1567" actId="13926"/>
          <ac:spMkLst>
            <pc:docMk/>
            <pc:sldMk cId="2445776341" sldId="270"/>
            <ac:spMk id="3" creationId="{EB5FD9F6-9F8D-13B5-62F2-48DC342D331B}"/>
          </ac:spMkLst>
        </pc:spChg>
        <pc:spChg chg="add mod">
          <ac:chgData name="Jonathan Bollig" userId="8b5d0afe-f106-45e0-8c3f-fd98fa124db1" providerId="ADAL" clId="{B2469FA9-EBD8-4834-A16D-CBF8EFC907DD}" dt="2025-10-02T21:17:21.999" v="923" actId="164"/>
          <ac:spMkLst>
            <pc:docMk/>
            <pc:sldMk cId="2445776341" sldId="270"/>
            <ac:spMk id="4" creationId="{0AD3E9AD-6B04-091E-A807-77151C3EA563}"/>
          </ac:spMkLst>
        </pc:spChg>
        <pc:spChg chg="add mod">
          <ac:chgData name="Jonathan Bollig" userId="8b5d0afe-f106-45e0-8c3f-fd98fa124db1" providerId="ADAL" clId="{B2469FA9-EBD8-4834-A16D-CBF8EFC907DD}" dt="2025-10-02T21:17:21.999" v="923" actId="164"/>
          <ac:spMkLst>
            <pc:docMk/>
            <pc:sldMk cId="2445776341" sldId="270"/>
            <ac:spMk id="7" creationId="{511B8B42-7631-D0E4-E348-9E2A37815763}"/>
          </ac:spMkLst>
        </pc:spChg>
        <pc:spChg chg="add mod">
          <ac:chgData name="Jonathan Bollig" userId="8b5d0afe-f106-45e0-8c3f-fd98fa124db1" providerId="ADAL" clId="{B2469FA9-EBD8-4834-A16D-CBF8EFC907DD}" dt="2025-10-02T21:17:21.999" v="923" actId="164"/>
          <ac:spMkLst>
            <pc:docMk/>
            <pc:sldMk cId="2445776341" sldId="270"/>
            <ac:spMk id="11" creationId="{35B7C780-DE95-EAD3-05E4-DDFBBE760B49}"/>
          </ac:spMkLst>
        </pc:spChg>
        <pc:spChg chg="add mod">
          <ac:chgData name="Jonathan Bollig" userId="8b5d0afe-f106-45e0-8c3f-fd98fa124db1" providerId="ADAL" clId="{B2469FA9-EBD8-4834-A16D-CBF8EFC907DD}" dt="2025-10-02T21:16:57.270" v="918" actId="164"/>
          <ac:spMkLst>
            <pc:docMk/>
            <pc:sldMk cId="2445776341" sldId="270"/>
            <ac:spMk id="22" creationId="{4EF068A1-4B54-BFAA-8B07-2994D5E12706}"/>
          </ac:spMkLst>
        </pc:spChg>
        <pc:spChg chg="add mod">
          <ac:chgData name="Jonathan Bollig" userId="8b5d0afe-f106-45e0-8c3f-fd98fa124db1" providerId="ADAL" clId="{B2469FA9-EBD8-4834-A16D-CBF8EFC907DD}" dt="2025-10-02T21:16:57.270" v="918" actId="164"/>
          <ac:spMkLst>
            <pc:docMk/>
            <pc:sldMk cId="2445776341" sldId="270"/>
            <ac:spMk id="24" creationId="{F34F755F-D528-B38B-78F1-3C39CECDD855}"/>
          </ac:spMkLst>
        </pc:spChg>
        <pc:spChg chg="add mod">
          <ac:chgData name="Jonathan Bollig" userId="8b5d0afe-f106-45e0-8c3f-fd98fa124db1" providerId="ADAL" clId="{B2469FA9-EBD8-4834-A16D-CBF8EFC907DD}" dt="2025-10-02T21:16:57.270" v="918" actId="164"/>
          <ac:spMkLst>
            <pc:docMk/>
            <pc:sldMk cId="2445776341" sldId="270"/>
            <ac:spMk id="25" creationId="{08A8D2E9-7562-86B8-9E3B-178ACD793CC4}"/>
          </ac:spMkLst>
        </pc:spChg>
        <pc:spChg chg="add mod">
          <ac:chgData name="Jonathan Bollig" userId="8b5d0afe-f106-45e0-8c3f-fd98fa124db1" providerId="ADAL" clId="{B2469FA9-EBD8-4834-A16D-CBF8EFC907DD}" dt="2025-10-02T21:17:07.879" v="919" actId="164"/>
          <ac:spMkLst>
            <pc:docMk/>
            <pc:sldMk cId="2445776341" sldId="270"/>
            <ac:spMk id="28" creationId="{6BFD53BC-87FE-35E6-B699-4AF70485C666}"/>
          </ac:spMkLst>
        </pc:spChg>
        <pc:spChg chg="add mod">
          <ac:chgData name="Jonathan Bollig" userId="8b5d0afe-f106-45e0-8c3f-fd98fa124db1" providerId="ADAL" clId="{B2469FA9-EBD8-4834-A16D-CBF8EFC907DD}" dt="2025-10-02T21:17:07.879" v="919" actId="164"/>
          <ac:spMkLst>
            <pc:docMk/>
            <pc:sldMk cId="2445776341" sldId="270"/>
            <ac:spMk id="30" creationId="{C2859610-2815-8BCB-33A8-05BF15257453}"/>
          </ac:spMkLst>
        </pc:spChg>
        <pc:spChg chg="add mod">
          <ac:chgData name="Jonathan Bollig" userId="8b5d0afe-f106-45e0-8c3f-fd98fa124db1" providerId="ADAL" clId="{B2469FA9-EBD8-4834-A16D-CBF8EFC907DD}" dt="2025-10-02T21:17:07.879" v="919" actId="164"/>
          <ac:spMkLst>
            <pc:docMk/>
            <pc:sldMk cId="2445776341" sldId="270"/>
            <ac:spMk id="31" creationId="{618AF27D-8944-6493-C460-43322811FFC2}"/>
          </ac:spMkLst>
        </pc:spChg>
        <pc:spChg chg="add mod">
          <ac:chgData name="Jonathan Bollig" userId="8b5d0afe-f106-45e0-8c3f-fd98fa124db1" providerId="ADAL" clId="{B2469FA9-EBD8-4834-A16D-CBF8EFC907DD}" dt="2025-10-02T21:17:16.391" v="922" actId="164"/>
          <ac:spMkLst>
            <pc:docMk/>
            <pc:sldMk cId="2445776341" sldId="270"/>
            <ac:spMk id="34" creationId="{21267BC3-F767-AC8A-AE89-7177167A89FB}"/>
          </ac:spMkLst>
        </pc:spChg>
        <pc:spChg chg="add mod">
          <ac:chgData name="Jonathan Bollig" userId="8b5d0afe-f106-45e0-8c3f-fd98fa124db1" providerId="ADAL" clId="{B2469FA9-EBD8-4834-A16D-CBF8EFC907DD}" dt="2025-10-02T21:17:16.391" v="922" actId="164"/>
          <ac:spMkLst>
            <pc:docMk/>
            <pc:sldMk cId="2445776341" sldId="270"/>
            <ac:spMk id="36" creationId="{0F844FDF-82A4-B5A8-CD0F-C6C22EFBDCE6}"/>
          </ac:spMkLst>
        </pc:spChg>
        <pc:spChg chg="add mod">
          <ac:chgData name="Jonathan Bollig" userId="8b5d0afe-f106-45e0-8c3f-fd98fa124db1" providerId="ADAL" clId="{B2469FA9-EBD8-4834-A16D-CBF8EFC907DD}" dt="2025-10-02T21:17:16.391" v="922" actId="164"/>
          <ac:spMkLst>
            <pc:docMk/>
            <pc:sldMk cId="2445776341" sldId="270"/>
            <ac:spMk id="37" creationId="{B32EDB96-2147-F78A-6CB2-FCDB52169CC8}"/>
          </ac:spMkLst>
        </pc:spChg>
        <pc:spChg chg="add mod">
          <ac:chgData name="Jonathan Bollig" userId="8b5d0afe-f106-45e0-8c3f-fd98fa124db1" providerId="ADAL" clId="{B2469FA9-EBD8-4834-A16D-CBF8EFC907DD}" dt="2025-10-02T21:27:35.518" v="1301" actId="14100"/>
          <ac:spMkLst>
            <pc:docMk/>
            <pc:sldMk cId="2445776341" sldId="270"/>
            <ac:spMk id="46" creationId="{92EC2E82-6D60-E3B5-4C32-40FBA97E8F24}"/>
          </ac:spMkLst>
        </pc:spChg>
        <pc:grpChg chg="add mod">
          <ac:chgData name="Jonathan Bollig" userId="8b5d0afe-f106-45e0-8c3f-fd98fa124db1" providerId="ADAL" clId="{B2469FA9-EBD8-4834-A16D-CBF8EFC907DD}" dt="2025-10-02T21:16:57.270" v="918" actId="164"/>
          <ac:grpSpMkLst>
            <pc:docMk/>
            <pc:sldMk cId="2445776341" sldId="270"/>
            <ac:grpSpMk id="40" creationId="{40C88E45-FB0B-0E49-FC74-B5FB7178EE6A}"/>
          </ac:grpSpMkLst>
        </pc:grpChg>
        <pc:grpChg chg="add mod">
          <ac:chgData name="Jonathan Bollig" userId="8b5d0afe-f106-45e0-8c3f-fd98fa124db1" providerId="ADAL" clId="{B2469FA9-EBD8-4834-A16D-CBF8EFC907DD}" dt="2025-10-02T21:17:07.879" v="919" actId="164"/>
          <ac:grpSpMkLst>
            <pc:docMk/>
            <pc:sldMk cId="2445776341" sldId="270"/>
            <ac:grpSpMk id="41" creationId="{C97A448F-F1A7-736A-D78F-DA2F8709BA13}"/>
          </ac:grpSpMkLst>
        </pc:grpChg>
        <pc:grpChg chg="add mod">
          <ac:chgData name="Jonathan Bollig" userId="8b5d0afe-f106-45e0-8c3f-fd98fa124db1" providerId="ADAL" clId="{B2469FA9-EBD8-4834-A16D-CBF8EFC907DD}" dt="2025-10-02T21:17:16.391" v="922" actId="164"/>
          <ac:grpSpMkLst>
            <pc:docMk/>
            <pc:sldMk cId="2445776341" sldId="270"/>
            <ac:grpSpMk id="42" creationId="{489F6A1A-2017-4B8E-2367-C0B7EF8EBE77}"/>
          </ac:grpSpMkLst>
        </pc:grpChg>
        <pc:grpChg chg="add mod">
          <ac:chgData name="Jonathan Bollig" userId="8b5d0afe-f106-45e0-8c3f-fd98fa124db1" providerId="ADAL" clId="{B2469FA9-EBD8-4834-A16D-CBF8EFC907DD}" dt="2025-10-02T21:17:21.999" v="923" actId="164"/>
          <ac:grpSpMkLst>
            <pc:docMk/>
            <pc:sldMk cId="2445776341" sldId="270"/>
            <ac:grpSpMk id="43" creationId="{7C27FE37-2189-2007-38F4-0998F6FDA61A}"/>
          </ac:grpSpMkLst>
        </pc:grpChg>
        <pc:grpChg chg="add mod">
          <ac:chgData name="Jonathan Bollig" userId="8b5d0afe-f106-45e0-8c3f-fd98fa124db1" providerId="ADAL" clId="{B2469FA9-EBD8-4834-A16D-CBF8EFC907DD}" dt="2025-10-02T21:20:37.955" v="1162" actId="1076"/>
          <ac:grpSpMkLst>
            <pc:docMk/>
            <pc:sldMk cId="2445776341" sldId="270"/>
            <ac:grpSpMk id="47" creationId="{3DD203BC-32BE-6694-5E1A-854AF46D467E}"/>
          </ac:grpSpMkLst>
        </pc:grpChg>
        <pc:cxnChg chg="add mod">
          <ac:chgData name="Jonathan Bollig" userId="8b5d0afe-f106-45e0-8c3f-fd98fa124db1" providerId="ADAL" clId="{B2469FA9-EBD8-4834-A16D-CBF8EFC907DD}" dt="2025-10-02T21:17:21.999" v="923" actId="164"/>
          <ac:cxnSpMkLst>
            <pc:docMk/>
            <pc:sldMk cId="2445776341" sldId="270"/>
            <ac:cxnSpMk id="5" creationId="{F2705625-203C-7FAC-4D26-96457B21DFD1}"/>
          </ac:cxnSpMkLst>
        </pc:cxnChg>
        <pc:cxnChg chg="add mod">
          <ac:chgData name="Jonathan Bollig" userId="8b5d0afe-f106-45e0-8c3f-fd98fa124db1" providerId="ADAL" clId="{B2469FA9-EBD8-4834-A16D-CBF8EFC907DD}" dt="2025-10-02T21:17:21.999" v="923" actId="164"/>
          <ac:cxnSpMkLst>
            <pc:docMk/>
            <pc:sldMk cId="2445776341" sldId="270"/>
            <ac:cxnSpMk id="12" creationId="{88A8BD27-6AD8-A6FE-5CD0-9842B01AF4D5}"/>
          </ac:cxnSpMkLst>
        </pc:cxnChg>
        <pc:cxnChg chg="add mod">
          <ac:chgData name="Jonathan Bollig" userId="8b5d0afe-f106-45e0-8c3f-fd98fa124db1" providerId="ADAL" clId="{B2469FA9-EBD8-4834-A16D-CBF8EFC907DD}" dt="2025-10-02T21:16:57.270" v="918" actId="164"/>
          <ac:cxnSpMkLst>
            <pc:docMk/>
            <pc:sldMk cId="2445776341" sldId="270"/>
            <ac:cxnSpMk id="23" creationId="{12909A05-E585-E983-56FB-334B26D34F01}"/>
          </ac:cxnSpMkLst>
        </pc:cxnChg>
        <pc:cxnChg chg="add mod">
          <ac:chgData name="Jonathan Bollig" userId="8b5d0afe-f106-45e0-8c3f-fd98fa124db1" providerId="ADAL" clId="{B2469FA9-EBD8-4834-A16D-CBF8EFC907DD}" dt="2025-10-02T21:16:57.270" v="918" actId="164"/>
          <ac:cxnSpMkLst>
            <pc:docMk/>
            <pc:sldMk cId="2445776341" sldId="270"/>
            <ac:cxnSpMk id="26" creationId="{0F9D2F53-799B-8272-0626-DD7ED173AC46}"/>
          </ac:cxnSpMkLst>
        </pc:cxnChg>
        <pc:cxnChg chg="add mod">
          <ac:chgData name="Jonathan Bollig" userId="8b5d0afe-f106-45e0-8c3f-fd98fa124db1" providerId="ADAL" clId="{B2469FA9-EBD8-4834-A16D-CBF8EFC907DD}" dt="2025-10-02T21:17:07.879" v="919" actId="164"/>
          <ac:cxnSpMkLst>
            <pc:docMk/>
            <pc:sldMk cId="2445776341" sldId="270"/>
            <ac:cxnSpMk id="29" creationId="{1D0F0227-3396-A4AF-5B97-D78EA700A1D2}"/>
          </ac:cxnSpMkLst>
        </pc:cxnChg>
        <pc:cxnChg chg="add mod">
          <ac:chgData name="Jonathan Bollig" userId="8b5d0afe-f106-45e0-8c3f-fd98fa124db1" providerId="ADAL" clId="{B2469FA9-EBD8-4834-A16D-CBF8EFC907DD}" dt="2025-10-02T21:17:07.879" v="919" actId="164"/>
          <ac:cxnSpMkLst>
            <pc:docMk/>
            <pc:sldMk cId="2445776341" sldId="270"/>
            <ac:cxnSpMk id="32" creationId="{B9582410-0D88-74C9-EDAD-FEDFA3D74D29}"/>
          </ac:cxnSpMkLst>
        </pc:cxnChg>
        <pc:cxnChg chg="add mod">
          <ac:chgData name="Jonathan Bollig" userId="8b5d0afe-f106-45e0-8c3f-fd98fa124db1" providerId="ADAL" clId="{B2469FA9-EBD8-4834-A16D-CBF8EFC907DD}" dt="2025-10-02T21:17:16.391" v="922" actId="164"/>
          <ac:cxnSpMkLst>
            <pc:docMk/>
            <pc:sldMk cId="2445776341" sldId="270"/>
            <ac:cxnSpMk id="35" creationId="{43E7BD72-DB2E-E149-F8DA-ABCCB9AB93B1}"/>
          </ac:cxnSpMkLst>
        </pc:cxnChg>
        <pc:cxnChg chg="add mod">
          <ac:chgData name="Jonathan Bollig" userId="8b5d0afe-f106-45e0-8c3f-fd98fa124db1" providerId="ADAL" clId="{B2469FA9-EBD8-4834-A16D-CBF8EFC907DD}" dt="2025-10-02T21:17:16.391" v="922" actId="164"/>
          <ac:cxnSpMkLst>
            <pc:docMk/>
            <pc:sldMk cId="2445776341" sldId="270"/>
            <ac:cxnSpMk id="38" creationId="{3B197A63-41EA-DEB4-3A02-28433D78E981}"/>
          </ac:cxnSpMkLst>
        </pc:cxnChg>
        <pc:cxnChg chg="add mod">
          <ac:chgData name="Jonathan Bollig" userId="8b5d0afe-f106-45e0-8c3f-fd98fa124db1" providerId="ADAL" clId="{B2469FA9-EBD8-4834-A16D-CBF8EFC907DD}" dt="2025-10-02T21:20:33.405" v="1161" actId="164"/>
          <ac:cxnSpMkLst>
            <pc:docMk/>
            <pc:sldMk cId="2445776341" sldId="270"/>
            <ac:cxnSpMk id="44" creationId="{889D9EC4-8FB2-EAC6-DEBA-208BDB1987B6}"/>
          </ac:cxnSpMkLst>
        </pc:cxnChg>
      </pc:sldChg>
      <pc:sldChg chg="addSp modSp new mod modAnim modNotesTx">
        <pc:chgData name="Jonathan Bollig" userId="8b5d0afe-f106-45e0-8c3f-fd98fa124db1" providerId="ADAL" clId="{B2469FA9-EBD8-4834-A16D-CBF8EFC907DD}" dt="2025-10-04T10:33:18.682" v="2159" actId="20577"/>
        <pc:sldMkLst>
          <pc:docMk/>
          <pc:sldMk cId="548183474" sldId="271"/>
        </pc:sldMkLst>
        <pc:spChg chg="mod">
          <ac:chgData name="Jonathan Bollig" userId="8b5d0afe-f106-45e0-8c3f-fd98fa124db1" providerId="ADAL" clId="{B2469FA9-EBD8-4834-A16D-CBF8EFC907DD}" dt="2025-10-02T21:23:04.678" v="1190" actId="20577"/>
          <ac:spMkLst>
            <pc:docMk/>
            <pc:sldMk cId="548183474" sldId="271"/>
            <ac:spMk id="2" creationId="{234850EC-AE4C-3131-B94E-E42C5C2DB415}"/>
          </ac:spMkLst>
        </pc:spChg>
        <pc:spChg chg="mod">
          <ac:chgData name="Jonathan Bollig" userId="8b5d0afe-f106-45e0-8c3f-fd98fa124db1" providerId="ADAL" clId="{B2469FA9-EBD8-4834-A16D-CBF8EFC907DD}" dt="2025-10-02T21:28:18.745" v="1327" actId="20577"/>
          <ac:spMkLst>
            <pc:docMk/>
            <pc:sldMk cId="548183474" sldId="271"/>
            <ac:spMk id="3" creationId="{8B431AE5-5AD5-3558-F359-717F636EC2B5}"/>
          </ac:spMkLst>
        </pc:spChg>
        <pc:spChg chg="mod">
          <ac:chgData name="Jonathan Bollig" userId="8b5d0afe-f106-45e0-8c3f-fd98fa124db1" providerId="ADAL" clId="{B2469FA9-EBD8-4834-A16D-CBF8EFC907DD}" dt="2025-10-02T21:24:23.112" v="1251"/>
          <ac:spMkLst>
            <pc:docMk/>
            <pc:sldMk cId="548183474" sldId="271"/>
            <ac:spMk id="7" creationId="{D4C21179-F3D3-AAEA-1901-D9BD5D44762D}"/>
          </ac:spMkLst>
        </pc:spChg>
        <pc:spChg chg="mod">
          <ac:chgData name="Jonathan Bollig" userId="8b5d0afe-f106-45e0-8c3f-fd98fa124db1" providerId="ADAL" clId="{B2469FA9-EBD8-4834-A16D-CBF8EFC907DD}" dt="2025-10-02T21:25:54.031" v="1275"/>
          <ac:spMkLst>
            <pc:docMk/>
            <pc:sldMk cId="548183474" sldId="271"/>
            <ac:spMk id="10" creationId="{3166F096-8828-5635-14D5-D2BE3C1A10F0}"/>
          </ac:spMkLst>
        </pc:spChg>
        <pc:spChg chg="mod">
          <ac:chgData name="Jonathan Bollig" userId="8b5d0afe-f106-45e0-8c3f-fd98fa124db1" providerId="ADAL" clId="{B2469FA9-EBD8-4834-A16D-CBF8EFC907DD}" dt="2025-10-02T21:26:28.253" v="1284"/>
          <ac:spMkLst>
            <pc:docMk/>
            <pc:sldMk cId="548183474" sldId="271"/>
            <ac:spMk id="13" creationId="{856434DC-EBAD-9BDD-A298-373D66F60A51}"/>
          </ac:spMkLst>
        </pc:spChg>
        <pc:spChg chg="mod">
          <ac:chgData name="Jonathan Bollig" userId="8b5d0afe-f106-45e0-8c3f-fd98fa124db1" providerId="ADAL" clId="{B2469FA9-EBD8-4834-A16D-CBF8EFC907DD}" dt="2025-10-02T21:29:28.900" v="1333"/>
          <ac:spMkLst>
            <pc:docMk/>
            <pc:sldMk cId="548183474" sldId="271"/>
            <ac:spMk id="18" creationId="{24F9B0B9-C873-7B06-7F5F-429E2C85CA1D}"/>
          </ac:spMkLst>
        </pc:spChg>
        <pc:spChg chg="mod">
          <ac:chgData name="Jonathan Bollig" userId="8b5d0afe-f106-45e0-8c3f-fd98fa124db1" providerId="ADAL" clId="{B2469FA9-EBD8-4834-A16D-CBF8EFC907DD}" dt="2025-10-02T21:29:57.365" v="1340"/>
          <ac:spMkLst>
            <pc:docMk/>
            <pc:sldMk cId="548183474" sldId="271"/>
            <ac:spMk id="21" creationId="{FA7A17D7-25F3-A773-3D53-5937DB0A07A4}"/>
          </ac:spMkLst>
        </pc:s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6" creationId="{5CF4A904-B240-751E-924F-6004EF8D9D8A}"/>
          </ac:grpSpMkLst>
        </pc:gr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9" creationId="{46B9D2CF-C994-9047-1BC3-44070FEB850D}"/>
          </ac:grpSpMkLst>
        </pc:gr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12" creationId="{48C62CB1-A430-FE78-9696-81012A0B25C2}"/>
          </ac:grpSpMkLst>
        </pc:grpChg>
        <pc:grpChg chg="add mod">
          <ac:chgData name="Jonathan Bollig" userId="8b5d0afe-f106-45e0-8c3f-fd98fa124db1" providerId="ADAL" clId="{B2469FA9-EBD8-4834-A16D-CBF8EFC907DD}" dt="2025-10-02T21:30:48.639" v="1351" actId="164"/>
          <ac:grpSpMkLst>
            <pc:docMk/>
            <pc:sldMk cId="548183474" sldId="271"/>
            <ac:grpSpMk id="17" creationId="{697DB359-E402-BB4B-EFA8-C04A0A287A80}"/>
          </ac:grpSpMkLst>
        </pc:grpChg>
        <pc:grpChg chg="add mod">
          <ac:chgData name="Jonathan Bollig" userId="8b5d0afe-f106-45e0-8c3f-fd98fa124db1" providerId="ADAL" clId="{B2469FA9-EBD8-4834-A16D-CBF8EFC907DD}" dt="2025-10-02T21:30:48.639" v="1351" actId="164"/>
          <ac:grpSpMkLst>
            <pc:docMk/>
            <pc:sldMk cId="548183474" sldId="271"/>
            <ac:grpSpMk id="20" creationId="{9BB1E1B1-50A9-2631-FDDA-956D420A1462}"/>
          </ac:grpSpMkLst>
        </pc:grpChg>
        <pc:grpChg chg="add mod">
          <ac:chgData name="Jonathan Bollig" userId="8b5d0afe-f106-45e0-8c3f-fd98fa124db1" providerId="ADAL" clId="{B2469FA9-EBD8-4834-A16D-CBF8EFC907DD}" dt="2025-10-02T21:30:48.639" v="1351" actId="164"/>
          <ac:grpSpMkLst>
            <pc:docMk/>
            <pc:sldMk cId="548183474" sldId="271"/>
            <ac:grpSpMk id="26" creationId="{1CD721B3-2C08-3248-1674-8FCAD4B7B6EA}"/>
          </ac:grpSpMkLst>
        </pc:gr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27" creationId="{2AA34D97-4A11-C3D7-E469-97C854C3E124}"/>
          </ac:grpSpMkLst>
        </pc:grpChg>
        <pc:picChg chg="add mod">
          <ac:chgData name="Jonathan Bollig" userId="8b5d0afe-f106-45e0-8c3f-fd98fa124db1" providerId="ADAL" clId="{B2469FA9-EBD8-4834-A16D-CBF8EFC907DD}" dt="2025-10-02T21:30:57.112" v="1352" actId="164"/>
          <ac:picMkLst>
            <pc:docMk/>
            <pc:sldMk cId="548183474" sldId="271"/>
            <ac:picMk id="5" creationId="{89D8689A-8408-E60A-7604-D7BFA30F088E}"/>
          </ac:picMkLst>
        </pc:picChg>
        <pc:picChg chg="add mod">
          <ac:chgData name="Jonathan Bollig" userId="8b5d0afe-f106-45e0-8c3f-fd98fa124db1" providerId="ADAL" clId="{B2469FA9-EBD8-4834-A16D-CBF8EFC907DD}" dt="2025-10-02T21:30:48.639" v="1351" actId="164"/>
          <ac:picMkLst>
            <pc:docMk/>
            <pc:sldMk cId="548183474" sldId="271"/>
            <ac:picMk id="16" creationId="{B722FB85-A71A-BBD2-DB77-06B7CBD108D4}"/>
          </ac:picMkLst>
        </pc:picChg>
        <pc:inkChg chg="mod">
          <ac:chgData name="Jonathan Bollig" userId="8b5d0afe-f106-45e0-8c3f-fd98fa124db1" providerId="ADAL" clId="{B2469FA9-EBD8-4834-A16D-CBF8EFC907DD}" dt="2025-10-02T21:25:03.853" v="1264" actId="1076"/>
          <ac:inkMkLst>
            <pc:docMk/>
            <pc:sldMk cId="548183474" sldId="271"/>
            <ac:inkMk id="8" creationId="{ACE1FBC4-DA7A-9C1B-DADF-FDE700E76B5A}"/>
          </ac:inkMkLst>
        </pc:inkChg>
        <pc:inkChg chg="mod">
          <ac:chgData name="Jonathan Bollig" userId="8b5d0afe-f106-45e0-8c3f-fd98fa124db1" providerId="ADAL" clId="{B2469FA9-EBD8-4834-A16D-CBF8EFC907DD}" dt="2025-10-02T21:25:54.031" v="1275"/>
          <ac:inkMkLst>
            <pc:docMk/>
            <pc:sldMk cId="548183474" sldId="271"/>
            <ac:inkMk id="11" creationId="{574B402E-EEBA-B41E-C389-1A27CCA1D319}"/>
          </ac:inkMkLst>
        </pc:inkChg>
        <pc:inkChg chg="mod">
          <ac:chgData name="Jonathan Bollig" userId="8b5d0afe-f106-45e0-8c3f-fd98fa124db1" providerId="ADAL" clId="{B2469FA9-EBD8-4834-A16D-CBF8EFC907DD}" dt="2025-10-02T21:26:28.253" v="1284"/>
          <ac:inkMkLst>
            <pc:docMk/>
            <pc:sldMk cId="548183474" sldId="271"/>
            <ac:inkMk id="14" creationId="{3082476C-08DB-C67F-AF9E-194BA25F64BE}"/>
          </ac:inkMkLst>
        </pc:inkChg>
        <pc:inkChg chg="mod">
          <ac:chgData name="Jonathan Bollig" userId="8b5d0afe-f106-45e0-8c3f-fd98fa124db1" providerId="ADAL" clId="{B2469FA9-EBD8-4834-A16D-CBF8EFC907DD}" dt="2025-10-02T21:29:28.900" v="1333"/>
          <ac:inkMkLst>
            <pc:docMk/>
            <pc:sldMk cId="548183474" sldId="271"/>
            <ac:inkMk id="19" creationId="{156220C4-06F4-6FD8-A888-49F15EE43FDE}"/>
          </ac:inkMkLst>
        </pc:inkChg>
        <pc:inkChg chg="mod">
          <ac:chgData name="Jonathan Bollig" userId="8b5d0afe-f106-45e0-8c3f-fd98fa124db1" providerId="ADAL" clId="{B2469FA9-EBD8-4834-A16D-CBF8EFC907DD}" dt="2025-10-02T21:29:57.365" v="1340"/>
          <ac:inkMkLst>
            <pc:docMk/>
            <pc:sldMk cId="548183474" sldId="271"/>
            <ac:inkMk id="22" creationId="{5062D448-F697-20DF-6189-E22432B4FFF9}"/>
          </ac:inkMkLst>
        </pc:inkChg>
        <pc:cxnChg chg="add mod">
          <ac:chgData name="Jonathan Bollig" userId="8b5d0afe-f106-45e0-8c3f-fd98fa124db1" providerId="ADAL" clId="{B2469FA9-EBD8-4834-A16D-CBF8EFC907DD}" dt="2025-10-02T21:30:48.639" v="1351" actId="164"/>
          <ac:cxnSpMkLst>
            <pc:docMk/>
            <pc:sldMk cId="548183474" sldId="271"/>
            <ac:cxnSpMk id="23" creationId="{C8878F27-E9F7-EDF3-DD38-3898AFAA1042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2T22:19:30.319" v="1937" actId="20577"/>
        <pc:sldMkLst>
          <pc:docMk/>
          <pc:sldMk cId="2406076225" sldId="272"/>
        </pc:sldMkLst>
        <pc:spChg chg="mod">
          <ac:chgData name="Jonathan Bollig" userId="8b5d0afe-f106-45e0-8c3f-fd98fa124db1" providerId="ADAL" clId="{B2469FA9-EBD8-4834-A16D-CBF8EFC907DD}" dt="2025-10-02T22:19:30.319" v="1937" actId="20577"/>
          <ac:spMkLst>
            <pc:docMk/>
            <pc:sldMk cId="2406076225" sldId="272"/>
            <ac:spMk id="2" creationId="{0E7E12AB-F551-7E22-317F-A88787268652}"/>
          </ac:spMkLst>
        </pc:spChg>
        <pc:spChg chg="mod">
          <ac:chgData name="Jonathan Bollig" userId="8b5d0afe-f106-45e0-8c3f-fd98fa124db1" providerId="ADAL" clId="{B2469FA9-EBD8-4834-A16D-CBF8EFC907DD}" dt="2025-10-02T21:49:15.784" v="1832" actId="14100"/>
          <ac:spMkLst>
            <pc:docMk/>
            <pc:sldMk cId="2406076225" sldId="272"/>
            <ac:spMk id="3" creationId="{5BCF1727-98BC-892A-C959-753459DCDAE0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6" creationId="{10ACA9B0-3262-8790-755D-468C0BE5548F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7" creationId="{3B7B46C7-EC25-C4C9-3042-97A3A3E82265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8" creationId="{ACB1B386-8AE1-52B5-5AC1-1BC4ABB7B34C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10" creationId="{B9D6841A-13EC-EF32-8CC2-C5FC1842FC53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14" creationId="{ED2BC30C-A1E7-C208-D691-AE0443A1D2A2}"/>
          </ac:spMkLst>
        </pc:spChg>
        <pc:spChg chg="add mod">
          <ac:chgData name="Jonathan Bollig" userId="8b5d0afe-f106-45e0-8c3f-fd98fa124db1" providerId="ADAL" clId="{B2469FA9-EBD8-4834-A16D-CBF8EFC907DD}" dt="2025-10-02T21:54:29.001" v="1854" actId="14100"/>
          <ac:spMkLst>
            <pc:docMk/>
            <pc:sldMk cId="2406076225" sldId="272"/>
            <ac:spMk id="24" creationId="{57229F26-A03D-C859-01E3-E6BEEE6A0CEB}"/>
          </ac:spMkLst>
        </pc:spChg>
        <pc:spChg chg="add mod">
          <ac:chgData name="Jonathan Bollig" userId="8b5d0afe-f106-45e0-8c3f-fd98fa124db1" providerId="ADAL" clId="{B2469FA9-EBD8-4834-A16D-CBF8EFC907DD}" dt="2025-10-02T22:13:27.465" v="1890" actId="14100"/>
          <ac:spMkLst>
            <pc:docMk/>
            <pc:sldMk cId="2406076225" sldId="272"/>
            <ac:spMk id="34" creationId="{89B28C0A-E542-64B2-46CA-1C2F1B5180ED}"/>
          </ac:spMkLst>
        </pc:spChg>
        <pc:picChg chg="add mod">
          <ac:chgData name="Jonathan Bollig" userId="8b5d0afe-f106-45e0-8c3f-fd98fa124db1" providerId="ADAL" clId="{B2469FA9-EBD8-4834-A16D-CBF8EFC907DD}" dt="2025-10-02T21:47:46.965" v="1766" actId="1076"/>
          <ac:picMkLst>
            <pc:docMk/>
            <pc:sldMk cId="2406076225" sldId="272"/>
            <ac:picMk id="5" creationId="{81F51E81-AEB9-0660-2A03-865ED44522A3}"/>
          </ac:picMkLst>
        </pc:picChg>
        <pc:picChg chg="add mod ord">
          <ac:chgData name="Jonathan Bollig" userId="8b5d0afe-f106-45e0-8c3f-fd98fa124db1" providerId="ADAL" clId="{B2469FA9-EBD8-4834-A16D-CBF8EFC907DD}" dt="2025-10-02T22:15:57.991" v="1901" actId="167"/>
          <ac:picMkLst>
            <pc:docMk/>
            <pc:sldMk cId="2406076225" sldId="272"/>
            <ac:picMk id="43" creationId="{CBCADC9C-4BF1-2712-88E8-C62D3F633A59}"/>
          </ac:picMkLst>
        </pc:picChg>
        <pc:cxnChg chg="add mod">
          <ac:chgData name="Jonathan Bollig" userId="8b5d0afe-f106-45e0-8c3f-fd98fa124db1" providerId="ADAL" clId="{B2469FA9-EBD8-4834-A16D-CBF8EFC907DD}" dt="2025-10-02T21:47:46.965" v="1766" actId="1076"/>
          <ac:cxnSpMkLst>
            <pc:docMk/>
            <pc:sldMk cId="2406076225" sldId="272"/>
            <ac:cxnSpMk id="9" creationId="{CB1F28D8-EF9B-5E41-D6ED-8371926C1E61}"/>
          </ac:cxnSpMkLst>
        </pc:cxnChg>
        <pc:cxnChg chg="add mod">
          <ac:chgData name="Jonathan Bollig" userId="8b5d0afe-f106-45e0-8c3f-fd98fa124db1" providerId="ADAL" clId="{B2469FA9-EBD8-4834-A16D-CBF8EFC907DD}" dt="2025-10-02T21:47:46.965" v="1766" actId="1076"/>
          <ac:cxnSpMkLst>
            <pc:docMk/>
            <pc:sldMk cId="2406076225" sldId="272"/>
            <ac:cxnSpMk id="13" creationId="{E43D7AE7-EDCE-C25C-4B04-DA1AA4A83F19}"/>
          </ac:cxnSpMkLst>
        </pc:cxnChg>
        <pc:cxnChg chg="add mod">
          <ac:chgData name="Jonathan Bollig" userId="8b5d0afe-f106-45e0-8c3f-fd98fa124db1" providerId="ADAL" clId="{B2469FA9-EBD8-4834-A16D-CBF8EFC907DD}" dt="2025-10-02T21:54:57.427" v="1861" actId="14100"/>
          <ac:cxnSpMkLst>
            <pc:docMk/>
            <pc:sldMk cId="2406076225" sldId="272"/>
            <ac:cxnSpMk id="23" creationId="{9B83E428-6CBD-D8AB-038A-214FFA5D1CFC}"/>
          </ac:cxnSpMkLst>
        </pc:cxnChg>
        <pc:cxnChg chg="add mod">
          <ac:chgData name="Jonathan Bollig" userId="8b5d0afe-f106-45e0-8c3f-fd98fa124db1" providerId="ADAL" clId="{B2469FA9-EBD8-4834-A16D-CBF8EFC907DD}" dt="2025-10-02T21:54:54.134" v="1860" actId="14100"/>
          <ac:cxnSpMkLst>
            <pc:docMk/>
            <pc:sldMk cId="2406076225" sldId="272"/>
            <ac:cxnSpMk id="28" creationId="{3E90FC9F-C1A3-A5FA-268F-EB4DDC061F06}"/>
          </ac:cxnSpMkLst>
        </pc:cxnChg>
        <pc:cxnChg chg="add mod">
          <ac:chgData name="Jonathan Bollig" userId="8b5d0afe-f106-45e0-8c3f-fd98fa124db1" providerId="ADAL" clId="{B2469FA9-EBD8-4834-A16D-CBF8EFC907DD}" dt="2025-10-02T22:16:04.762" v="1902" actId="14100"/>
          <ac:cxnSpMkLst>
            <pc:docMk/>
            <pc:sldMk cId="2406076225" sldId="272"/>
            <ac:cxnSpMk id="33" creationId="{AB0C2933-982C-E3BF-1622-A83081BFDF41}"/>
          </ac:cxnSpMkLst>
        </pc:cxnChg>
        <pc:cxnChg chg="add mod">
          <ac:chgData name="Jonathan Bollig" userId="8b5d0afe-f106-45e0-8c3f-fd98fa124db1" providerId="ADAL" clId="{B2469FA9-EBD8-4834-A16D-CBF8EFC907DD}" dt="2025-10-02T22:16:07.116" v="1903" actId="14100"/>
          <ac:cxnSpMkLst>
            <pc:docMk/>
            <pc:sldMk cId="2406076225" sldId="272"/>
            <ac:cxnSpMk id="35" creationId="{D3115202-48C6-72FA-0482-A8003822A6CC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5T23:23:35.695" v="2902" actId="20577"/>
        <pc:sldMkLst>
          <pc:docMk/>
          <pc:sldMk cId="137709409" sldId="273"/>
        </pc:sldMkLst>
        <pc:spChg chg="mod">
          <ac:chgData name="Jonathan Bollig" userId="8b5d0afe-f106-45e0-8c3f-fd98fa124db1" providerId="ADAL" clId="{B2469FA9-EBD8-4834-A16D-CBF8EFC907DD}" dt="2025-10-02T22:19:36.594" v="1950" actId="20577"/>
          <ac:spMkLst>
            <pc:docMk/>
            <pc:sldMk cId="137709409" sldId="273"/>
            <ac:spMk id="2" creationId="{6920CD88-9D7D-C3FF-C922-078C956143E9}"/>
          </ac:spMkLst>
        </pc:spChg>
        <pc:spChg chg="mod">
          <ac:chgData name="Jonathan Bollig" userId="8b5d0afe-f106-45e0-8c3f-fd98fa124db1" providerId="ADAL" clId="{B2469FA9-EBD8-4834-A16D-CBF8EFC907DD}" dt="2025-10-05T23:23:35.695" v="2902" actId="20577"/>
          <ac:spMkLst>
            <pc:docMk/>
            <pc:sldMk cId="137709409" sldId="273"/>
            <ac:spMk id="3" creationId="{A559ED63-FB8D-1136-6925-1E63A03A93ED}"/>
          </ac:spMkLst>
        </pc:spChg>
        <pc:spChg chg="add mod">
          <ac:chgData name="Jonathan Bollig" userId="8b5d0afe-f106-45e0-8c3f-fd98fa124db1" providerId="ADAL" clId="{B2469FA9-EBD8-4834-A16D-CBF8EFC907DD}" dt="2025-10-02T22:19:10.992" v="1924" actId="1076"/>
          <ac:spMkLst>
            <pc:docMk/>
            <pc:sldMk cId="137709409" sldId="273"/>
            <ac:spMk id="5" creationId="{33401323-BDC2-4276-F840-47D71C463E52}"/>
          </ac:spMkLst>
        </pc:spChg>
        <pc:spChg chg="add mod">
          <ac:chgData name="Jonathan Bollig" userId="8b5d0afe-f106-45e0-8c3f-fd98fa124db1" providerId="ADAL" clId="{B2469FA9-EBD8-4834-A16D-CBF8EFC907DD}" dt="2025-10-02T22:30:50.009" v="2068" actId="1076"/>
          <ac:spMkLst>
            <pc:docMk/>
            <pc:sldMk cId="137709409" sldId="273"/>
            <ac:spMk id="18" creationId="{87BFEC29-9017-3B83-9B75-3BBE062FFD99}"/>
          </ac:spMkLst>
        </pc:spChg>
        <pc:spChg chg="add mod">
          <ac:chgData name="Jonathan Bollig" userId="8b5d0afe-f106-45e0-8c3f-fd98fa124db1" providerId="ADAL" clId="{B2469FA9-EBD8-4834-A16D-CBF8EFC907DD}" dt="2025-10-02T22:34:10.639" v="2075" actId="1076"/>
          <ac:spMkLst>
            <pc:docMk/>
            <pc:sldMk cId="137709409" sldId="273"/>
            <ac:spMk id="24" creationId="{132CCAA7-A7C2-1A1E-6312-45BA732D71F6}"/>
          </ac:spMkLst>
        </pc:spChg>
        <pc:picChg chg="add mod">
          <ac:chgData name="Jonathan Bollig" userId="8b5d0afe-f106-45e0-8c3f-fd98fa124db1" providerId="ADAL" clId="{B2469FA9-EBD8-4834-A16D-CBF8EFC907DD}" dt="2025-10-02T22:19:10.992" v="1924" actId="1076"/>
          <ac:picMkLst>
            <pc:docMk/>
            <pc:sldMk cId="137709409" sldId="273"/>
            <ac:picMk id="4" creationId="{9013A46E-7C2E-02E1-F57A-B98E414C6016}"/>
          </ac:picMkLst>
        </pc:picChg>
        <pc:picChg chg="add mod">
          <ac:chgData name="Jonathan Bollig" userId="8b5d0afe-f106-45e0-8c3f-fd98fa124db1" providerId="ADAL" clId="{B2469FA9-EBD8-4834-A16D-CBF8EFC907DD}" dt="2025-10-02T22:29:00.017" v="2044" actId="1076"/>
          <ac:picMkLst>
            <pc:docMk/>
            <pc:sldMk cId="137709409" sldId="273"/>
            <ac:picMk id="12" creationId="{15850069-C63B-98B2-8DFD-D9E9BF8502F4}"/>
          </ac:picMkLst>
        </pc:picChg>
        <pc:picChg chg="add mod ord">
          <ac:chgData name="Jonathan Bollig" userId="8b5d0afe-f106-45e0-8c3f-fd98fa124db1" providerId="ADAL" clId="{B2469FA9-EBD8-4834-A16D-CBF8EFC907DD}" dt="2025-10-02T22:30:15.852" v="2056" actId="1440"/>
          <ac:picMkLst>
            <pc:docMk/>
            <pc:sldMk cId="137709409" sldId="273"/>
            <ac:picMk id="16" creationId="{AFEB52CE-B931-0F3F-5611-DB6319916107}"/>
          </ac:picMkLst>
        </pc:picChg>
        <pc:cxnChg chg="add mod">
          <ac:chgData name="Jonathan Bollig" userId="8b5d0afe-f106-45e0-8c3f-fd98fa124db1" providerId="ADAL" clId="{B2469FA9-EBD8-4834-A16D-CBF8EFC907DD}" dt="2025-10-02T22:29:30.900" v="2047" actId="14100"/>
          <ac:cxnSpMkLst>
            <pc:docMk/>
            <pc:sldMk cId="137709409" sldId="273"/>
            <ac:cxnSpMk id="13" creationId="{E34738F9-7580-19FA-9451-21FFFD8ADA4E}"/>
          </ac:cxnSpMkLst>
        </pc:cxnChg>
        <pc:cxnChg chg="add mod">
          <ac:chgData name="Jonathan Bollig" userId="8b5d0afe-f106-45e0-8c3f-fd98fa124db1" providerId="ADAL" clId="{B2469FA9-EBD8-4834-A16D-CBF8EFC907DD}" dt="2025-10-02T22:30:52.847" v="2069" actId="14100"/>
          <ac:cxnSpMkLst>
            <pc:docMk/>
            <pc:sldMk cId="137709409" sldId="273"/>
            <ac:cxnSpMk id="17" creationId="{9368C89F-40C6-402C-FEC5-9DA9351CC8BB}"/>
          </ac:cxnSpMkLst>
        </pc:cxnChg>
        <pc:cxnChg chg="add mod">
          <ac:chgData name="Jonathan Bollig" userId="8b5d0afe-f106-45e0-8c3f-fd98fa124db1" providerId="ADAL" clId="{B2469FA9-EBD8-4834-A16D-CBF8EFC907DD}" dt="2025-10-02T22:30:56.335" v="2070" actId="14100"/>
          <ac:cxnSpMkLst>
            <pc:docMk/>
            <pc:sldMk cId="137709409" sldId="273"/>
            <ac:cxnSpMk id="19" creationId="{490A1C87-25DB-06A6-A660-4E552898CECE}"/>
          </ac:cxnSpMkLst>
        </pc:cxnChg>
      </pc:sldChg>
      <pc:sldChg chg="addSp delSp modSp new del mod modAnim">
        <pc:chgData name="Jonathan Bollig" userId="8b5d0afe-f106-45e0-8c3f-fd98fa124db1" providerId="ADAL" clId="{B2469FA9-EBD8-4834-A16D-CBF8EFC907DD}" dt="2025-10-07T14:27:21.091" v="2905" actId="47"/>
        <pc:sldMkLst>
          <pc:docMk/>
          <pc:sldMk cId="766000052" sldId="274"/>
        </pc:sldMkLst>
      </pc:sldChg>
      <pc:sldChg chg="addSp modSp new mod modAnim">
        <pc:chgData name="Jonathan Bollig" userId="8b5d0afe-f106-45e0-8c3f-fd98fa124db1" providerId="ADAL" clId="{B2469FA9-EBD8-4834-A16D-CBF8EFC907DD}" dt="2025-10-07T22:39:44.886" v="2913"/>
        <pc:sldMkLst>
          <pc:docMk/>
          <pc:sldMk cId="3877654343" sldId="275"/>
        </pc:sldMkLst>
        <pc:spChg chg="mod">
          <ac:chgData name="Jonathan Bollig" userId="8b5d0afe-f106-45e0-8c3f-fd98fa124db1" providerId="ADAL" clId="{B2469FA9-EBD8-4834-A16D-CBF8EFC907DD}" dt="2025-10-04T21:28:37.955" v="2495" actId="20577"/>
          <ac:spMkLst>
            <pc:docMk/>
            <pc:sldMk cId="3877654343" sldId="275"/>
            <ac:spMk id="2" creationId="{382CBA87-C0B6-ECA7-3678-99DAEAE8F6E6}"/>
          </ac:spMkLst>
        </pc:spChg>
        <pc:spChg chg="mod">
          <ac:chgData name="Jonathan Bollig" userId="8b5d0afe-f106-45e0-8c3f-fd98fa124db1" providerId="ADAL" clId="{B2469FA9-EBD8-4834-A16D-CBF8EFC907DD}" dt="2025-10-04T21:36:22.237" v="2725"/>
          <ac:spMkLst>
            <pc:docMk/>
            <pc:sldMk cId="3877654343" sldId="275"/>
            <ac:spMk id="3" creationId="{A1531EF3-7D15-44AC-E302-39D8C18F8564}"/>
          </ac:spMkLst>
        </pc:spChg>
        <pc:spChg chg="add mod">
          <ac:chgData name="Jonathan Bollig" userId="8b5d0afe-f106-45e0-8c3f-fd98fa124db1" providerId="ADAL" clId="{B2469FA9-EBD8-4834-A16D-CBF8EFC907DD}" dt="2025-10-07T22:39:23.789" v="2907" actId="164"/>
          <ac:spMkLst>
            <pc:docMk/>
            <pc:sldMk cId="3877654343" sldId="275"/>
            <ac:spMk id="10" creationId="{1ED2D7D5-7874-4F0E-AFD9-95B42561AEE9}"/>
          </ac:spMkLst>
        </pc:spChg>
        <pc:grpChg chg="add mod">
          <ac:chgData name="Jonathan Bollig" userId="8b5d0afe-f106-45e0-8c3f-fd98fa124db1" providerId="ADAL" clId="{B2469FA9-EBD8-4834-A16D-CBF8EFC907DD}" dt="2025-10-07T22:39:23.789" v="2907" actId="164"/>
          <ac:grpSpMkLst>
            <pc:docMk/>
            <pc:sldMk cId="3877654343" sldId="275"/>
            <ac:grpSpMk id="4" creationId="{6A9BC1EE-38D7-CEC7-263A-DE1227820608}"/>
          </ac:grpSpMkLst>
        </pc:grpChg>
        <pc:picChg chg="add mod">
          <ac:chgData name="Jonathan Bollig" userId="8b5d0afe-f106-45e0-8c3f-fd98fa124db1" providerId="ADAL" clId="{B2469FA9-EBD8-4834-A16D-CBF8EFC907DD}" dt="2025-10-04T21:34:15.378" v="2720" actId="1076"/>
          <ac:picMkLst>
            <pc:docMk/>
            <pc:sldMk cId="3877654343" sldId="275"/>
            <ac:picMk id="5" creationId="{73BCA6D8-4E7C-B1AE-6083-1A85733EB99E}"/>
          </ac:picMkLst>
        </pc:picChg>
        <pc:picChg chg="add mod">
          <ac:chgData name="Jonathan Bollig" userId="8b5d0afe-f106-45e0-8c3f-fd98fa124db1" providerId="ADAL" clId="{B2469FA9-EBD8-4834-A16D-CBF8EFC907DD}" dt="2025-10-07T22:39:23.789" v="2907" actId="164"/>
          <ac:picMkLst>
            <pc:docMk/>
            <pc:sldMk cId="3877654343" sldId="275"/>
            <ac:picMk id="7" creationId="{1510E010-A9B1-C223-3DCA-24C70C8FC354}"/>
          </ac:picMkLst>
        </pc:picChg>
        <pc:picChg chg="add mod">
          <ac:chgData name="Jonathan Bollig" userId="8b5d0afe-f106-45e0-8c3f-fd98fa124db1" providerId="ADAL" clId="{B2469FA9-EBD8-4834-A16D-CBF8EFC907DD}" dt="2025-10-04T21:36:29.864" v="2727" actId="1076"/>
          <ac:picMkLst>
            <pc:docMk/>
            <pc:sldMk cId="3877654343" sldId="275"/>
            <ac:picMk id="9" creationId="{B506FA52-C740-19F8-C631-8FF58276A6CB}"/>
          </ac:picMkLst>
        </pc:picChg>
        <pc:cxnChg chg="add mod">
          <ac:chgData name="Jonathan Bollig" userId="8b5d0afe-f106-45e0-8c3f-fd98fa124db1" providerId="ADAL" clId="{B2469FA9-EBD8-4834-A16D-CBF8EFC907DD}" dt="2025-10-07T22:39:23.789" v="2907" actId="164"/>
          <ac:cxnSpMkLst>
            <pc:docMk/>
            <pc:sldMk cId="3877654343" sldId="275"/>
            <ac:cxnSpMk id="11" creationId="{8CEA4226-50D0-622A-3F81-975AE5FBD77C}"/>
          </ac:cxnSpMkLst>
        </pc:cxnChg>
      </pc:sldChg>
      <pc:sldChg chg="modSp new del mod">
        <pc:chgData name="Jonathan Bollig" userId="8b5d0afe-f106-45e0-8c3f-fd98fa124db1" providerId="ADAL" clId="{B2469FA9-EBD8-4834-A16D-CBF8EFC907DD}" dt="2025-10-05T23:23:13.207" v="2837" actId="2696"/>
        <pc:sldMkLst>
          <pc:docMk/>
          <pc:sldMk cId="3240811298" sldId="27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4:2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1 460 24575,'0'-8'0,"1"-1"0,1 2 0,-1-1 0,2 0 0,-1 1 0,0 0 0,1-2 0,0 2 0,5-7 0,38-60 0,35-26 0,-60 78 0,-1-2 0,-1 0 0,26-42 0,-45 64 0,1-1 0,0 1 0,1 0 0,-1-1 0,0 1 0,2 1 0,-2-2 0,1 1 0,-1 1 0,1-1 0,0 0 0,-1 0 0,2 1 0,-1 0 0,0-1 0,0 1 0,0 0 0,0 0 0,1 0 0,0 0 0,-1 1 0,0-2 0,5 2 0,-2 0 0,1 2 0,-1 0 0,0-1 0,0 1 0,-1 0 0,2 0 0,-2 2 0,1-2 0,0 1 0,6 6 0,105 72 0,-101-75 0,2 1 0,-1-2 0,0 0 0,1 0 0,-1-3 0,2 0 0,17 2 0,47 6 0,-54-5 0,-20-4 0,-2-1 0,2 2 0,-2-1 0,1 1 0,1 0 0,-2 1 0,1-1 0,-1 2 0,13 6 0,-19-10 0,0 0 0,0 2 0,0-2 0,0 0 0,0 0 0,0 1 0,0-1 0,0 0 0,0 0 0,0 1 0,0-1 0,0 0 0,0 0 0,0 1 0,0-1 0,0 0 0,0 0 0,0 1 0,0-1 0,0 0 0,0 0 0,-1 2 0,1-2 0,0 0 0,0 0 0,0 0 0,0 1 0,-1-1 0,1 0 0,0 0 0,0 0 0,0 0 0,-1 0 0,1 1 0,0-1 0,0 0 0,-2 0 0,2 0 0,0 0 0,0 0 0,-1 0 0,1 0 0,0 0 0,0 0 0,-1 0 0,1 0 0,0 0 0,0 0 0,-1 0 0,1 0 0,0 0 0,0 0 0,-1 0 0,1-1 0,-20 4 0,5-3 0,0 0 0,0-1 0,0 0 0,0-1 0,0-1 0,1-2 0,-2 2 0,2-3 0,0 0 0,0 0 0,-19-13 0,0-3 0,0-2 0,2-2 0,-35-35 0,62 56 0,-2 0 0,2 2 0,-2-1 0,2 0 0,-2 1 0,1-1 0,0 2 0,-1 0 0,0-1 0,0 1 0,1 1 0,-10-3 0,12 4 0,0 0 0,0 0 0,-1 0 0,1 0 0,-1 1 0,0-1 0,1 2 0,0-1 0,0-1 0,-1 2 0,1-1 0,0 0 0,1 1 0,-2 0 0,1 0 0,1 1 0,-2-2 0,2 1 0,-1 2 0,1-2 0,0 1 0,-5 5 0,-16 24 0,-1-1 0,-1-3 0,-53 48 0,67-66-124,1 2 0,0 0 0,0 0 0,1 0 0,0 2 0,2-1-1,-1 1 1,2-1 0,-1 2 0,-6 20 0,9-12-6702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5:5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483 460 24575,'0'-8'0,"0"-1"0,-2 2 0,2-1 0,-2 0 0,1 1 0,0 0 0,-1-2 0,0 2 0,-2-7 0,-23-60 0,-21-26 0,36 78 0,0-2 0,1 0 0,-15-42 0,26 64 0,-1-1 0,0 1 0,0 0 0,0-1 0,1 1 0,-1 1 0,0-2 0,0 1 0,0 1 0,0-1 0,-1 0 0,2 0 0,-1 1 0,-1 0 0,1-1 0,0 1 0,-1 0 0,1 0 0,0 0 0,-1 0 0,1 1 0,-1-2 0,-2 2 0,1 0 0,0 2 0,0 0 0,0-1 0,0 1 0,1 0 0,-2 0 0,2 2 0,-1-2 0,0 1 0,-3 6 0,-62 72 0,59-75 0,-1 1 0,0-2 0,1 0 0,-1 0 0,1-3 0,-2 0 0,-9 2 0,-28 6 0,31-5 0,13-4 0,0-1 0,-1 2 0,1-1 0,1 1 0,-2 0 0,1 1 0,0-1 0,1 2 0,-8 6 0,11-10 0,0 0 0,0 2 0,0-2 0,0 0 0,0 0 0,0 1 0,0-1 0,0 0 0,0 0 0,0 1 0,0-1 0,0 0 0,0 0 0,0 1 0,0-1 0,0 0 0,0 0 0,0 1 0,0-1 0,0 0 0,0 0 0,0 2 0,0-2 0,0 0 0,0 0 0,0 0 0,0 1 0,1-1 0,-1 0 0,0 0 0,0 0 0,0 0 0,1 0 0,-1 1 0,0-1 0,0 0 0,0 0 0,0 0 0,0 0 0,0 0 0,1 0 0,-1 0 0,0 0 0,0 0 0,1 0 0,-1 0 0,0 0 0,0 0 0,0 0 0,0 0 0,0 0 0,0 0 0,1 0 0,-1-1 0,11 4 0,-2-3 0,0 0 0,0-1 0,0 0 0,0-1 0,0-1 0,-1-2 0,1 2 0,-1-3 0,1 0 0,-1 0 0,11-13 0,0-3 0,1-2 0,-2-2 0,21-35 0,-37 56 0,1 0 0,0 2 0,0-1 0,0 0 0,0 1 0,0-1 0,0 2 0,0 0 0,1-1 0,0 1 0,-1 1 0,5-3 0,-6 4 0,0 0 0,0 0 0,0 0 0,0 0 0,0 1 0,0-1 0,0 2 0,0-1 0,0-1 0,0 2 0,0-1 0,0 0 0,-1 1 0,1 0 0,0 0 0,-1 1 0,1-2 0,-1 1 0,1 2 0,0-2 0,-1 1 0,3 5 0,9 24 0,1-1 0,1-3 0,30 48 0,-38-66-124,-1 2 0,0 0 0,0 0 0,-1 0 0,0 2 0,0-1-1,-1 1 1,0-1 0,0 2 0,3 20 0,-4-12-6702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6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24575,'0'5'0,"1"0"0,0-1 0,0 0 0,1 1 0,-1-1 0,1 0 0,0 1 0,1-1 0,2 4 0,29 35 0,25 14 0,-44-44 0,0 1 0,-1 0 0,19 24 0,-33-37 0,0 0 0,1 1 0,1-1 0,-1 0 0,-1 1 0,2-1 0,-1 0 0,0 0 0,0 0 0,1 0 0,-1 0 0,0 0 0,1 0 0,-1 0 0,1-1 0,0 1 0,-1 0 0,1-1 0,-1 1 0,2 0 0,-2-1 0,1 0 0,3 0 0,-1 0 0,0 0 0,0-2 0,-1 2 0,1-2 0,-1 2 0,1-2 0,-1 0 0,0 1 0,1-1 0,4-3 0,77-42 0,-74 44 0,1-1 0,0 1 0,0 0 0,0 1 0,0 0 0,1 1 0,12-1 0,35-4 0,-39 3 0,-15 2 0,-2 1 0,2 0 0,-1-1 0,0-1 0,0 1 0,0 0 0,0-1 0,0 0 0,8-4 0,-13 6 0,0 0 0,0 0 0,0 0 0,0 0 0,0 0 0,0-1 0,0 1 0,0 0 0,0 0 0,0-1 0,0 1 0,0 0 0,0 0 0,0 0 0,0 0 0,0 0 0,0 0 0,0-1 0,0 1 0,0 0 0,0 0 0,-1-1 0,1 1 0,0 0 0,0 0 0,0 0 0,0-1 0,0 1 0,0 0 0,0 0 0,0 0 0,0 0 0,-1 0 0,1 0 0,0 0 0,0 0 0,-1 0 0,1 0 0,0 0 0,0 0 0,-1 0 0,1 0 0,0 0 0,0 0 0,-1 0 0,1 0 0,0 0 0,0 0 0,0 0 0,0 0 0,0 0 0,0 0 0,-1 0 0,1 0 0,-15-2 0,4 2 0,0 0 0,0 1 0,1 0 0,-2 0 0,1 1 0,1 0 0,-1 0 0,0 2 0,1-1 0,-1 0 0,-12 8 0,-1 2 0,0 1 0,0 1 0,-23 20 0,43-32 0,0 0 0,1-1 0,-1 0 0,1 0 0,-1 0 0,0 0 0,0-1 0,0 1 0,-1-1 0,1 0 0,0 0 0,-6 1 0,7-2 0,1 0 0,0 0 0,-1 0 0,1 0 0,-1-1 0,0 1 0,1 0 0,0-1 0,-1 1 0,1-1 0,-1 0 0,1 0 0,0 1 0,0-2 0,0 1 0,0 0 0,0 0 0,0 0 0,0-1 0,0 0 0,0 1 0,-2-4 0,-13-13 0,-1 0 0,0 2 0,-39-28 0,49 38-124,0-1 0,1 0 0,0 0 0,0 1 0,1-2 0,0 0-1,1 0 1,0 0 0,0 0 0,-4-12 0,6 6-6702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9:28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24575,'0'9'0,"1"0"0,1-1 0,-1 1 0,2 0 0,-1-1 0,0 0 0,1 1 0,0-1 0,5 7 0,38 67 0,35 28 0,-60-86 0,-1 2 0,-1 0 0,26 47 0,-45-70 0,1-1 0,0 1 0,1 0 0,-1-1 0,0 1 0,2-2 0,-2 2 0,1-1 0,-1 0 0,1 0 0,0-1 0,-1 2 0,2-2 0,-1 1 0,0-1 0,0 0 0,0 1 0,0-1 0,1 0 0,0 0 0,-1-1 0,0 2 0,5-2 0,-2 0 0,1-2 0,-1 0 0,0 1 0,0-2 0,-1 2 0,2-2 0,-2-1 0,1 2 0,0-2 0,6-5 0,105-81 0,-101 83 0,2 0 0,-1 1 0,0 1 0,1 0 0,-1 2 0,2 1 0,17-2 0,47-8 0,-54 7 0,-20 4 0,-2 1 0,2-2 0,-2 1 0,1-2 0,1 1 0,-2-1 0,1 1 0,-1-2 0,13-8 0,-19 12 0,0 0 0,0-1 0,0 1 0,0 0 0,0 0 0,0-2 0,0 2 0,0 0 0,0 0 0,0-1 0,0 1 0,0 0 0,0 0 0,0-1 0,0 1 0,0 0 0,0 0 0,0-1 0,0 1 0,0 0 0,0 0 0,-1-2 0,1 2 0,0 0 0,0 0 0,0 0 0,0-1 0,-1 1 0,1 0 0,0 0 0,0 0 0,0 0 0,-1 0 0,1-1 0,0 1 0,0 0 0,-2 0 0,2 0 0,0 0 0,0 0 0,-1 0 0,1 0 0,0 0 0,0 0 0,-1 0 0,1 0 0,0 0 0,0 0 0,-1 0 0,1 0 0,0 0 0,0 0 0,-1 0 0,1 1 0,-20-5 0,5 4 0,0 0 0,0 1 0,0 1 0,0 0 0,0 1 0,1 2 0,-2-1 0,2 2 0,0 1 0,0-1 0,-19 15 0,0 4 0,0 1 0,2 3 0,-35 38 0,62-62 0,-2 1 0,2-3 0,-2 1 0,2 0 0,-2 0 0,1 0 0,0-1 0,-1-1 0,0 1 0,0-1 0,1 0 0,-10 2 0,12-4 0,0 0 0,0 0 0,-1 0 0,1 0 0,-1-2 0,0 2 0,1-1 0,0 0 0,0 1 0,-1-3 0,1 2 0,0 0 0,1-1 0,-2 0 0,1-1 0,1 0 0,-2 2 0,2-1 0,-1-2 0,1 1 0,0 0 0,-5-6 0,-16-26 0,-1 1 0,-1 3 0,-53-52 0,67 71-124,1-1 0,0 0 0,0 0 0,1 0 0,0-2 0,2 0-1,-1 0 1,2 0 0,-1-1 0,-6-22 0,9 12-6702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9:57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2 24575,'0'12'0,"0"-1"0,-2-1 0,2 1 0,-2 0 0,1-1 0,0-1 0,-1 3 0,0-3 0,-2 11 0,-23 81 0,-21 34 0,36-104 0,0 1 0,1 0 0,-15 58 0,26-87 0,-1 0 0,0 1 0,0-1 0,0 0 0,1 0 0,-1-1 0,0 1 0,0 0 0,0-1 0,0 1 0,-1-1 0,2 1 0,-1-1 0,-1-1 0,1 1 0,0-1 0,-1 1 0,1 0 0,0-1 0,-1 1 0,1-2 0,-1 2 0,-2-2 0,1 0 0,0-2 0,0-1 0,0 1 0,0-1 0,1 1 0,-2-1 0,2-2 0,-1 2 0,0-2 0,-3-6 0,-62-100 0,59 103 0,-1-2 0,0 4 0,1-1 0,-1 1 0,1 3 0,-2-1 0,-9 0 0,-28-11 0,31 9 0,13 4 0,0 2 0,-1-1 0,1-1 0,1-1 0,-2-1 0,1 1 0,0 0 0,1-2 0,-8-9 0,11 14 0,0 0 0,0-2 0,0 2 0,0 0 0,0 0 0,0-1 0,0 1 0,0 0 0,0 0 0,0-2 0,0 2 0,0 0 0,0 0 0,0-2 0,0 2 0,0 0 0,0 0 0,0-1 0,0 1 0,0 0 0,0 0 0,0-2 0,0 2 0,0 0 0,0 0 0,0 0 0,0-2 0,1 2 0,-1 0 0,0 0 0,0 0 0,0 0 0,1 0 0,-1-1 0,0 1 0,0 0 0,0 0 0,0 0 0,0 0 0,0 0 0,1 0 0,-1 0 0,0 0 0,0 0 0,1 0 0,-1 0 0,0 0 0,0 0 0,0 0 0,0 0 0,0 0 0,0 0 0,1 0 0,-1 1 0,11-5 0,-2 4 0,0 0 0,0 1 0,0 1 0,0 1 0,0 0 0,-1 4 0,1-2 0,-1 3 0,1 0 0,-1 0 0,11 17 0,0 6 0,1 1 0,-2 4 0,21 47 0,-37-76 0,1-1 0,0-1 0,0 0 0,0 0 0,0-1 0,0 1 0,0-2 0,0 1 0,1-1 0,0 0 0,-1-1 0,5 3 0,-6-5 0,0 0 0,0 0 0,0 0 0,0 0 0,0-2 0,0 2 0,0-2 0,0 1 0,0 1 0,0-4 0,0 3 0,0-1 0,-1 1 0,1-3 0,0 1 0,-1 0 0,1 1 0,-1-1 0,1-2 0,0 2 0,-1 0 0,3-8 0,9-33 0,1 2 0,1 4 0,30-65 0,-38 88-124,-1-1 0,0 0 0,0 0 0,-1 0 0,0-3 0,0 1-1,-1-1 1,0 1 0,0-3 0,3-26 0,-4 15-6702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 Erik bin mir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sicher</a:t>
            </a:r>
            <a:r>
              <a:rPr lang="en-US" dirty="0"/>
              <a:t>, </a:t>
            </a:r>
            <a:r>
              <a:rPr lang="en-US" dirty="0" err="1"/>
              <a:t>ob</a:t>
            </a:r>
            <a:r>
              <a:rPr lang="en-US" dirty="0"/>
              <a:t> das der </a:t>
            </a:r>
            <a:r>
              <a:rPr lang="en-US" dirty="0" err="1"/>
              <a:t>beste</a:t>
            </a:r>
            <a:r>
              <a:rPr lang="en-US" dirty="0"/>
              <a:t> </a:t>
            </a:r>
            <a:r>
              <a:rPr lang="en-US" dirty="0" err="1"/>
              <a:t>Einstieg</a:t>
            </a:r>
            <a:r>
              <a:rPr lang="en-US" dirty="0"/>
              <a:t> in das Thema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r>
              <a:rPr lang="en-US" dirty="0"/>
              <a:t>This is </a:t>
            </a:r>
            <a:r>
              <a:rPr lang="en-US" dirty="0" err="1"/>
              <a:t>obv</a:t>
            </a:r>
            <a:r>
              <a:rPr lang="en-US" dirty="0"/>
              <a:t>. very repetitive.</a:t>
            </a:r>
          </a:p>
          <a:p>
            <a:r>
              <a:rPr lang="en-US" dirty="0"/>
              <a:t>There is a slightly better way with loops, but there is a much better way with functions!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286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creating our own functions, let’s look at functions we have used before. </a:t>
            </a:r>
          </a:p>
          <a:p>
            <a:r>
              <a:rPr lang="en-US" dirty="0"/>
              <a:t>@Erik: Hier </a:t>
            </a:r>
            <a:r>
              <a:rPr lang="en-US" dirty="0" err="1"/>
              <a:t>hab</a:t>
            </a:r>
            <a:r>
              <a:rPr lang="en-US" dirty="0"/>
              <a:t> ich </a:t>
            </a:r>
            <a:r>
              <a:rPr lang="en-US" dirty="0" err="1"/>
              <a:t>schon</a:t>
            </a:r>
            <a:r>
              <a:rPr lang="en-US" dirty="0"/>
              <a:t> Animation </a:t>
            </a:r>
            <a:r>
              <a:rPr lang="en-US" dirty="0" err="1"/>
              <a:t>hinzugefügt</a:t>
            </a:r>
            <a:r>
              <a:rPr lang="en-US" dirty="0"/>
              <a:t>, da </a:t>
            </a:r>
            <a:r>
              <a:rPr lang="en-US" dirty="0" err="1"/>
              <a:t>sonst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offensichtlich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ich mir </a:t>
            </a:r>
            <a:r>
              <a:rPr lang="en-US" dirty="0" err="1"/>
              <a:t>diese</a:t>
            </a:r>
            <a:r>
              <a:rPr lang="en-US" dirty="0"/>
              <a:t> Folie </a:t>
            </a:r>
            <a:r>
              <a:rPr lang="en-US" dirty="0" err="1"/>
              <a:t>gedacht</a:t>
            </a:r>
            <a:r>
              <a:rPr lang="en-US" dirty="0"/>
              <a:t> </a:t>
            </a:r>
            <a:r>
              <a:rPr lang="en-US" dirty="0" err="1"/>
              <a:t>habe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56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 Erik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schon</a:t>
            </a:r>
            <a:r>
              <a:rPr lang="en-US" dirty="0"/>
              <a:t> die </a:t>
            </a:r>
            <a:r>
              <a:rPr lang="en-US" dirty="0" err="1"/>
              <a:t>grobe</a:t>
            </a:r>
            <a:r>
              <a:rPr lang="en-US" dirty="0"/>
              <a:t> </a:t>
            </a:r>
            <a:r>
              <a:rPr lang="en-US" dirty="0" err="1"/>
              <a:t>Animationslogik</a:t>
            </a:r>
            <a:r>
              <a:rPr lang="en-US" dirty="0"/>
              <a:t>. Man </a:t>
            </a:r>
            <a:r>
              <a:rPr lang="en-US" dirty="0" err="1"/>
              <a:t>könnte</a:t>
            </a:r>
            <a:r>
              <a:rPr lang="en-US" dirty="0"/>
              <a:t>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dessen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die </a:t>
            </a:r>
            <a:r>
              <a:rPr lang="en-US" dirty="0" err="1"/>
              <a:t>Pfeile</a:t>
            </a:r>
            <a:r>
              <a:rPr lang="en-US" dirty="0"/>
              <a:t> erst </a:t>
            </a:r>
            <a:r>
              <a:rPr lang="en-US" dirty="0" err="1"/>
              <a:t>ausblenden</a:t>
            </a:r>
            <a:r>
              <a:rPr lang="en-US" dirty="0"/>
              <a:t>, und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und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einfügen</a:t>
            </a:r>
            <a:endParaRPr lang="en-US" dirty="0"/>
          </a:p>
          <a:p>
            <a:endParaRPr lang="en-US" dirty="0"/>
          </a:p>
          <a:p>
            <a:r>
              <a:rPr lang="en-US" dirty="0"/>
              <a:t>ÜBERLEGUNG: </a:t>
            </a:r>
            <a:r>
              <a:rPr lang="en-US" dirty="0" err="1"/>
              <a:t>Diese</a:t>
            </a:r>
            <a:r>
              <a:rPr lang="en-US" dirty="0"/>
              <a:t> Slide </a:t>
            </a:r>
            <a:r>
              <a:rPr lang="en-US" dirty="0" err="1"/>
              <a:t>vor</a:t>
            </a:r>
            <a:r>
              <a:rPr lang="en-US" dirty="0"/>
              <a:t> die </a:t>
            </a:r>
            <a:r>
              <a:rPr lang="en-US" dirty="0" err="1"/>
              <a:t>andere</a:t>
            </a:r>
            <a:r>
              <a:rPr lang="en-US" dirty="0"/>
              <a:t> Slide?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616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4.xml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040" y="1886293"/>
            <a:ext cx="11437919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dirty="0"/>
            </a:br>
            <a:br>
              <a:rPr lang="en-US" noProof="0" dirty="0"/>
            </a:br>
            <a:r>
              <a:rPr lang="en-US" b="1" noProof="0" dirty="0"/>
              <a:t>Chunk 6: Functions: Saving Code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18323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09.10.2025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FA8FEF-355B-4696-BDF9-2FD691AC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Problem: Stupid Copy Paste of 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1BDE09-88EC-D31E-47EA-F4575D1FB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6463" cy="4351338"/>
          </a:xfrm>
        </p:spPr>
        <p:txBody>
          <a:bodyPr/>
          <a:lstStyle/>
          <a:p>
            <a:r>
              <a:rPr lang="en-US" dirty="0"/>
              <a:t>Tasks 5 / Advanced: Check if matrix side lengths are equal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“Stupid” solution: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Copy paste</a:t>
            </a:r>
            <a:endParaRPr lang="en-US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AE7EE9-0120-9032-C29E-192010B74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005" y="1583666"/>
            <a:ext cx="2584369" cy="1429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1F5D3E-D007-A612-2189-78BEA6E9B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618" y="3815116"/>
            <a:ext cx="4985143" cy="937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5F5B1FA-0545-549D-5E1F-EAB12E45F100}"/>
              </a:ext>
            </a:extLst>
          </p:cNvPr>
          <p:cNvSpPr txBox="1"/>
          <p:nvPr/>
        </p:nvSpPr>
        <p:spPr>
          <a:xfrm>
            <a:off x="7619870" y="4601843"/>
            <a:ext cx="554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+</a:t>
            </a:r>
            <a:endParaRPr lang="de-DE" sz="54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AEE736-CFA4-89CA-A5F0-41A4C2457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4618" y="5360025"/>
            <a:ext cx="4985142" cy="951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292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BCE4F-7201-C5A2-4AEC-7592A890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Solution: Functions </a:t>
            </a:r>
            <a:r>
              <a:rPr lang="en-US" dirty="0">
                <a:sym typeface="Wingdings" panose="05000000000000000000" pitchFamily="2" charset="2"/>
              </a:rPr>
              <a:t> Reuse of 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5FD9F6-9F8D-13B5-62F2-48DC342D3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Been using functions all the time: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print()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sum()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int()</a:t>
            </a:r>
          </a:p>
          <a:p>
            <a:r>
              <a:rPr lang="en-US" dirty="0"/>
              <a:t>Logic: </a:t>
            </a:r>
          </a:p>
          <a:p>
            <a:pPr lvl="1"/>
            <a:r>
              <a:rPr lang="en-US" dirty="0"/>
              <a:t>Input in “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Output: Either text display or saved to a variable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C27FE37-2189-2007-38F4-0998F6FDA61A}"/>
              </a:ext>
            </a:extLst>
          </p:cNvPr>
          <p:cNvGrpSpPr/>
          <p:nvPr/>
        </p:nvGrpSpPr>
        <p:grpSpPr>
          <a:xfrm>
            <a:off x="2898648" y="5433743"/>
            <a:ext cx="5916168" cy="841248"/>
            <a:chOff x="2898648" y="5433743"/>
            <a:chExt cx="5916168" cy="841248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0AD3E9AD-6B04-091E-A807-77151C3EA563}"/>
                </a:ext>
              </a:extLst>
            </p:cNvPr>
            <p:cNvSpPr/>
            <p:nvPr/>
          </p:nvSpPr>
          <p:spPr>
            <a:xfrm>
              <a:off x="4489705" y="5433743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Function Logic</a:t>
              </a:r>
            </a:p>
          </p:txBody>
        </p:sp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F2705625-203C-7FAC-4D26-96457B21DFD1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4046668" y="5854367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511B8B42-7631-D0E4-E348-9E2A37815763}"/>
                </a:ext>
              </a:extLst>
            </p:cNvPr>
            <p:cNvSpPr/>
            <p:nvPr/>
          </p:nvSpPr>
          <p:spPr>
            <a:xfrm>
              <a:off x="2898648" y="5433743"/>
              <a:ext cx="1148020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35B7C780-DE95-EAD3-05E4-DDFBBE760B49}"/>
                </a:ext>
              </a:extLst>
            </p:cNvPr>
            <p:cNvSpPr/>
            <p:nvPr/>
          </p:nvSpPr>
          <p:spPr>
            <a:xfrm>
              <a:off x="7666169" y="5433743"/>
              <a:ext cx="114864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Output</a:t>
              </a:r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88A8BD27-6AD8-A6FE-5CD0-9842B01AF4D5}"/>
                </a:ext>
              </a:extLst>
            </p:cNvPr>
            <p:cNvCxnSpPr>
              <a:cxnSpLocks/>
              <a:stCxn id="4" idx="3"/>
              <a:endCxn id="11" idx="1"/>
            </p:cNvCxnSpPr>
            <p:nvPr/>
          </p:nvCxnSpPr>
          <p:spPr>
            <a:xfrm>
              <a:off x="7223132" y="5854367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40C88E45-FB0B-0E49-FC74-B5FB7178EE6A}"/>
              </a:ext>
            </a:extLst>
          </p:cNvPr>
          <p:cNvGrpSpPr/>
          <p:nvPr/>
        </p:nvGrpSpPr>
        <p:grpSpPr>
          <a:xfrm>
            <a:off x="2898648" y="2294303"/>
            <a:ext cx="6734556" cy="325453"/>
            <a:chOff x="2898648" y="2294303"/>
            <a:chExt cx="6734556" cy="325453"/>
          </a:xfrm>
        </p:grpSpPr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4EF068A1-4B54-BFAA-8B07-2994D5E12706}"/>
                </a:ext>
              </a:extLst>
            </p:cNvPr>
            <p:cNvSpPr/>
            <p:nvPr/>
          </p:nvSpPr>
          <p:spPr>
            <a:xfrm>
              <a:off x="4489705" y="2294303"/>
              <a:ext cx="2733427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Display text</a:t>
              </a:r>
              <a:endParaRPr lang="en-GB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12909A05-E585-E983-56FB-334B26D34F01}"/>
                </a:ext>
              </a:extLst>
            </p:cNvPr>
            <p:cNvCxnSpPr>
              <a:cxnSpLocks/>
              <a:stCxn id="24" idx="3"/>
              <a:endCxn id="22" idx="1"/>
            </p:cNvCxnSpPr>
            <p:nvPr/>
          </p:nvCxnSpPr>
          <p:spPr>
            <a:xfrm>
              <a:off x="4046668" y="245703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F34F755F-D528-B38B-78F1-3C39CECDD855}"/>
                </a:ext>
              </a:extLst>
            </p:cNvPr>
            <p:cNvSpPr/>
            <p:nvPr/>
          </p:nvSpPr>
          <p:spPr>
            <a:xfrm>
              <a:off x="2898648" y="2294303"/>
              <a:ext cx="1148020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“Hello”</a:t>
              </a:r>
            </a:p>
          </p:txBody>
        </p:sp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08A8D2E9-7562-86B8-9E3B-178ACD793CC4}"/>
                </a:ext>
              </a:extLst>
            </p:cNvPr>
            <p:cNvSpPr/>
            <p:nvPr/>
          </p:nvSpPr>
          <p:spPr>
            <a:xfrm>
              <a:off x="7666169" y="2294303"/>
              <a:ext cx="1967035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Hello (in console)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0F9D2F53-799B-8272-0626-DD7ED173AC46}"/>
                </a:ext>
              </a:extLst>
            </p:cNvPr>
            <p:cNvCxnSpPr>
              <a:cxnSpLocks/>
              <a:stCxn id="22" idx="3"/>
              <a:endCxn id="25" idx="1"/>
            </p:cNvCxnSpPr>
            <p:nvPr/>
          </p:nvCxnSpPr>
          <p:spPr>
            <a:xfrm>
              <a:off x="7223132" y="245703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C97A448F-F1A7-736A-D78F-DA2F8709BA13}"/>
              </a:ext>
            </a:extLst>
          </p:cNvPr>
          <p:cNvGrpSpPr/>
          <p:nvPr/>
        </p:nvGrpSpPr>
        <p:grpSpPr>
          <a:xfrm>
            <a:off x="2898648" y="2754693"/>
            <a:ext cx="6035040" cy="325453"/>
            <a:chOff x="2898648" y="2754693"/>
            <a:chExt cx="6035040" cy="325453"/>
          </a:xfrm>
        </p:grpSpPr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6BFD53BC-87FE-35E6-B699-4AF70485C666}"/>
                </a:ext>
              </a:extLst>
            </p:cNvPr>
            <p:cNvSpPr/>
            <p:nvPr/>
          </p:nvSpPr>
          <p:spPr>
            <a:xfrm>
              <a:off x="4489705" y="2754693"/>
              <a:ext cx="2733427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Add all elements</a:t>
              </a: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1D0F0227-3396-A4AF-5B97-D78EA700A1D2}"/>
                </a:ext>
              </a:extLst>
            </p:cNvPr>
            <p:cNvCxnSpPr>
              <a:cxnSpLocks/>
              <a:stCxn id="30" idx="3"/>
              <a:endCxn id="28" idx="1"/>
            </p:cNvCxnSpPr>
            <p:nvPr/>
          </p:nvCxnSpPr>
          <p:spPr>
            <a:xfrm>
              <a:off x="4046668" y="291742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C2859610-2815-8BCB-33A8-05BF15257453}"/>
                </a:ext>
              </a:extLst>
            </p:cNvPr>
            <p:cNvSpPr/>
            <p:nvPr/>
          </p:nvSpPr>
          <p:spPr>
            <a:xfrm>
              <a:off x="2898648" y="2754693"/>
              <a:ext cx="1148020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[1, 2, 3]</a:t>
              </a: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618AF27D-8944-6493-C460-43322811FFC2}"/>
                </a:ext>
              </a:extLst>
            </p:cNvPr>
            <p:cNvSpPr/>
            <p:nvPr/>
          </p:nvSpPr>
          <p:spPr>
            <a:xfrm>
              <a:off x="7666169" y="2754693"/>
              <a:ext cx="1267519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B9582410-0D88-74C9-EDAD-FEDFA3D74D29}"/>
                </a:ext>
              </a:extLst>
            </p:cNvPr>
            <p:cNvCxnSpPr>
              <a:cxnSpLocks/>
              <a:stCxn id="28" idx="3"/>
              <a:endCxn id="31" idx="1"/>
            </p:cNvCxnSpPr>
            <p:nvPr/>
          </p:nvCxnSpPr>
          <p:spPr>
            <a:xfrm>
              <a:off x="7223132" y="291742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89F6A1A-2017-4B8E-2367-C0B7EF8EBE77}"/>
              </a:ext>
            </a:extLst>
          </p:cNvPr>
          <p:cNvGrpSpPr/>
          <p:nvPr/>
        </p:nvGrpSpPr>
        <p:grpSpPr>
          <a:xfrm>
            <a:off x="2898648" y="3232068"/>
            <a:ext cx="6035040" cy="325453"/>
            <a:chOff x="2898648" y="3232068"/>
            <a:chExt cx="6035040" cy="325453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21267BC3-F767-AC8A-AE89-7177167A89FB}"/>
                </a:ext>
              </a:extLst>
            </p:cNvPr>
            <p:cNvSpPr/>
            <p:nvPr/>
          </p:nvSpPr>
          <p:spPr>
            <a:xfrm>
              <a:off x="4489705" y="3232068"/>
              <a:ext cx="2733427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Remove decimals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43E7BD72-DB2E-E149-F8DA-ABCCB9AB93B1}"/>
                </a:ext>
              </a:extLst>
            </p:cNvPr>
            <p:cNvCxnSpPr>
              <a:cxnSpLocks/>
              <a:stCxn id="36" idx="3"/>
              <a:endCxn id="34" idx="1"/>
            </p:cNvCxnSpPr>
            <p:nvPr/>
          </p:nvCxnSpPr>
          <p:spPr>
            <a:xfrm>
              <a:off x="4046668" y="3394795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hteck: abgerundete Ecken 35">
              <a:extLst>
                <a:ext uri="{FF2B5EF4-FFF2-40B4-BE49-F238E27FC236}">
                  <a16:creationId xmlns:a16="http://schemas.microsoft.com/office/drawing/2014/main" id="{0F844FDF-82A4-B5A8-CD0F-C6C22EFBDCE6}"/>
                </a:ext>
              </a:extLst>
            </p:cNvPr>
            <p:cNvSpPr/>
            <p:nvPr/>
          </p:nvSpPr>
          <p:spPr>
            <a:xfrm>
              <a:off x="2898648" y="3232068"/>
              <a:ext cx="1148020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3.1415</a:t>
              </a:r>
            </a:p>
          </p:txBody>
        </p: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32EDB96-2147-F78A-6CB2-FCDB52169CC8}"/>
                </a:ext>
              </a:extLst>
            </p:cNvPr>
            <p:cNvSpPr/>
            <p:nvPr/>
          </p:nvSpPr>
          <p:spPr>
            <a:xfrm>
              <a:off x="7666169" y="3232068"/>
              <a:ext cx="1267519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3B197A63-41EA-DEB4-3A02-28433D78E981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7223132" y="3394795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3DD203BC-32BE-6694-5E1A-854AF46D467E}"/>
              </a:ext>
            </a:extLst>
          </p:cNvPr>
          <p:cNvGrpSpPr/>
          <p:nvPr/>
        </p:nvGrpSpPr>
        <p:grpSpPr>
          <a:xfrm>
            <a:off x="8335250" y="4830232"/>
            <a:ext cx="3577350" cy="900461"/>
            <a:chOff x="8649686" y="4802800"/>
            <a:chExt cx="3577350" cy="900461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889D9EC4-8FB2-EAC6-DEBA-208BDB1987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9686" y="5164225"/>
              <a:ext cx="1131570" cy="53903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92EC2E82-6D60-E3B5-4C32-40FBA97E8F24}"/>
                </a:ext>
              </a:extLst>
            </p:cNvPr>
            <p:cNvSpPr/>
            <p:nvPr/>
          </p:nvSpPr>
          <p:spPr>
            <a:xfrm>
              <a:off x="9798332" y="4802800"/>
              <a:ext cx="2428704" cy="72017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Either an assignment and / or a visual output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44577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850EC-AE4C-3131-B94E-E42C5C2D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431AE5-5AD5-3558-F359-717F636E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</a:t>
            </a:r>
            <a:r>
              <a:rPr lang="en-US" dirty="0">
                <a:sym typeface="Wingdings" panose="05000000000000000000" pitchFamily="2" charset="2"/>
              </a:rPr>
              <a:t> Function Logic  Assignment: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Input </a:t>
            </a:r>
            <a:r>
              <a:rPr lang="en-US" dirty="0">
                <a:sym typeface="Wingdings" panose="05000000000000000000" pitchFamily="2" charset="2"/>
              </a:rPr>
              <a:t> Function Logic  Visual Output: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D8689A-8408-E60A-7604-D7BFA30F0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337" y="1554480"/>
            <a:ext cx="2398503" cy="1098873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CF4A904-B240-751E-924F-6004EF8D9D8A}"/>
              </a:ext>
            </a:extLst>
          </p:cNvPr>
          <p:cNvGrpSpPr/>
          <p:nvPr/>
        </p:nvGrpSpPr>
        <p:grpSpPr>
          <a:xfrm rot="10957499">
            <a:off x="1575542" y="2014523"/>
            <a:ext cx="7363087" cy="841248"/>
            <a:chOff x="8487235" y="4177136"/>
            <a:chExt cx="2199873" cy="841248"/>
          </a:xfrm>
        </p:grpSpPr>
        <p:sp>
          <p:nvSpPr>
            <p:cNvPr id="7" name="Bogen 6">
              <a:extLst>
                <a:ext uri="{FF2B5EF4-FFF2-40B4-BE49-F238E27FC236}">
                  <a16:creationId xmlns:a16="http://schemas.microsoft.com/office/drawing/2014/main" id="{D4C21179-F3D3-AAEA-1901-D9BD5D44762D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ACE1FBC4-DA7A-9C1B-DADF-FDE700E76B5A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ACE1FBC4-DA7A-9C1B-DADF-FDE700E76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2692638" flipV="1">
                  <a:off x="8485404" y="4470348"/>
                  <a:ext cx="92396" cy="17785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6B9D2CF-C994-9047-1BC3-44070FEB850D}"/>
              </a:ext>
            </a:extLst>
          </p:cNvPr>
          <p:cNvGrpSpPr/>
          <p:nvPr/>
        </p:nvGrpSpPr>
        <p:grpSpPr>
          <a:xfrm rot="228950" flipH="1">
            <a:off x="3936664" y="1563288"/>
            <a:ext cx="4318672" cy="841248"/>
            <a:chOff x="8487235" y="4177136"/>
            <a:chExt cx="2199873" cy="841248"/>
          </a:xfrm>
        </p:grpSpPr>
        <p:sp>
          <p:nvSpPr>
            <p:cNvPr id="10" name="Bogen 9">
              <a:extLst>
                <a:ext uri="{FF2B5EF4-FFF2-40B4-BE49-F238E27FC236}">
                  <a16:creationId xmlns:a16="http://schemas.microsoft.com/office/drawing/2014/main" id="{3166F096-8828-5635-14D5-D2BE3C1A10F0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574B402E-EEBA-B41E-C389-1A27CCA1D319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574B402E-EEBA-B41E-C389-1A27CCA1D3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rot="12692638" flipV="1">
                  <a:off x="8484118" y="4470348"/>
                  <a:ext cx="94968" cy="17785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8C62CB1-A430-FE78-9696-81012A0B25C2}"/>
              </a:ext>
            </a:extLst>
          </p:cNvPr>
          <p:cNvGrpSpPr/>
          <p:nvPr/>
        </p:nvGrpSpPr>
        <p:grpSpPr>
          <a:xfrm rot="11219394">
            <a:off x="5867844" y="2107650"/>
            <a:ext cx="1793582" cy="572660"/>
            <a:chOff x="8440548" y="4177136"/>
            <a:chExt cx="2246560" cy="841248"/>
          </a:xfrm>
        </p:grpSpPr>
        <p:sp>
          <p:nvSpPr>
            <p:cNvPr id="13" name="Bogen 12">
              <a:extLst>
                <a:ext uri="{FF2B5EF4-FFF2-40B4-BE49-F238E27FC236}">
                  <a16:creationId xmlns:a16="http://schemas.microsoft.com/office/drawing/2014/main" id="{856434DC-EBAD-9BDD-A298-373D66F60A51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3082476C-08DB-C67F-AF9E-194BA25F64BE}"/>
                    </a:ext>
                  </a:extLst>
                </p14:cNvPr>
                <p14:cNvContentPartPr/>
                <p14:nvPr/>
              </p14:nvContentPartPr>
              <p14:xfrm>
                <a:off x="8440548" y="4481426"/>
                <a:ext cx="271800" cy="14004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85C3B65C-6361-A6C5-6F9A-1B32B4EEBF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34428" y="4475306"/>
                  <a:ext cx="284040" cy="152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" name="Grafik 15">
            <a:extLst>
              <a:ext uri="{FF2B5EF4-FFF2-40B4-BE49-F238E27FC236}">
                <a16:creationId xmlns:a16="http://schemas.microsoft.com/office/drawing/2014/main" id="{B722FB85-A71A-BBD2-DB77-06B7CBD108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1479" y="3817413"/>
            <a:ext cx="2143424" cy="1486107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97DB359-E402-BB4B-EFA8-C04A0A287A80}"/>
              </a:ext>
            </a:extLst>
          </p:cNvPr>
          <p:cNvGrpSpPr/>
          <p:nvPr/>
        </p:nvGrpSpPr>
        <p:grpSpPr>
          <a:xfrm rot="10998562" flipV="1">
            <a:off x="1618060" y="3608130"/>
            <a:ext cx="7363087" cy="925109"/>
            <a:chOff x="8487235" y="4177136"/>
            <a:chExt cx="2199873" cy="841248"/>
          </a:xfrm>
        </p:grpSpPr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24F9B0B9-C873-7B06-7F5F-429E2C85CA1D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156220C4-06F4-6FD8-A888-49F15EE43FDE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156220C4-06F4-6FD8-A888-49F15EE43FD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12692638" flipV="1">
                  <a:off x="8485404" y="4470905"/>
                  <a:ext cx="92396" cy="1767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BB1E1B1-50A9-2631-FDDA-956D420A1462}"/>
              </a:ext>
            </a:extLst>
          </p:cNvPr>
          <p:cNvGrpSpPr/>
          <p:nvPr/>
        </p:nvGrpSpPr>
        <p:grpSpPr>
          <a:xfrm rot="396559" flipH="1" flipV="1">
            <a:off x="3821458" y="3914468"/>
            <a:ext cx="4318672" cy="1144317"/>
            <a:chOff x="8487235" y="4177136"/>
            <a:chExt cx="2199873" cy="841248"/>
          </a:xfrm>
        </p:grpSpPr>
        <p:sp>
          <p:nvSpPr>
            <p:cNvPr id="21" name="Bogen 20">
              <a:extLst>
                <a:ext uri="{FF2B5EF4-FFF2-40B4-BE49-F238E27FC236}">
                  <a16:creationId xmlns:a16="http://schemas.microsoft.com/office/drawing/2014/main" id="{FA7A17D7-25F3-A773-3D53-5937DB0A07A4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5062D448-F697-20DF-6189-E22432B4FFF9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5062D448-F697-20DF-6189-E22432B4FF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 rot="12692638" flipV="1">
                  <a:off x="8484118" y="4471964"/>
                  <a:ext cx="94968" cy="174624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8878F27-E9F7-EDF3-DD38-3898AFAA1042}"/>
              </a:ext>
            </a:extLst>
          </p:cNvPr>
          <p:cNvCxnSpPr>
            <a:cxnSpLocks/>
          </p:cNvCxnSpPr>
          <p:nvPr/>
        </p:nvCxnSpPr>
        <p:spPr>
          <a:xfrm>
            <a:off x="6311900" y="4296833"/>
            <a:ext cx="1684867" cy="71543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18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42">
            <a:extLst>
              <a:ext uri="{FF2B5EF4-FFF2-40B4-BE49-F238E27FC236}">
                <a16:creationId xmlns:a16="http://schemas.microsoft.com/office/drawing/2014/main" id="{CBCADC9C-4BF1-2712-88E8-C62D3F63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191" y="4298922"/>
            <a:ext cx="3044786" cy="16400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E7E12AB-F551-7E22-317F-A8878726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How to Create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F1727-98BC-892A-C959-753459DCD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38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Without Assignment:</a:t>
            </a:r>
            <a:br>
              <a:rPr lang="en-US" dirty="0"/>
            </a:br>
            <a:r>
              <a:rPr lang="en-US" dirty="0"/>
              <a:t>(Single Input)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Without Assignment:</a:t>
            </a:r>
            <a:br>
              <a:rPr lang="en-US" dirty="0"/>
            </a:br>
            <a:r>
              <a:rPr lang="en-US" dirty="0"/>
              <a:t>(Multiple Input)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F51E81-AEB9-0660-2A03-865ED445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354" y="1825625"/>
            <a:ext cx="2463005" cy="1701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0ACA9B0-3262-8790-755D-468C0BE5548F}"/>
              </a:ext>
            </a:extLst>
          </p:cNvPr>
          <p:cNvSpPr/>
          <p:nvPr/>
        </p:nvSpPr>
        <p:spPr>
          <a:xfrm>
            <a:off x="4712829" y="1889369"/>
            <a:ext cx="358230" cy="24329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B7B46C7-EC25-C4C9-3042-97A3A3E82265}"/>
              </a:ext>
            </a:extLst>
          </p:cNvPr>
          <p:cNvSpPr/>
          <p:nvPr/>
        </p:nvSpPr>
        <p:spPr>
          <a:xfrm>
            <a:off x="6649322" y="1916357"/>
            <a:ext cx="120362" cy="21631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B1B386-8AE1-52B5-5AC1-1BC4ABB7B34C}"/>
              </a:ext>
            </a:extLst>
          </p:cNvPr>
          <p:cNvSpPr/>
          <p:nvPr/>
        </p:nvSpPr>
        <p:spPr>
          <a:xfrm>
            <a:off x="4712829" y="2132667"/>
            <a:ext cx="1369996" cy="45137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B1F28D8-EF9B-5E41-D6ED-8371926C1E6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38425" y="1446905"/>
            <a:ext cx="772063" cy="4694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9D6841A-13EC-EF32-8CC2-C5FC1842FC53}"/>
              </a:ext>
            </a:extLst>
          </p:cNvPr>
          <p:cNvSpPr/>
          <p:nvPr/>
        </p:nvSpPr>
        <p:spPr>
          <a:xfrm>
            <a:off x="7210488" y="1291878"/>
            <a:ext cx="777338" cy="31005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43D7AE7-EDCE-C25C-4B04-DA1AA4A83F19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57185" y="2399216"/>
            <a:ext cx="1298792" cy="1189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ED2BC30C-A1E7-C208-D691-AE0443A1D2A2}"/>
              </a:ext>
            </a:extLst>
          </p:cNvPr>
          <p:cNvSpPr/>
          <p:nvPr/>
        </p:nvSpPr>
        <p:spPr>
          <a:xfrm>
            <a:off x="7455977" y="2362175"/>
            <a:ext cx="727379" cy="3119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9B83E428-6CBD-D8AB-038A-214FFA5D1CFC}"/>
              </a:ext>
            </a:extLst>
          </p:cNvPr>
          <p:cNvCxnSpPr>
            <a:cxnSpLocks/>
            <a:stCxn id="24" idx="1"/>
            <a:endCxn id="7" idx="3"/>
          </p:cNvCxnSpPr>
          <p:nvPr/>
        </p:nvCxnSpPr>
        <p:spPr>
          <a:xfrm flipH="1">
            <a:off x="6769684" y="1916357"/>
            <a:ext cx="1003962" cy="1081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57229F26-A03D-C859-01E3-E6BEEE6A0CEB}"/>
              </a:ext>
            </a:extLst>
          </p:cNvPr>
          <p:cNvSpPr/>
          <p:nvPr/>
        </p:nvSpPr>
        <p:spPr>
          <a:xfrm>
            <a:off x="7773646" y="1760396"/>
            <a:ext cx="772063" cy="3119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colon</a:t>
            </a:r>
            <a:endParaRPr lang="de-DE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3E90FC9F-C1A3-A5FA-268F-EB4DDC061F06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38425" y="1446905"/>
            <a:ext cx="772063" cy="132727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B0C2933-982C-E3BF-1622-A83081BFDF41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7016097" y="4522533"/>
            <a:ext cx="1081729" cy="15904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89B28C0A-E542-64B2-46CA-1C2F1B5180ED}"/>
              </a:ext>
            </a:extLst>
          </p:cNvPr>
          <p:cNvSpPr/>
          <p:nvPr/>
        </p:nvSpPr>
        <p:spPr>
          <a:xfrm>
            <a:off x="8097826" y="4422449"/>
            <a:ext cx="1819568" cy="51826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 separated input</a:t>
            </a:r>
            <a:endParaRPr lang="de-DE" dirty="0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3115202-48C6-72FA-0482-A8003822A6CC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6438425" y="4681580"/>
            <a:ext cx="1659401" cy="70083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07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AFEB52CE-B931-0F3F-5611-DB631991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487" y="3846568"/>
            <a:ext cx="2477569" cy="2103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920CD88-9D7D-C3FF-C922-078C9561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How to Create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59ED63-FB8D-1136-6925-1E63A03A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1499"/>
          </a:xfrm>
        </p:spPr>
        <p:txBody>
          <a:bodyPr/>
          <a:lstStyle/>
          <a:p>
            <a:r>
              <a:rPr lang="en-US" dirty="0"/>
              <a:t>With assignment:</a:t>
            </a:r>
            <a:br>
              <a:rPr lang="en-US" dirty="0"/>
            </a:br>
            <a:r>
              <a:rPr lang="en-US" dirty="0"/>
              <a:t>(Single return)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With </a:t>
            </a:r>
            <a:r>
              <a:rPr lang="de-DE" dirty="0" err="1"/>
              <a:t>assignment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(multiple </a:t>
            </a:r>
            <a:r>
              <a:rPr lang="de-DE" dirty="0" err="1"/>
              <a:t>return</a:t>
            </a:r>
            <a:r>
              <a:rPr lang="de-DE" dirty="0"/>
              <a:t>)</a:t>
            </a:r>
          </a:p>
          <a:p>
            <a:endParaRPr lang="de-DE" dirty="0"/>
          </a:p>
          <a:p>
            <a:endParaRPr lang="en-US" dirty="0"/>
          </a:p>
          <a:p>
            <a:r>
              <a:rPr lang="en-US" dirty="0"/>
              <a:t>Function exits after return (even if there </a:t>
            </a:r>
            <a:r>
              <a:rPr lang="en-US"/>
              <a:t>is code)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13A46E-7C2E-02E1-F57A-B98E414C6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052" y="1484232"/>
            <a:ext cx="2817895" cy="1566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3401323-BDC2-4276-F840-47D71C463E52}"/>
              </a:ext>
            </a:extLst>
          </p:cNvPr>
          <p:cNvSpPr/>
          <p:nvPr/>
        </p:nvSpPr>
        <p:spPr>
          <a:xfrm>
            <a:off x="5071622" y="1951781"/>
            <a:ext cx="739832" cy="22739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5850069-C63B-98B2-8DFD-D9E9BF850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99" y="3200398"/>
            <a:ext cx="1266076" cy="1063953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34738F9-7580-19FA-9451-21FFFD8ADA4E}"/>
              </a:ext>
            </a:extLst>
          </p:cNvPr>
          <p:cNvCxnSpPr>
            <a:cxnSpLocks/>
          </p:cNvCxnSpPr>
          <p:nvPr/>
        </p:nvCxnSpPr>
        <p:spPr>
          <a:xfrm flipH="1">
            <a:off x="6566612" y="3768695"/>
            <a:ext cx="1107511" cy="2379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68C89F-40C6-402C-FEC5-9DA9351CC8BB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776957" y="4757341"/>
            <a:ext cx="1318636" cy="4553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87BFEC29-9017-3B83-9B75-3BBE062FFD99}"/>
              </a:ext>
            </a:extLst>
          </p:cNvPr>
          <p:cNvSpPr/>
          <p:nvPr/>
        </p:nvSpPr>
        <p:spPr>
          <a:xfrm>
            <a:off x="7095593" y="4498210"/>
            <a:ext cx="1943482" cy="51826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 separated return</a:t>
            </a:r>
            <a:endParaRPr lang="de-DE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90A1C87-25DB-06A6-A660-4E552898CECE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858284" y="4757341"/>
            <a:ext cx="2237309" cy="3139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132CCAA7-A7C2-1A1E-6312-45BA732D71F6}"/>
              </a:ext>
            </a:extLst>
          </p:cNvPr>
          <p:cNvSpPr txBox="1"/>
          <p:nvPr/>
        </p:nvSpPr>
        <p:spPr>
          <a:xfrm>
            <a:off x="8983527" y="3846568"/>
            <a:ext cx="2856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https://pt.memedroid.com/memes/detail/3846326/Spoiler-alert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770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CBA87-C0B6-ECA7-3678-99DAEAE8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 topic: f-strings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531EF3-7D15-44AC-E302-39D8C18F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Inserting a lot of variables in a string with “+” is tedious: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Alternative with format():</a:t>
            </a:r>
          </a:p>
          <a:p>
            <a:endParaRPr lang="de-DE" dirty="0"/>
          </a:p>
          <a:p>
            <a:r>
              <a:rPr lang="en-US" dirty="0"/>
              <a:t>Alternative with f-string: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BCA6D8-4E7C-B1AE-6083-1A85733E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180" y="2343558"/>
            <a:ext cx="4713564" cy="1690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506FA52-C740-19F8-C631-8FF58276A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113" y="4288536"/>
            <a:ext cx="5115379" cy="711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A9BC1EE-38D7-CEC7-263A-DE1227820608}"/>
              </a:ext>
            </a:extLst>
          </p:cNvPr>
          <p:cNvGrpSpPr/>
          <p:nvPr/>
        </p:nvGrpSpPr>
        <p:grpSpPr>
          <a:xfrm>
            <a:off x="4990101" y="5324921"/>
            <a:ext cx="6202154" cy="897762"/>
            <a:chOff x="4990101" y="5324921"/>
            <a:chExt cx="6202154" cy="897762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1510E010-A9B1-C223-3DCA-24C70C8FC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0101" y="5324921"/>
              <a:ext cx="3705843" cy="60515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ED2D7D5-7874-4F0E-AFD9-95B42561AEE9}"/>
                </a:ext>
              </a:extLst>
            </p:cNvPr>
            <p:cNvSpPr/>
            <p:nvPr/>
          </p:nvSpPr>
          <p:spPr>
            <a:xfrm>
              <a:off x="9808704" y="5637467"/>
              <a:ext cx="1383551" cy="585216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Winner </a:t>
              </a:r>
              <a:r>
                <a:rPr lang="en-GB" dirty="0"/>
                <a:t>🎉</a:t>
              </a:r>
              <a:endParaRPr lang="de-DE" dirty="0"/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8CEA4226-50D0-622A-3F81-975AE5FBD77C}"/>
                </a:ext>
              </a:extLst>
            </p:cNvPr>
            <p:cNvCxnSpPr>
              <a:cxnSpLocks/>
              <a:stCxn id="10" idx="1"/>
              <a:endCxn id="7" idx="3"/>
            </p:cNvCxnSpPr>
            <p:nvPr/>
          </p:nvCxnSpPr>
          <p:spPr>
            <a:xfrm flipH="1" flipV="1">
              <a:off x="8695944" y="5627498"/>
              <a:ext cx="1112760" cy="30257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765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325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46098C8-1270-CDB4-2EEA-0D3CF8F8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196" y="2298817"/>
            <a:ext cx="4145607" cy="40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Widescreen</PresentationFormat>
  <Paragraphs>81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 Chunk 6: Functions: Saving Code</vt:lpstr>
      <vt:lpstr>The Problem: Stupid Copy Paste of Code</vt:lpstr>
      <vt:lpstr>Smart Solution: Functions  Reuse of Code</vt:lpstr>
      <vt:lpstr>How we use functions</vt:lpstr>
      <vt:lpstr>Live Coding: How to Create Functions</vt:lpstr>
      <vt:lpstr>Live Coding: How to Create Functions</vt:lpstr>
      <vt:lpstr>Off topic: f-strings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2</cp:revision>
  <dcterms:created xsi:type="dcterms:W3CDTF">2025-08-17T13:50:44Z</dcterms:created>
  <dcterms:modified xsi:type="dcterms:W3CDTF">2025-10-08T15:39:13Z</dcterms:modified>
</cp:coreProperties>
</file>