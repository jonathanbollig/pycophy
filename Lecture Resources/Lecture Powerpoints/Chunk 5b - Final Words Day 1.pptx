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1" r:id="rId3"/>
    <p:sldId id="262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BF6211-8B45-4D3D-A540-CCE8AF9D3A9A}" v="2" dt="2025-09-29T16:04:33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custSel addSld delSld modSld">
      <pc:chgData name="Jonathan Bollig" userId="8b5d0afe-f106-45e0-8c3f-fd98fa124db1" providerId="ADAL" clId="{B2469FA9-EBD8-4834-A16D-CBF8EFC907DD}" dt="2025-10-07T00:01:09.268" v="55" actId="20577"/>
      <pc:docMkLst>
        <pc:docMk/>
      </pc:docMkLst>
      <pc:sldChg chg="modSp mod">
        <pc:chgData name="Jonathan Bollig" userId="8b5d0afe-f106-45e0-8c3f-fd98fa124db1" providerId="ADAL" clId="{B2469FA9-EBD8-4834-A16D-CBF8EFC907DD}" dt="2025-10-07T00:01:09.268" v="55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7T00:01:09.268" v="55" actId="20577"/>
          <ac:spMkLst>
            <pc:docMk/>
            <pc:sldMk cId="836289018" sldId="256"/>
            <ac:spMk id="2" creationId="{40F72F59-52B3-6063-A2E3-2AA45125A99B}"/>
          </ac:spMkLst>
        </pc:spChg>
      </pc:sldChg>
      <pc:sldChg chg="del">
        <pc:chgData name="Jonathan Bollig" userId="8b5d0afe-f106-45e0-8c3f-fd98fa124db1" providerId="ADAL" clId="{B2469FA9-EBD8-4834-A16D-CBF8EFC907DD}" dt="2025-09-29T16:04:41.647" v="23" actId="47"/>
        <pc:sldMkLst>
          <pc:docMk/>
          <pc:sldMk cId="932306145" sldId="260"/>
        </pc:sldMkLst>
      </pc:sldChg>
      <pc:sldChg chg="add">
        <pc:chgData name="Jonathan Bollig" userId="8b5d0afe-f106-45e0-8c3f-fd98fa124db1" providerId="ADAL" clId="{B2469FA9-EBD8-4834-A16D-CBF8EFC907DD}" dt="2025-09-29T16:04:33.546" v="22"/>
        <pc:sldMkLst>
          <pc:docMk/>
          <pc:sldMk cId="1788226598" sldId="261"/>
        </pc:sldMkLst>
      </pc:sldChg>
      <pc:sldChg chg="add">
        <pc:chgData name="Jonathan Bollig" userId="8b5d0afe-f106-45e0-8c3f-fd98fa124db1" providerId="ADAL" clId="{B2469FA9-EBD8-4834-A16D-CBF8EFC907DD}" dt="2025-09-29T16:04:33.546" v="22"/>
        <pc:sldMkLst>
          <pc:docMk/>
          <pc:sldMk cId="4268657297" sldId="262"/>
        </pc:sldMkLst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vibes.fh-muenster.de/apps/live-votings/S83C1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noProof="0" dirty="0"/>
            </a:br>
            <a:r>
              <a:rPr lang="en-US" noProof="0" dirty="0"/>
              <a:t>Chunk 5b: Final Words Day 1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BC8323-F827-4BFE-D6F1-8FF0D0540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09A17F-8861-1278-0BA2-462C8ECDE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https://vibes.fh-muenster.de/apps/live-votings/S83C1/</a:t>
            </a:r>
            <a:r>
              <a:rPr lang="de-DE" dirty="0"/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558DCC1-899C-C86D-56E8-F526426F7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689" y="2554548"/>
            <a:ext cx="3921709" cy="393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226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72521B-B0B4-3EE5-2CC3-46306F154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See you tomorrow 9:30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865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Breitbild</PresentationFormat>
  <Paragraphs>6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</vt:lpstr>
      <vt:lpstr>Python Course for Physicists (And everyone else!) Chunk 5b: Final Words Day 1</vt:lpstr>
      <vt:lpstr>Feedback</vt:lpstr>
      <vt:lpstr>See you tomorrow 9:30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2025-10-07T00:01:11Z</dcterms:modified>
</cp:coreProperties>
</file>