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1" r:id="rId3"/>
    <p:sldId id="262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76" autoAdjust="0"/>
  </p:normalViewPr>
  <p:slideViewPr>
    <p:cSldViewPr snapToGrid="0">
      <p:cViewPr varScale="1">
        <p:scale>
          <a:sx n="96" d="100"/>
          <a:sy n="96" d="100"/>
        </p:scale>
        <p:origin x="10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B108959E-8160-4214-BA0D-42D2F1070C03}"/>
    <pc:docChg chg="undo custSel addSld modSld sldOrd">
      <pc:chgData name="Jonathan Bollig" userId="8b5d0afe-f106-45e0-8c3f-fd98fa124db1" providerId="ADAL" clId="{B108959E-8160-4214-BA0D-42D2F1070C03}" dt="2025-08-18T09:38:51.161" v="3588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836289018" sldId="256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3656329933" sldId="257"/>
        </pc:sldMkLst>
      </pc:sldChg>
      <pc:sldChg chg="addSp delSp modSp new mod modNotesTx">
        <pc:chgData name="Jonathan Bollig" userId="8b5d0afe-f106-45e0-8c3f-fd98fa124db1" providerId="ADAL" clId="{B108959E-8160-4214-BA0D-42D2F1070C03}" dt="2025-08-18T09:08:46.312" v="2773" actId="20577"/>
        <pc:sldMkLst>
          <pc:docMk/>
          <pc:sldMk cId="544279955" sldId="258"/>
        </pc:sldMkLst>
      </pc:sldChg>
      <pc:sldChg chg="addSp modSp new mod">
        <pc:chgData name="Jonathan Bollig" userId="8b5d0afe-f106-45e0-8c3f-fd98fa124db1" providerId="ADAL" clId="{B108959E-8160-4214-BA0D-42D2F1070C03}" dt="2025-08-17T17:17:31.026" v="2605" actId="20577"/>
        <pc:sldMkLst>
          <pc:docMk/>
          <pc:sldMk cId="2169503629" sldId="259"/>
        </pc:sldMkLst>
      </pc:sldChg>
      <pc:sldChg chg="modSp new mod">
        <pc:chgData name="Jonathan Bollig" userId="8b5d0afe-f106-45e0-8c3f-fd98fa124db1" providerId="ADAL" clId="{B108959E-8160-4214-BA0D-42D2F1070C03}" dt="2025-08-18T09:38:51.161" v="3588" actId="20577"/>
        <pc:sldMkLst>
          <pc:docMk/>
          <pc:sldMk cId="2533283895" sldId="260"/>
        </pc:sldMkLst>
      </pc:sldChg>
      <pc:sldChg chg="addSp delSp modSp new mod setBg">
        <pc:chgData name="Jonathan Bollig" userId="8b5d0afe-f106-45e0-8c3f-fd98fa124db1" providerId="ADAL" clId="{B108959E-8160-4214-BA0D-42D2F1070C03}" dt="2025-08-17T17:07:09.185" v="2483" actId="5793"/>
        <pc:sldMkLst>
          <pc:docMk/>
          <pc:sldMk cId="847849653" sldId="261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1908144578" sldId="262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4076698392" sldId="263"/>
        </pc:sldMkLst>
      </pc:sldChg>
      <pc:sldChg chg="modSp new mod">
        <pc:chgData name="Jonathan Bollig" userId="8b5d0afe-f106-45e0-8c3f-fd98fa124db1" providerId="ADAL" clId="{B108959E-8160-4214-BA0D-42D2F1070C03}" dt="2025-08-17T17:04:25.114" v="2368" actId="20577"/>
        <pc:sldMkLst>
          <pc:docMk/>
          <pc:sldMk cId="3708449378" sldId="264"/>
        </pc:sldMkLst>
      </pc:sldChg>
      <pc:sldChg chg="addSp delSp modSp new mod modNotesTx">
        <pc:chgData name="Jonathan Bollig" userId="8b5d0afe-f106-45e0-8c3f-fd98fa124db1" providerId="ADAL" clId="{B108959E-8160-4214-BA0D-42D2F1070C03}" dt="2025-08-18T09:38:09.362" v="3531" actId="20577"/>
        <pc:sldMkLst>
          <pc:docMk/>
          <pc:sldMk cId="933916611" sldId="265"/>
        </pc:sldMkLst>
      </pc:sldChg>
      <pc:sldChg chg="modSp new mod ord">
        <pc:chgData name="Jonathan Bollig" userId="8b5d0afe-f106-45e0-8c3f-fd98fa124db1" providerId="ADAL" clId="{B108959E-8160-4214-BA0D-42D2F1070C03}" dt="2025-08-18T09:21:09.777" v="2944" actId="2057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2469FA9-EBD8-4834-A16D-CBF8EFC907DD}"/>
    <pc:docChg chg="custSel addSld delSld modSld">
      <pc:chgData name="Jonathan Bollig" userId="8b5d0afe-f106-45e0-8c3f-fd98fa124db1" providerId="ADAL" clId="{B2469FA9-EBD8-4834-A16D-CBF8EFC907DD}" dt="2025-10-07T17:14:25.324" v="113" actId="5793"/>
      <pc:docMkLst>
        <pc:docMk/>
      </pc:docMkLst>
      <pc:sldChg chg="modSp mod">
        <pc:chgData name="Jonathan Bollig" userId="8b5d0afe-f106-45e0-8c3f-fd98fa124db1" providerId="ADAL" clId="{B2469FA9-EBD8-4834-A16D-CBF8EFC907DD}" dt="2025-10-07T17:14:01.607" v="68" actId="20577"/>
        <pc:sldMkLst>
          <pc:docMk/>
          <pc:sldMk cId="836289018" sldId="256"/>
        </pc:sldMkLst>
        <pc:spChg chg="mod">
          <ac:chgData name="Jonathan Bollig" userId="8b5d0afe-f106-45e0-8c3f-fd98fa124db1" providerId="ADAL" clId="{B2469FA9-EBD8-4834-A16D-CBF8EFC907DD}" dt="2025-10-07T17:13:58.323" v="64" actId="20577"/>
          <ac:spMkLst>
            <pc:docMk/>
            <pc:sldMk cId="836289018" sldId="256"/>
            <ac:spMk id="2" creationId="{40F72F59-52B3-6063-A2E3-2AA45125A99B}"/>
          </ac:spMkLst>
        </pc:spChg>
        <pc:spChg chg="mod">
          <ac:chgData name="Jonathan Bollig" userId="8b5d0afe-f106-45e0-8c3f-fd98fa124db1" providerId="ADAL" clId="{B2469FA9-EBD8-4834-A16D-CBF8EFC907DD}" dt="2025-10-07T17:14:01.607" v="68" actId="20577"/>
          <ac:spMkLst>
            <pc:docMk/>
            <pc:sldMk cId="836289018" sldId="256"/>
            <ac:spMk id="3" creationId="{62F76653-44B5-8707-B179-FDB90CB514B7}"/>
          </ac:spMkLst>
        </pc:spChg>
      </pc:sldChg>
      <pc:sldChg chg="del">
        <pc:chgData name="Jonathan Bollig" userId="8b5d0afe-f106-45e0-8c3f-fd98fa124db1" providerId="ADAL" clId="{B2469FA9-EBD8-4834-A16D-CBF8EFC907DD}" dt="2025-09-29T16:04:41.647" v="23" actId="47"/>
        <pc:sldMkLst>
          <pc:docMk/>
          <pc:sldMk cId="932306145" sldId="260"/>
        </pc:sldMkLst>
      </pc:sldChg>
      <pc:sldChg chg="add">
        <pc:chgData name="Jonathan Bollig" userId="8b5d0afe-f106-45e0-8c3f-fd98fa124db1" providerId="ADAL" clId="{B2469FA9-EBD8-4834-A16D-CBF8EFC907DD}" dt="2025-09-29T16:04:33.546" v="22"/>
        <pc:sldMkLst>
          <pc:docMk/>
          <pc:sldMk cId="1788226598" sldId="261"/>
        </pc:sldMkLst>
      </pc:sldChg>
      <pc:sldChg chg="modSp add mod">
        <pc:chgData name="Jonathan Bollig" userId="8b5d0afe-f106-45e0-8c3f-fd98fa124db1" providerId="ADAL" clId="{B2469FA9-EBD8-4834-A16D-CBF8EFC907DD}" dt="2025-10-07T17:14:25.324" v="113" actId="5793"/>
        <pc:sldMkLst>
          <pc:docMk/>
          <pc:sldMk cId="4268657297" sldId="262"/>
        </pc:sldMkLst>
        <pc:spChg chg="mod">
          <ac:chgData name="Jonathan Bollig" userId="8b5d0afe-f106-45e0-8c3f-fd98fa124db1" providerId="ADAL" clId="{B2469FA9-EBD8-4834-A16D-CBF8EFC907DD}" dt="2025-10-07T17:14:25.324" v="113" actId="5793"/>
          <ac:spMkLst>
            <pc:docMk/>
            <pc:sldMk cId="4268657297" sldId="262"/>
            <ac:spMk id="2" creationId="{6072521B-B0B4-3EE5-2CC3-46306F15465B}"/>
          </ac:spMkLst>
        </pc:spChg>
      </pc:sldChg>
    </pc:docChg>
  </pc:docChgLst>
  <pc:docChgLst>
    <pc:chgData name="Jonathan Bollig" userId="8b5d0afe-f106-45e0-8c3f-fd98fa124db1" providerId="ADAL" clId="{891409C9-2319-433B-8001-2E1CE368518E}"/>
    <pc:docChg chg="custSel addSld delSld modSld">
      <pc:chgData name="Jonathan Bollig" userId="8b5d0afe-f106-45e0-8c3f-fd98fa124db1" providerId="ADAL" clId="{891409C9-2319-433B-8001-2E1CE368518E}" dt="2025-08-18T13:33:56.347" v="46" actId="47"/>
      <pc:docMkLst>
        <pc:docMk/>
      </pc:docMkLst>
      <pc:sldChg chg="modSp mod">
        <pc:chgData name="Jonathan Bollig" userId="8b5d0afe-f106-45e0-8c3f-fd98fa124db1" providerId="ADAL" clId="{891409C9-2319-433B-8001-2E1CE368518E}" dt="2025-08-18T10:03:07.320" v="7" actId="20577"/>
        <pc:sldMkLst>
          <pc:docMk/>
          <pc:sldMk cId="836289018" sldId="256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656329933" sldId="257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544279955" sldId="258"/>
        </pc:sldMkLst>
      </pc:sldChg>
      <pc:sldChg chg="delSp modSp del mod">
        <pc:chgData name="Jonathan Bollig" userId="8b5d0afe-f106-45e0-8c3f-fd98fa124db1" providerId="ADAL" clId="{891409C9-2319-433B-8001-2E1CE368518E}" dt="2025-08-18T13:33:56.347" v="46" actId="47"/>
        <pc:sldMkLst>
          <pc:docMk/>
          <pc:sldMk cId="2169503629" sldId="259"/>
        </pc:sldMkLst>
      </pc:sldChg>
      <pc:sldChg chg="add">
        <pc:chgData name="Jonathan Bollig" userId="8b5d0afe-f106-45e0-8c3f-fd98fa124db1" providerId="ADAL" clId="{891409C9-2319-433B-8001-2E1CE368518E}" dt="2025-08-18T13:33:54.473" v="45"/>
        <pc:sldMkLst>
          <pc:docMk/>
          <pc:sldMk cId="93230614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53328389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847849653" sldId="261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1908144578" sldId="262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4076698392" sldId="263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708449378" sldId="264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933916611" sldId="265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117799034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vibes.fh-muenster.de/apps/live-votings/S83C1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dirty="0"/>
            </a:br>
            <a:r>
              <a:rPr lang="en-US" dirty="0"/>
              <a:t>(And everyone else!)</a:t>
            </a:r>
            <a:br>
              <a:rPr lang="en-US" noProof="0" dirty="0"/>
            </a:br>
            <a:r>
              <a:rPr lang="en-US" noProof="0" dirty="0"/>
              <a:t>Chunk 12b: Final Words Day 1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dirty="0"/>
              <a:t>10</a:t>
            </a:r>
            <a:r>
              <a:rPr lang="en-US" noProof="0" dirty="0"/>
              <a:t>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BC8323-F827-4BFE-D6F1-8FF0D0540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09A17F-8861-1278-0BA2-462C8ECDE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https://vibes.fh-muenster.de/apps/live-votings/S83C1/</a:t>
            </a:r>
            <a:r>
              <a:rPr lang="de-DE" dirty="0"/>
              <a:t>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558DCC1-899C-C86D-56E8-F526426F7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689" y="2554548"/>
            <a:ext cx="3921709" cy="393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226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72521B-B0B4-3EE5-2CC3-46306F154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See you not tomorrow 9:30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But see you around in Jena 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8657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Breitbild</PresentationFormat>
  <Paragraphs>6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Office</vt:lpstr>
      <vt:lpstr>Python Course for Physicists (And everyone else!) Chunk 12b: Final Words Day 1</vt:lpstr>
      <vt:lpstr>Feedback</vt:lpstr>
      <vt:lpstr>See you not tomorrow 9:30  But see you around in Jena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Jonathan Bollig</cp:lastModifiedBy>
  <cp:revision>1</cp:revision>
  <dcterms:created xsi:type="dcterms:W3CDTF">2025-08-17T13:50:44Z</dcterms:created>
  <dcterms:modified xsi:type="dcterms:W3CDTF">2025-10-07T17:14:28Z</dcterms:modified>
</cp:coreProperties>
</file>