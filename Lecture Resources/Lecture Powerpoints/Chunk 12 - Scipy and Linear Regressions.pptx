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69" r:id="rId3"/>
    <p:sldId id="267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6A9018-AECF-4963-8EC0-2214957FAF86}" v="1" dt="2025-10-04T21:37:04.8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139" d="100"/>
          <a:sy n="139" d="100"/>
        </p:scale>
        <p:origin x="10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custSel addSld delSld modSld">
      <pc:chgData name="Jonathan Bollig" userId="8b5d0afe-f106-45e0-8c3f-fd98fa124db1" providerId="ADAL" clId="{B2469FA9-EBD8-4834-A16D-CBF8EFC907DD}" dt="2025-10-04T21:37:04.844" v="18"/>
      <pc:docMkLst>
        <pc:docMk/>
      </pc:docMkLst>
      <pc:sldChg chg="modSp mod">
        <pc:chgData name="Jonathan Bollig" userId="8b5d0afe-f106-45e0-8c3f-fd98fa124db1" providerId="ADAL" clId="{B2469FA9-EBD8-4834-A16D-CBF8EFC907DD}" dt="2025-09-30T13:24:16.541" v="12" actId="6549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09-30T13:24:16.541" v="12" actId="6549"/>
          <ac:spMkLst>
            <pc:docMk/>
            <pc:sldMk cId="836289018" sldId="256"/>
            <ac:spMk id="2" creationId="{40F72F59-52B3-6063-A2E3-2AA45125A99B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">
        <pc:chgData name="Jonathan Bollig" userId="8b5d0afe-f106-45e0-8c3f-fd98fa124db1" providerId="ADAL" clId="{B2469FA9-EBD8-4834-A16D-CBF8EFC907DD}" dt="2025-10-01T16:46:41.864" v="13"/>
        <pc:sldMkLst>
          <pc:docMk/>
          <pc:sldMk cId="2138807736" sldId="267"/>
        </pc:sldMkLst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modSp add">
        <pc:chgData name="Jonathan Bollig" userId="8b5d0afe-f106-45e0-8c3f-fd98fa124db1" providerId="ADAL" clId="{B2469FA9-EBD8-4834-A16D-CBF8EFC907DD}" dt="2025-10-04T21:37:04.844" v="18"/>
        <pc:sldMkLst>
          <pc:docMk/>
          <pc:sldMk cId="2113368255" sldId="269"/>
        </pc:sldMkLst>
        <pc:spChg chg="mod">
          <ac:chgData name="Jonathan Bollig" userId="8b5d0afe-f106-45e0-8c3f-fd98fa124db1" providerId="ADAL" clId="{B2469FA9-EBD8-4834-A16D-CBF8EFC907DD}" dt="2025-10-04T21:37:04.844" v="18"/>
          <ac:spMkLst>
            <pc:docMk/>
            <pc:sldMk cId="2113368255" sldId="269"/>
            <ac:spMk id="3" creationId="{90A723FE-AE4A-BC31-F8DA-B479D4E846FF}"/>
          </ac:spMkLst>
        </pc:spChg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8:39:27.3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24575,'0'7'0,"1"0"0,1-1 0,-1 1 0,1 0 0,0-1 0,0 0 0,1 1 0,0-1 0,4 6 0,35 51 0,32 21 0,-55-65 0,0 1 0,-2 0 0,24 36 0,-41-54 0,1 0 0,0 0 0,1 0 0,-1 0 0,0 0 0,1-1 0,-1 1 0,1 0 0,-1-1 0,1 1 0,0-1 0,-1 1 0,1-1 0,0 0 0,0 0 0,0 0 0,0 0 0,0 0 0,0 0 0,1 0 0,-1-1 0,0 1 0,4-1 0,-1 0 0,0-1 0,0-1 0,-1 1 0,1-1 0,-1 1 0,1-1 0,-1-1 0,0 1 0,1-1 0,5-4 0,96-62 0,-92 64 0,1-1 0,0 2 0,0 0 0,0 0 0,0 2 0,1 0 0,16-1 0,43-6 0,-49 5 0,-19 3 0,-1 1 0,1-1 0,-1 0 0,0-1 0,1 0 0,-1 0 0,0 0 0,0-1 0,11-6 0,-17 9 0,0 0 0,0-1 0,0 1 0,0 0 0,0 0 0,0-1 0,0 1 0,0 0 0,0 0 0,0-1 0,0 1 0,0 0 0,0 0 0,0-1 0,0 1 0,0 0 0,0 0 0,0-1 0,0 1 0,0 0 0,0 0 0,-1-1 0,1 1 0,0 0 0,0 0 0,0 0 0,0-1 0,-1 1 0,1 0 0,0 0 0,0 0 0,0 0 0,-1 0 0,1-1 0,0 1 0,0 0 0,-1 0 0,1 0 0,0 0 0,0 0 0,-1 0 0,1 0 0,0 0 0,0 0 0,-1 0 0,1 0 0,0 0 0,0 0 0,-1 0 0,1 0 0,0 0 0,0 0 0,-1 0 0,1 1 0,-18-4 0,4 3 0,0 0 0,0 1 0,1 0 0,-1 1 0,0 0 0,1 2 0,-1-1 0,1 2 0,0 0 0,0 0 0,-17 11 0,0 3 0,0 1 0,1 2 0,-31 30 0,56-48 0,-1 0 0,1-1 0,-1 0 0,1 0 0,-1 0 0,0 0 0,0-1 0,0 0 0,-1 0 0,1 0 0,0-1 0,-8 2 0,10-3 0,0 0 0,0 0 0,0 0 0,0 0 0,-1-1 0,1 1 0,0-1 0,0 0 0,0 1 0,0-2 0,0 1 0,0 0 0,1 0 0,-1-1 0,0 0 0,1 0 0,-1 1 0,1-1 0,-1-1 0,1 1 0,0 0 0,-4-5 0,-15-20 0,-1 1 0,-1 2 0,-48-40 0,61 55-124,0-1 0,1 0 0,0 0 0,1 0 0,0-2 0,1 1-1,0-1 1,1 1 0,0-2 0,-6-16 0,8 9-6702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5:12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1 460 24575,'0'-8'0,"1"-1"0,1 2 0,-1-1 0,2 0 0,-1 1 0,0 0 0,1-2 0,0 2 0,5-7 0,38-60 0,35-26 0,-60 78 0,-1-2 0,-1 0 0,26-42 0,-45 64 0,1-1 0,0 1 0,1 0 0,-1-1 0,0 1 0,2 1 0,-2-2 0,1 1 0,-1 1 0,1-1 0,0 0 0,-1 0 0,2 1 0,-1 0 0,0-1 0,0 1 0,0 0 0,0 0 0,1 0 0,0 0 0,-1 1 0,0-2 0,5 2 0,-2 0 0,1 2 0,-1 0 0,0-1 0,0 1 0,-1 0 0,2 0 0,-2 2 0,1-2 0,0 1 0,6 6 0,105 72 0,-101-75 0,2 1 0,-1-2 0,0 0 0,1 0 0,-1-3 0,2 0 0,17 2 0,47 6 0,-54-5 0,-20-4 0,-2-1 0,2 2 0,-2-1 0,1 1 0,1 0 0,-2 1 0,1-1 0,-1 2 0,13 6 0,-19-10 0,0 0 0,0 2 0,0-2 0,0 0 0,0 0 0,0 1 0,0-1 0,0 0 0,0 0 0,0 1 0,0-1 0,0 0 0,0 0 0,0 1 0,0-1 0,0 0 0,0 0 0,0 1 0,0-1 0,0 0 0,0 0 0,-1 2 0,1-2 0,0 0 0,0 0 0,0 0 0,0 1 0,-1-1 0,1 0 0,0 0 0,0 0 0,0 0 0,-1 0 0,1 1 0,0-1 0,0 0 0,-2 0 0,2 0 0,0 0 0,0 0 0,-1 0 0,1 0 0,0 0 0,0 0 0,-1 0 0,1 0 0,0 0 0,0 0 0,-1 0 0,1 0 0,0 0 0,0 0 0,-1 0 0,1-1 0,-20 4 0,5-3 0,0 0 0,0-1 0,0 0 0,0-1 0,0-1 0,1-2 0,-2 2 0,2-3 0,0 0 0,0 0 0,-19-13 0,0-3 0,0-2 0,2-2 0,-35-35 0,62 56 0,-2 0 0,2 2 0,-2-1 0,2 0 0,-2 1 0,1-1 0,0 2 0,-1 0 0,0-1 0,0 1 0,1 1 0,-10-3 0,12 4 0,0 0 0,0 0 0,-1 0 0,1 0 0,-1 1 0,0-1 0,1 2 0,0-1 0,0-1 0,-1 2 0,1-1 0,0 0 0,1 1 0,-2 0 0,1 0 0,1 1 0,-2-2 0,2 1 0,-1 2 0,1-2 0,0 1 0,-5 5 0,-16 24 0,-1-1 0,-1-3 0,-53 48 0,67-66-124,1 2 0,0 0 0,0 0 0,1 0 0,0 2 0,2-1-1,-1 1 1,2-1 0,-1 2 0,-6 20 0,9-12-6702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customXml" Target="../ink/ink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noProof="0"/>
            </a:br>
            <a:r>
              <a:rPr lang="en-US" noProof="0"/>
              <a:t>Chunk </a:t>
            </a:r>
            <a:r>
              <a:rPr lang="en-US" noProof="0" dirty="0"/>
              <a:t>X: Blank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08.10.2025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7A0B5F-607C-4C36-ECF8-BBF9DF9AD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Sample Slide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A723FE-AE4A-BC31-F8DA-B479D4E84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Some stuff:</a:t>
            </a:r>
            <a:r>
              <a:rPr lang="de-DE" dirty="0"/>
              <a:t> ≙ </a:t>
            </a:r>
            <a:endParaRPr lang="en-GB" noProof="0" dirty="0"/>
          </a:p>
          <a:p>
            <a:r>
              <a:rPr lang="en-GB" noProof="0" dirty="0"/>
              <a:t>Some Emojis 🪄 ⚡</a:t>
            </a:r>
            <a:r>
              <a:rPr lang="en-GB" dirty="0"/>
              <a:t>🎉</a:t>
            </a:r>
            <a:endParaRPr lang="en-GB" noProof="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048013B-D3D4-9DD6-10CF-DB86C4AFBFF0}"/>
              </a:ext>
            </a:extLst>
          </p:cNvPr>
          <p:cNvSpPr txBox="1"/>
          <p:nvPr/>
        </p:nvSpPr>
        <p:spPr>
          <a:xfrm>
            <a:off x="8613400" y="4951163"/>
            <a:ext cx="1149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[Some source]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0E19D2E-3C7D-3260-F83F-62D1E1B993E1}"/>
              </a:ext>
            </a:extLst>
          </p:cNvPr>
          <p:cNvCxnSpPr/>
          <p:nvPr/>
        </p:nvCxnSpPr>
        <p:spPr>
          <a:xfrm>
            <a:off x="8505261" y="1246108"/>
            <a:ext cx="804672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5E6DDA9F-0028-564A-CF76-8B73FC5D9E16}"/>
              </a:ext>
            </a:extLst>
          </p:cNvPr>
          <p:cNvSpPr/>
          <p:nvPr/>
        </p:nvSpPr>
        <p:spPr>
          <a:xfrm>
            <a:off x="8438637" y="3139314"/>
            <a:ext cx="1205052" cy="35401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6B693C6-94D4-23F4-7106-30393D062896}"/>
              </a:ext>
            </a:extLst>
          </p:cNvPr>
          <p:cNvSpPr/>
          <p:nvPr/>
        </p:nvSpPr>
        <p:spPr>
          <a:xfrm>
            <a:off x="7717537" y="1730423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Some Text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C754E89-8D5D-89AD-0E54-614A7988FA2D}"/>
              </a:ext>
            </a:extLst>
          </p:cNvPr>
          <p:cNvSpPr/>
          <p:nvPr/>
        </p:nvSpPr>
        <p:spPr>
          <a:xfrm>
            <a:off x="8438638" y="3844747"/>
            <a:ext cx="1205052" cy="369507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C9816F8C-2CA1-8B84-0DEF-2559334845CB}"/>
              </a:ext>
            </a:extLst>
          </p:cNvPr>
          <p:cNvSpPr/>
          <p:nvPr/>
        </p:nvSpPr>
        <p:spPr>
          <a:xfrm>
            <a:off x="4095750" y="3844747"/>
            <a:ext cx="371475" cy="149877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45E9C49-AF29-868E-5725-AAF5E32A06CD}"/>
              </a:ext>
            </a:extLst>
          </p:cNvPr>
          <p:cNvCxnSpPr/>
          <p:nvPr/>
        </p:nvCxnSpPr>
        <p:spPr>
          <a:xfrm>
            <a:off x="1276350" y="4143375"/>
            <a:ext cx="14859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735E21A-8DAE-07FB-A7AB-EEE014682AED}"/>
              </a:ext>
            </a:extLst>
          </p:cNvPr>
          <p:cNvCxnSpPr/>
          <p:nvPr/>
        </p:nvCxnSpPr>
        <p:spPr>
          <a:xfrm>
            <a:off x="8505261" y="741283"/>
            <a:ext cx="804672" cy="0"/>
          </a:xfrm>
          <a:prstGeom prst="straightConnector1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80C7A375-7DDA-A52D-3BA8-089D75D54106}"/>
              </a:ext>
            </a:extLst>
          </p:cNvPr>
          <p:cNvSpPr/>
          <p:nvPr/>
        </p:nvSpPr>
        <p:spPr>
          <a:xfrm>
            <a:off x="4765067" y="3729384"/>
            <a:ext cx="371475" cy="1498778"/>
          </a:xfrm>
          <a:prstGeom prst="leftBrac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C702F5FC-9E9D-3E0C-CADB-09F185A8B115}"/>
              </a:ext>
            </a:extLst>
          </p:cNvPr>
          <p:cNvCxnSpPr/>
          <p:nvPr/>
        </p:nvCxnSpPr>
        <p:spPr>
          <a:xfrm>
            <a:off x="1428750" y="4295775"/>
            <a:ext cx="148590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B40DEBFD-840B-B742-7AFA-EC30BE390BAA}"/>
              </a:ext>
            </a:extLst>
          </p:cNvPr>
          <p:cNvGrpSpPr/>
          <p:nvPr/>
        </p:nvGrpSpPr>
        <p:grpSpPr>
          <a:xfrm>
            <a:off x="6192077" y="5602008"/>
            <a:ext cx="2246560" cy="841248"/>
            <a:chOff x="8440548" y="4177136"/>
            <a:chExt cx="2246560" cy="841248"/>
          </a:xfrm>
        </p:grpSpPr>
        <p:sp>
          <p:nvSpPr>
            <p:cNvPr id="15" name="Bogen 14">
              <a:extLst>
                <a:ext uri="{FF2B5EF4-FFF2-40B4-BE49-F238E27FC236}">
                  <a16:creationId xmlns:a16="http://schemas.microsoft.com/office/drawing/2014/main" id="{8539BDFF-620A-94E9-43C3-7C15B136A22B}"/>
                </a:ext>
              </a:extLst>
            </p:cNvPr>
            <p:cNvSpPr/>
            <p:nvPr/>
          </p:nvSpPr>
          <p:spPr>
            <a:xfrm>
              <a:off x="8531603" y="4177136"/>
              <a:ext cx="2155505" cy="841248"/>
            </a:xfrm>
            <a:prstGeom prst="arc">
              <a:avLst>
                <a:gd name="adj1" fmla="val 10743950"/>
                <a:gd name="adj2" fmla="val 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6" name="Freihand 15">
                  <a:extLst>
                    <a:ext uri="{FF2B5EF4-FFF2-40B4-BE49-F238E27FC236}">
                      <a16:creationId xmlns:a16="http://schemas.microsoft.com/office/drawing/2014/main" id="{85C3B65C-6361-A6C5-6F9A-1B32B4EEBF3B}"/>
                    </a:ext>
                  </a:extLst>
                </p14:cNvPr>
                <p14:cNvContentPartPr/>
                <p14:nvPr/>
              </p14:nvContentPartPr>
              <p14:xfrm>
                <a:off x="8440548" y="4481426"/>
                <a:ext cx="271800" cy="140040"/>
              </p14:xfrm>
            </p:contentPart>
          </mc:Choice>
          <mc:Fallback xmlns="">
            <p:pic>
              <p:nvPicPr>
                <p:cNvPr id="16" name="Freihand 15">
                  <a:extLst>
                    <a:ext uri="{FF2B5EF4-FFF2-40B4-BE49-F238E27FC236}">
                      <a16:creationId xmlns:a16="http://schemas.microsoft.com/office/drawing/2014/main" id="{85C3B65C-6361-A6C5-6F9A-1B32B4EEBF3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434428" y="4475306"/>
                  <a:ext cx="284040" cy="1522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" name="Rechteck 16">
            <a:extLst>
              <a:ext uri="{FF2B5EF4-FFF2-40B4-BE49-F238E27FC236}">
                <a16:creationId xmlns:a16="http://schemas.microsoft.com/office/drawing/2014/main" id="{72C21F83-4BE3-E6D6-93C2-57E32FFAAD83}"/>
              </a:ext>
            </a:extLst>
          </p:cNvPr>
          <p:cNvSpPr/>
          <p:nvPr/>
        </p:nvSpPr>
        <p:spPr>
          <a:xfrm>
            <a:off x="1542529" y="4642946"/>
            <a:ext cx="1179576" cy="58521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EBD4109-4F5E-85C9-68CB-F0F8BE2E4094}"/>
              </a:ext>
            </a:extLst>
          </p:cNvPr>
          <p:cNvGrpSpPr/>
          <p:nvPr/>
        </p:nvGrpSpPr>
        <p:grpSpPr>
          <a:xfrm>
            <a:off x="3590608" y="5470652"/>
            <a:ext cx="7363087" cy="841248"/>
            <a:chOff x="8487235" y="4177136"/>
            <a:chExt cx="2199873" cy="841248"/>
          </a:xfrm>
        </p:grpSpPr>
        <p:sp>
          <p:nvSpPr>
            <p:cNvPr id="19" name="Bogen 18">
              <a:extLst>
                <a:ext uri="{FF2B5EF4-FFF2-40B4-BE49-F238E27FC236}">
                  <a16:creationId xmlns:a16="http://schemas.microsoft.com/office/drawing/2014/main" id="{B2DF59B8-D001-974D-22E2-DC146E9521D9}"/>
                </a:ext>
              </a:extLst>
            </p:cNvPr>
            <p:cNvSpPr/>
            <p:nvPr/>
          </p:nvSpPr>
          <p:spPr>
            <a:xfrm>
              <a:off x="8531603" y="4177136"/>
              <a:ext cx="2155505" cy="841248"/>
            </a:xfrm>
            <a:prstGeom prst="arc">
              <a:avLst>
                <a:gd name="adj1" fmla="val 10743950"/>
                <a:gd name="adj2" fmla="val 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0" name="Freihand 19">
                  <a:extLst>
                    <a:ext uri="{FF2B5EF4-FFF2-40B4-BE49-F238E27FC236}">
                      <a16:creationId xmlns:a16="http://schemas.microsoft.com/office/drawing/2014/main" id="{1147C6B2-FC91-C682-FB16-3DF691E3950B}"/>
                    </a:ext>
                  </a:extLst>
                </p14:cNvPr>
                <p14:cNvContentPartPr/>
                <p14:nvPr/>
              </p14:nvContentPartPr>
              <p14:xfrm rot="12692638" flipV="1">
                <a:off x="8487235" y="4476469"/>
                <a:ext cx="88735" cy="165615"/>
              </p14:xfrm>
            </p:contentPart>
          </mc:Choice>
          <mc:Fallback xmlns="">
            <p:pic>
              <p:nvPicPr>
                <p:cNvPr id="20" name="Freihand 19">
                  <a:extLst>
                    <a:ext uri="{FF2B5EF4-FFF2-40B4-BE49-F238E27FC236}">
                      <a16:creationId xmlns:a16="http://schemas.microsoft.com/office/drawing/2014/main" id="{1147C6B2-FC91-C682-FB16-3DF691E3950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 rot="12692638" flipV="1">
                  <a:off x="8485404" y="4470348"/>
                  <a:ext cx="92396" cy="177856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13368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75731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Microsoft Office PowerPoint</Application>
  <PresentationFormat>Breitbild</PresentationFormat>
  <Paragraphs>9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Wingdings</vt:lpstr>
      <vt:lpstr>Office</vt:lpstr>
      <vt:lpstr>Python Course for Physicists (And everyone else!) Chunk X: Blank</vt:lpstr>
      <vt:lpstr>Sample Slide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2025-10-04T21:37:07Z</dcterms:modified>
</cp:coreProperties>
</file>