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71" r:id="rId3"/>
    <p:sldId id="270" r:id="rId4"/>
    <p:sldId id="272" r:id="rId5"/>
    <p:sldId id="269" r:id="rId6"/>
    <p:sldId id="267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6B21A4E-A3B0-4BFF-AA89-EF6C9284D602}" v="5" dt="2025-10-09T11:58:07.5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476" autoAdjust="0"/>
  </p:normalViewPr>
  <p:slideViewPr>
    <p:cSldViewPr snapToGrid="0">
      <p:cViewPr varScale="1">
        <p:scale>
          <a:sx n="95" d="100"/>
          <a:sy n="95" d="100"/>
        </p:scale>
        <p:origin x="11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Bollig" userId="8b5d0afe-f106-45e0-8c3f-fd98fa124db1" providerId="ADAL" clId="{B108959E-8160-4214-BA0D-42D2F1070C03}"/>
    <pc:docChg chg="undo custSel addSld modSld sldOrd">
      <pc:chgData name="Jonathan Bollig" userId="8b5d0afe-f106-45e0-8c3f-fd98fa124db1" providerId="ADAL" clId="{B108959E-8160-4214-BA0D-42D2F1070C03}" dt="2025-08-18T09:38:51.161" v="3588" actId="20577"/>
      <pc:docMkLst>
        <pc:docMk/>
      </pc:docMkLst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836289018" sldId="256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3656329933" sldId="257"/>
        </pc:sldMkLst>
      </pc:sldChg>
      <pc:sldChg chg="addSp delSp modSp new mod modNotesTx">
        <pc:chgData name="Jonathan Bollig" userId="8b5d0afe-f106-45e0-8c3f-fd98fa124db1" providerId="ADAL" clId="{B108959E-8160-4214-BA0D-42D2F1070C03}" dt="2025-08-18T09:08:46.312" v="2773" actId="20577"/>
        <pc:sldMkLst>
          <pc:docMk/>
          <pc:sldMk cId="544279955" sldId="258"/>
        </pc:sldMkLst>
      </pc:sldChg>
      <pc:sldChg chg="addSp modSp new mod">
        <pc:chgData name="Jonathan Bollig" userId="8b5d0afe-f106-45e0-8c3f-fd98fa124db1" providerId="ADAL" clId="{B108959E-8160-4214-BA0D-42D2F1070C03}" dt="2025-08-17T17:17:31.026" v="2605" actId="20577"/>
        <pc:sldMkLst>
          <pc:docMk/>
          <pc:sldMk cId="2169503629" sldId="259"/>
        </pc:sldMkLst>
      </pc:sldChg>
      <pc:sldChg chg="modSp new mod">
        <pc:chgData name="Jonathan Bollig" userId="8b5d0afe-f106-45e0-8c3f-fd98fa124db1" providerId="ADAL" clId="{B108959E-8160-4214-BA0D-42D2F1070C03}" dt="2025-08-18T09:38:51.161" v="3588" actId="20577"/>
        <pc:sldMkLst>
          <pc:docMk/>
          <pc:sldMk cId="2533283895" sldId="260"/>
        </pc:sldMkLst>
      </pc:sldChg>
      <pc:sldChg chg="addSp delSp modSp new mod setBg">
        <pc:chgData name="Jonathan Bollig" userId="8b5d0afe-f106-45e0-8c3f-fd98fa124db1" providerId="ADAL" clId="{B108959E-8160-4214-BA0D-42D2F1070C03}" dt="2025-08-17T17:07:09.185" v="2483" actId="5793"/>
        <pc:sldMkLst>
          <pc:docMk/>
          <pc:sldMk cId="847849653" sldId="261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1908144578" sldId="262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4076698392" sldId="263"/>
        </pc:sldMkLst>
      </pc:sldChg>
      <pc:sldChg chg="modSp new mod">
        <pc:chgData name="Jonathan Bollig" userId="8b5d0afe-f106-45e0-8c3f-fd98fa124db1" providerId="ADAL" clId="{B108959E-8160-4214-BA0D-42D2F1070C03}" dt="2025-08-17T17:04:25.114" v="2368" actId="20577"/>
        <pc:sldMkLst>
          <pc:docMk/>
          <pc:sldMk cId="3708449378" sldId="264"/>
        </pc:sldMkLst>
      </pc:sldChg>
      <pc:sldChg chg="addSp delSp modSp new mod modNotesTx">
        <pc:chgData name="Jonathan Bollig" userId="8b5d0afe-f106-45e0-8c3f-fd98fa124db1" providerId="ADAL" clId="{B108959E-8160-4214-BA0D-42D2F1070C03}" dt="2025-08-18T09:38:09.362" v="3531" actId="20577"/>
        <pc:sldMkLst>
          <pc:docMk/>
          <pc:sldMk cId="933916611" sldId="265"/>
        </pc:sldMkLst>
      </pc:sldChg>
      <pc:sldChg chg="modSp new mod ord">
        <pc:chgData name="Jonathan Bollig" userId="8b5d0afe-f106-45e0-8c3f-fd98fa124db1" providerId="ADAL" clId="{B108959E-8160-4214-BA0D-42D2F1070C03}" dt="2025-08-18T09:21:09.777" v="2944" actId="20577"/>
        <pc:sldMkLst>
          <pc:docMk/>
          <pc:sldMk cId="2117799034" sldId="266"/>
        </pc:sldMkLst>
      </pc:sldChg>
    </pc:docChg>
  </pc:docChgLst>
  <pc:docChgLst>
    <pc:chgData name="Jonathan Bollig" userId="8b5d0afe-f106-45e0-8c3f-fd98fa124db1" providerId="ADAL" clId="{B2469FA9-EBD8-4834-A16D-CBF8EFC907DD}"/>
    <pc:docChg chg="undo custSel addSld delSld modSld">
      <pc:chgData name="Jonathan Bollig" userId="8b5d0afe-f106-45e0-8c3f-fd98fa124db1" providerId="ADAL" clId="{B2469FA9-EBD8-4834-A16D-CBF8EFC907DD}" dt="2025-10-09T11:58:59.365" v="329" actId="732"/>
      <pc:docMkLst>
        <pc:docMk/>
      </pc:docMkLst>
      <pc:sldChg chg="modSp mod">
        <pc:chgData name="Jonathan Bollig" userId="8b5d0afe-f106-45e0-8c3f-fd98fa124db1" providerId="ADAL" clId="{B2469FA9-EBD8-4834-A16D-CBF8EFC907DD}" dt="2025-10-08T16:48:27.446" v="71" actId="20577"/>
        <pc:sldMkLst>
          <pc:docMk/>
          <pc:sldMk cId="836289018" sldId="256"/>
        </pc:sldMkLst>
        <pc:spChg chg="mod">
          <ac:chgData name="Jonathan Bollig" userId="8b5d0afe-f106-45e0-8c3f-fd98fa124db1" providerId="ADAL" clId="{B2469FA9-EBD8-4834-A16D-CBF8EFC907DD}" dt="2025-10-08T16:48:27.446" v="71" actId="20577"/>
          <ac:spMkLst>
            <pc:docMk/>
            <pc:sldMk cId="836289018" sldId="256"/>
            <ac:spMk id="2" creationId="{40F72F59-52B3-6063-A2E3-2AA45125A99B}"/>
          </ac:spMkLst>
        </pc:spChg>
      </pc:sldChg>
      <pc:sldChg chg="add del">
        <pc:chgData name="Jonathan Bollig" userId="8b5d0afe-f106-45e0-8c3f-fd98fa124db1" providerId="ADAL" clId="{B2469FA9-EBD8-4834-A16D-CBF8EFC907DD}" dt="2025-10-01T19:19:23.559" v="15" actId="47"/>
        <pc:sldMkLst>
          <pc:docMk/>
          <pc:sldMk cId="2169503629" sldId="259"/>
        </pc:sldMkLst>
      </pc:sldChg>
      <pc:sldChg chg="del">
        <pc:chgData name="Jonathan Bollig" userId="8b5d0afe-f106-45e0-8c3f-fd98fa124db1" providerId="ADAL" clId="{B2469FA9-EBD8-4834-A16D-CBF8EFC907DD}" dt="2025-09-29T18:19:05.919" v="10" actId="47"/>
        <pc:sldMkLst>
          <pc:docMk/>
          <pc:sldMk cId="932306145" sldId="260"/>
        </pc:sldMkLst>
      </pc:sldChg>
      <pc:sldChg chg="add">
        <pc:chgData name="Jonathan Bollig" userId="8b5d0afe-f106-45e0-8c3f-fd98fa124db1" providerId="ADAL" clId="{B2469FA9-EBD8-4834-A16D-CBF8EFC907DD}" dt="2025-10-01T16:46:41.864" v="13"/>
        <pc:sldMkLst>
          <pc:docMk/>
          <pc:sldMk cId="2138807736" sldId="267"/>
        </pc:sldMkLst>
      </pc:sldChg>
      <pc:sldChg chg="add del">
        <pc:chgData name="Jonathan Bollig" userId="8b5d0afe-f106-45e0-8c3f-fd98fa124db1" providerId="ADAL" clId="{B2469FA9-EBD8-4834-A16D-CBF8EFC907DD}" dt="2025-10-02T22:34:59.093" v="17" actId="47"/>
        <pc:sldMkLst>
          <pc:docMk/>
          <pc:sldMk cId="2385805343" sldId="268"/>
        </pc:sldMkLst>
      </pc:sldChg>
      <pc:sldChg chg="modSp add">
        <pc:chgData name="Jonathan Bollig" userId="8b5d0afe-f106-45e0-8c3f-fd98fa124db1" providerId="ADAL" clId="{B2469FA9-EBD8-4834-A16D-CBF8EFC907DD}" dt="2025-10-04T21:37:04.844" v="18"/>
        <pc:sldMkLst>
          <pc:docMk/>
          <pc:sldMk cId="2113368255" sldId="269"/>
        </pc:sldMkLst>
        <pc:spChg chg="mod">
          <ac:chgData name="Jonathan Bollig" userId="8b5d0afe-f106-45e0-8c3f-fd98fa124db1" providerId="ADAL" clId="{B2469FA9-EBD8-4834-A16D-CBF8EFC907DD}" dt="2025-10-04T21:37:04.844" v="18"/>
          <ac:spMkLst>
            <pc:docMk/>
            <pc:sldMk cId="2113368255" sldId="269"/>
            <ac:spMk id="3" creationId="{90A723FE-AE4A-BC31-F8DA-B479D4E846FF}"/>
          </ac:spMkLst>
        </pc:spChg>
      </pc:sldChg>
      <pc:sldChg chg="addSp delSp modSp new mod modAnim">
        <pc:chgData name="Jonathan Bollig" userId="8b5d0afe-f106-45e0-8c3f-fd98fa124db1" providerId="ADAL" clId="{B2469FA9-EBD8-4834-A16D-CBF8EFC907DD}" dt="2025-10-09T11:58:59.365" v="329" actId="732"/>
        <pc:sldMkLst>
          <pc:docMk/>
          <pc:sldMk cId="1924031238" sldId="270"/>
        </pc:sldMkLst>
        <pc:spChg chg="mod">
          <ac:chgData name="Jonathan Bollig" userId="8b5d0afe-f106-45e0-8c3f-fd98fa124db1" providerId="ADAL" clId="{B2469FA9-EBD8-4834-A16D-CBF8EFC907DD}" dt="2025-10-09T08:36:58.593" v="111" actId="20577"/>
          <ac:spMkLst>
            <pc:docMk/>
            <pc:sldMk cId="1924031238" sldId="270"/>
            <ac:spMk id="2" creationId="{339CC981-66B0-B525-990A-B908AEE5C0E5}"/>
          </ac:spMkLst>
        </pc:spChg>
        <pc:spChg chg="mod">
          <ac:chgData name="Jonathan Bollig" userId="8b5d0afe-f106-45e0-8c3f-fd98fa124db1" providerId="ADAL" clId="{B2469FA9-EBD8-4834-A16D-CBF8EFC907DD}" dt="2025-10-09T11:55:37.436" v="285" actId="20577"/>
          <ac:spMkLst>
            <pc:docMk/>
            <pc:sldMk cId="1924031238" sldId="270"/>
            <ac:spMk id="3" creationId="{F7398BD2-D422-25F5-BFB0-DD9B594C0435}"/>
          </ac:spMkLst>
        </pc:spChg>
        <pc:picChg chg="add del mod">
          <ac:chgData name="Jonathan Bollig" userId="8b5d0afe-f106-45e0-8c3f-fd98fa124db1" providerId="ADAL" clId="{B2469FA9-EBD8-4834-A16D-CBF8EFC907DD}" dt="2025-10-09T11:55:46.908" v="289" actId="478"/>
          <ac:picMkLst>
            <pc:docMk/>
            <pc:sldMk cId="1924031238" sldId="270"/>
            <ac:picMk id="5" creationId="{C101CA24-C238-50B0-DCE2-7D2134797418}"/>
          </ac:picMkLst>
        </pc:picChg>
        <pc:picChg chg="add del mod">
          <ac:chgData name="Jonathan Bollig" userId="8b5d0afe-f106-45e0-8c3f-fd98fa124db1" providerId="ADAL" clId="{B2469FA9-EBD8-4834-A16D-CBF8EFC907DD}" dt="2025-10-09T11:56:20.225" v="293" actId="478"/>
          <ac:picMkLst>
            <pc:docMk/>
            <pc:sldMk cId="1924031238" sldId="270"/>
            <ac:picMk id="6" creationId="{3B33E921-C571-AA11-D3A1-251BC5F836B6}"/>
          </ac:picMkLst>
        </pc:picChg>
        <pc:picChg chg="add mod ord">
          <ac:chgData name="Jonathan Bollig" userId="8b5d0afe-f106-45e0-8c3f-fd98fa124db1" providerId="ADAL" clId="{B2469FA9-EBD8-4834-A16D-CBF8EFC907DD}" dt="2025-10-09T11:58:42.144" v="326" actId="14100"/>
          <ac:picMkLst>
            <pc:docMk/>
            <pc:sldMk cId="1924031238" sldId="270"/>
            <ac:picMk id="8" creationId="{0BFD0F4B-97F0-1605-0A7C-518F2B29DC65}"/>
          </ac:picMkLst>
        </pc:picChg>
        <pc:picChg chg="add mod">
          <ac:chgData name="Jonathan Bollig" userId="8b5d0afe-f106-45e0-8c3f-fd98fa124db1" providerId="ADAL" clId="{B2469FA9-EBD8-4834-A16D-CBF8EFC907DD}" dt="2025-10-09T11:58:32.648" v="324" actId="1076"/>
          <ac:picMkLst>
            <pc:docMk/>
            <pc:sldMk cId="1924031238" sldId="270"/>
            <ac:picMk id="10" creationId="{6B5AA7EE-101A-1097-C726-B548F8F02C8E}"/>
          </ac:picMkLst>
        </pc:picChg>
        <pc:picChg chg="add mod ord modCrop">
          <ac:chgData name="Jonathan Bollig" userId="8b5d0afe-f106-45e0-8c3f-fd98fa124db1" providerId="ADAL" clId="{B2469FA9-EBD8-4834-A16D-CBF8EFC907DD}" dt="2025-10-09T11:58:59.365" v="329" actId="732"/>
          <ac:picMkLst>
            <pc:docMk/>
            <pc:sldMk cId="1924031238" sldId="270"/>
            <ac:picMk id="12" creationId="{1792A3AD-2BBB-DEFA-C51A-00889FB295B9}"/>
          </ac:picMkLst>
        </pc:picChg>
      </pc:sldChg>
      <pc:sldChg chg="addSp modSp new mod">
        <pc:chgData name="Jonathan Bollig" userId="8b5d0afe-f106-45e0-8c3f-fd98fa124db1" providerId="ADAL" clId="{B2469FA9-EBD8-4834-A16D-CBF8EFC907DD}" dt="2025-10-09T08:45:16.181" v="272" actId="20577"/>
        <pc:sldMkLst>
          <pc:docMk/>
          <pc:sldMk cId="2101106813" sldId="271"/>
        </pc:sldMkLst>
        <pc:spChg chg="mod">
          <ac:chgData name="Jonathan Bollig" userId="8b5d0afe-f106-45e0-8c3f-fd98fa124db1" providerId="ADAL" clId="{B2469FA9-EBD8-4834-A16D-CBF8EFC907DD}" dt="2025-10-09T08:40:42.463" v="167" actId="20577"/>
          <ac:spMkLst>
            <pc:docMk/>
            <pc:sldMk cId="2101106813" sldId="271"/>
            <ac:spMk id="2" creationId="{C35F9678-53F9-7225-22B7-BB8411794FF0}"/>
          </ac:spMkLst>
        </pc:spChg>
        <pc:spChg chg="mod">
          <ac:chgData name="Jonathan Bollig" userId="8b5d0afe-f106-45e0-8c3f-fd98fa124db1" providerId="ADAL" clId="{B2469FA9-EBD8-4834-A16D-CBF8EFC907DD}" dt="2025-10-09T08:45:16.181" v="272" actId="20577"/>
          <ac:spMkLst>
            <pc:docMk/>
            <pc:sldMk cId="2101106813" sldId="271"/>
            <ac:spMk id="3" creationId="{F2A54FCC-D5D9-3B2A-A578-49C5C69BD26F}"/>
          </ac:spMkLst>
        </pc:spChg>
        <pc:picChg chg="add mod">
          <ac:chgData name="Jonathan Bollig" userId="8b5d0afe-f106-45e0-8c3f-fd98fa124db1" providerId="ADAL" clId="{B2469FA9-EBD8-4834-A16D-CBF8EFC907DD}" dt="2025-10-09T08:43:41.297" v="236" actId="1076"/>
          <ac:picMkLst>
            <pc:docMk/>
            <pc:sldMk cId="2101106813" sldId="271"/>
            <ac:picMk id="5" creationId="{0D7DA34C-2279-C293-581F-2768BA9B9C7D}"/>
          </ac:picMkLst>
        </pc:picChg>
      </pc:sldChg>
      <pc:sldChg chg="modSp new mod">
        <pc:chgData name="Jonathan Bollig" userId="8b5d0afe-f106-45e0-8c3f-fd98fa124db1" providerId="ADAL" clId="{B2469FA9-EBD8-4834-A16D-CBF8EFC907DD}" dt="2025-10-09T08:40:54.918" v="173" actId="20577"/>
        <pc:sldMkLst>
          <pc:docMk/>
          <pc:sldMk cId="876603943" sldId="272"/>
        </pc:sldMkLst>
        <pc:spChg chg="mod">
          <ac:chgData name="Jonathan Bollig" userId="8b5d0afe-f106-45e0-8c3f-fd98fa124db1" providerId="ADAL" clId="{B2469FA9-EBD8-4834-A16D-CBF8EFC907DD}" dt="2025-10-09T08:40:54.918" v="173" actId="20577"/>
          <ac:spMkLst>
            <pc:docMk/>
            <pc:sldMk cId="876603943" sldId="272"/>
            <ac:spMk id="2" creationId="{71537927-8CAF-B909-7E79-56BB2B379D9C}"/>
          </ac:spMkLst>
        </pc:spChg>
      </pc:sldChg>
    </pc:docChg>
  </pc:docChgLst>
  <pc:docChgLst>
    <pc:chgData name="Jonathan Bollig" userId="8b5d0afe-f106-45e0-8c3f-fd98fa124db1" providerId="ADAL" clId="{891409C9-2319-433B-8001-2E1CE368518E}"/>
    <pc:docChg chg="custSel addSld delSld modSld">
      <pc:chgData name="Jonathan Bollig" userId="8b5d0afe-f106-45e0-8c3f-fd98fa124db1" providerId="ADAL" clId="{891409C9-2319-433B-8001-2E1CE368518E}" dt="2025-08-18T13:33:56.347" v="46" actId="47"/>
      <pc:docMkLst>
        <pc:docMk/>
      </pc:docMkLst>
      <pc:sldChg chg="modSp mod">
        <pc:chgData name="Jonathan Bollig" userId="8b5d0afe-f106-45e0-8c3f-fd98fa124db1" providerId="ADAL" clId="{891409C9-2319-433B-8001-2E1CE368518E}" dt="2025-08-18T10:03:07.320" v="7" actId="20577"/>
        <pc:sldMkLst>
          <pc:docMk/>
          <pc:sldMk cId="836289018" sldId="256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656329933" sldId="257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544279955" sldId="258"/>
        </pc:sldMkLst>
      </pc:sldChg>
      <pc:sldChg chg="delSp modSp del mod">
        <pc:chgData name="Jonathan Bollig" userId="8b5d0afe-f106-45e0-8c3f-fd98fa124db1" providerId="ADAL" clId="{891409C9-2319-433B-8001-2E1CE368518E}" dt="2025-08-18T13:33:56.347" v="46" actId="47"/>
        <pc:sldMkLst>
          <pc:docMk/>
          <pc:sldMk cId="2169503629" sldId="259"/>
        </pc:sldMkLst>
      </pc:sldChg>
      <pc:sldChg chg="add">
        <pc:chgData name="Jonathan Bollig" userId="8b5d0afe-f106-45e0-8c3f-fd98fa124db1" providerId="ADAL" clId="{891409C9-2319-433B-8001-2E1CE368518E}" dt="2025-08-18T13:33:54.473" v="45"/>
        <pc:sldMkLst>
          <pc:docMk/>
          <pc:sldMk cId="93230614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53328389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847849653" sldId="261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1908144578" sldId="262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4076698392" sldId="263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708449378" sldId="264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933916611" sldId="265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117799034" sldId="266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1T18:39:27.3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24575,'0'7'0,"1"0"0,1-1 0,-1 1 0,1 0 0,0-1 0,0 0 0,1 1 0,0-1 0,4 6 0,35 51 0,32 21 0,-55-65 0,0 1 0,-2 0 0,24 36 0,-41-54 0,1 0 0,0 0 0,1 0 0,-1 0 0,0 0 0,1-1 0,-1 1 0,1 0 0,-1-1 0,1 1 0,0-1 0,-1 1 0,1-1 0,0 0 0,0 0 0,0 0 0,0 0 0,0 0 0,0 0 0,1 0 0,-1-1 0,0 1 0,4-1 0,-1 0 0,0-1 0,0-1 0,-1 1 0,1-1 0,-1 1 0,1-1 0,-1-1 0,0 1 0,1-1 0,5-4 0,96-62 0,-92 64 0,1-1 0,0 2 0,0 0 0,0 0 0,0 2 0,1 0 0,16-1 0,43-6 0,-49 5 0,-19 3 0,-1 1 0,1-1 0,-1 0 0,0-1 0,1 0 0,-1 0 0,0 0 0,0-1 0,11-6 0,-17 9 0,0 0 0,0-1 0,0 1 0,0 0 0,0 0 0,0-1 0,0 1 0,0 0 0,0 0 0,0-1 0,0 1 0,0 0 0,0 0 0,0-1 0,0 1 0,0 0 0,0 0 0,0-1 0,0 1 0,0 0 0,0 0 0,-1-1 0,1 1 0,0 0 0,0 0 0,0 0 0,0-1 0,-1 1 0,1 0 0,0 0 0,0 0 0,0 0 0,-1 0 0,1-1 0,0 1 0,0 0 0,-1 0 0,1 0 0,0 0 0,0 0 0,-1 0 0,1 0 0,0 0 0,0 0 0,-1 0 0,1 0 0,0 0 0,0 0 0,-1 0 0,1 0 0,0 0 0,0 0 0,-1 0 0,1 1 0,-18-4 0,4 3 0,0 0 0,0 1 0,1 0 0,-1 1 0,0 0 0,1 2 0,-1-1 0,1 2 0,0 0 0,0 0 0,-17 11 0,0 3 0,0 1 0,1 2 0,-31 30 0,56-48 0,-1 0 0,1-1 0,-1 0 0,1 0 0,-1 0 0,0 0 0,0-1 0,0 0 0,-1 0 0,1 0 0,0-1 0,-8 2 0,10-3 0,0 0 0,0 0 0,0 0 0,0 0 0,-1-1 0,1 1 0,0-1 0,0 0 0,0 1 0,0-2 0,0 1 0,0 0 0,1 0 0,-1-1 0,0 0 0,1 0 0,-1 1 0,1-1 0,-1-1 0,1 1 0,0 0 0,-4-5 0,-15-20 0,-1 1 0,-1 2 0,-48-40 0,61 55-124,0-1 0,1 0 0,0 0 0,1 0 0,0-2 0,1 1-1,0-1 1,1 1 0,0-2 0,-6-16 0,8 9-6702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2T21:25:12.4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1 460 24575,'0'-8'0,"1"-1"0,1 2 0,-1-1 0,2 0 0,-1 1 0,0 0 0,1-2 0,0 2 0,5-7 0,38-60 0,35-26 0,-60 78 0,-1-2 0,-1 0 0,26-42 0,-45 64 0,1-1 0,0 1 0,1 0 0,-1-1 0,0 1 0,2 1 0,-2-2 0,1 1 0,-1 1 0,1-1 0,0 0 0,-1 0 0,2 1 0,-1 0 0,0-1 0,0 1 0,0 0 0,0 0 0,1 0 0,0 0 0,-1 1 0,0-2 0,5 2 0,-2 0 0,1 2 0,-1 0 0,0-1 0,0 1 0,-1 0 0,2 0 0,-2 2 0,1-2 0,0 1 0,6 6 0,105 72 0,-101-75 0,2 1 0,-1-2 0,0 0 0,1 0 0,-1-3 0,2 0 0,17 2 0,47 6 0,-54-5 0,-20-4 0,-2-1 0,2 2 0,-2-1 0,1 1 0,1 0 0,-2 1 0,1-1 0,-1 2 0,13 6 0,-19-10 0,0 0 0,0 2 0,0-2 0,0 0 0,0 0 0,0 1 0,0-1 0,0 0 0,0 0 0,0 1 0,0-1 0,0 0 0,0 0 0,0 1 0,0-1 0,0 0 0,0 0 0,0 1 0,0-1 0,0 0 0,0 0 0,-1 2 0,1-2 0,0 0 0,0 0 0,0 0 0,0 1 0,-1-1 0,1 0 0,0 0 0,0 0 0,0 0 0,-1 0 0,1 1 0,0-1 0,0 0 0,-2 0 0,2 0 0,0 0 0,0 0 0,-1 0 0,1 0 0,0 0 0,0 0 0,-1 0 0,1 0 0,0 0 0,0 0 0,-1 0 0,1 0 0,0 0 0,0 0 0,-1 0 0,1-1 0,-20 4 0,5-3 0,0 0 0,0-1 0,0 0 0,0-1 0,0-1 0,1-2 0,-2 2 0,2-3 0,0 0 0,0 0 0,-19-13 0,0-3 0,0-2 0,2-2 0,-35-35 0,62 56 0,-2 0 0,2 2 0,-2-1 0,2 0 0,-2 1 0,1-1 0,0 2 0,-1 0 0,0-1 0,0 1 0,1 1 0,-10-3 0,12 4 0,0 0 0,0 0 0,-1 0 0,1 0 0,-1 1 0,0-1 0,1 2 0,0-1 0,0-1 0,-1 2 0,1-1 0,0 0 0,1 1 0,-2 0 0,1 0 0,1 1 0,-2-2 0,2 1 0,-1 2 0,1-2 0,0 1 0,-5 5 0,-16 24 0,-1-1 0,-1-3 0,-53 48 0,67-66-124,1 2 0,0 0 0,0 0 0,1 0 0,0 2 0,2-1-1,-1 1 1,2-1 0,-1 2 0,-6 20 0,9-12-6702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6CA2EE-5589-4682-AD7F-744DBF1E81F5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422C3B-6429-4381-8F08-B422F3CD22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5335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FCF529-6DEB-E4D7-0BD9-323EA01FE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0A0E300-420E-2525-45D3-8E24E8655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4E483A-3866-69B8-A89A-06A5A3E30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07D74D-6C79-794C-3A7B-4CD9682F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767471-AF72-F522-F9C8-D1A8101E3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9403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82442-23ED-51AB-B11E-C02EE9E3C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5FB6CC-3344-41C2-A7A9-FD97D9669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307B756-CC70-5D1A-65F0-BA36F617D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85BC57-ADDF-8A28-E847-CC5388E87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BB58D5-33D2-895E-A1A1-B41693431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485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901EFF-BBAC-2399-8E9A-E8BAA4E44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BE4AE0-C619-049A-0BFF-AABE41A1A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797E34-3D02-2C07-C28B-87084EE4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153033-0611-C734-89B6-24CF035A1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52151C-1EF6-0973-739A-CBA570628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2549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3067E4-4EE1-0B07-E683-D619F240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B02DFB-CB33-5ECE-A637-0EBDBC1A75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303045C-02DD-7BE7-9D86-2EE9AC88C4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DC612DC-44A9-D801-F1BC-F14FD9587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08FCD2-BFCE-54F3-9D30-4AA255654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735D20-9B8C-8A3B-63B6-035CC49E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6976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CBE7C-525A-D42E-E43F-0886C6464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639B155-7C21-DB95-30C2-DFCF32763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63A585B-18F2-C2E6-525C-F3883BD398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604D96C-CC87-E3F5-6F91-706502CB03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7C7A36B-3651-D77A-A0B4-353DF9529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156916-057E-51F8-534D-84F55E027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1DEEBCE-5AD5-1E00-C91F-1DCDCF02A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9CAFB6-90CF-5D1B-FD47-FEA656B8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6234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4A36E-BFB2-E755-260D-DC02A1158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899B6E-645D-169A-C3CC-DACA9EC3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79B3EA0-178A-0100-B821-DBBB3C8E0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F4684F-962A-8067-27D8-5FB58870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0768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ED9DF99-987F-078B-23F2-AD0C4F0C8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EA8323-CC55-B01B-2104-F1FD0E3E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A6C53B-2330-836A-D0BC-2E01904D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230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F77C76-5BC9-E091-FC9B-7EAB5780A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D8A66E-18EF-064A-EB20-9A88AC8F4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5291D1-EE4A-7FCA-2355-022D506ABD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E07462-E862-1A7D-3909-8E6323F76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74FE35-B109-0707-821C-FBF101671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C136A12-4DCB-232D-7C95-F83C2777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7852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987360-94B1-2F3A-B700-56EDD9945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9C14D8-D370-D9C7-6410-4FBED8CAE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D3279D0-F11A-49B0-40AD-F12A7DE04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8BEC391-9770-5D80-C8C5-6C61CAD43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D7A2F6D-EA0A-15A4-4DC8-DF3E9C11F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7510ED1-8967-4C84-EA21-7BB69B1F4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5622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82EFBA-051E-825F-CC2D-B65084EF0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AECEC60-3BB2-2938-8C9A-E34393D9A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C506D0-407A-6516-0839-997884630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ACE59F-C71F-8D11-72A2-C5901636F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9BA130-BB20-D464-AC08-B1794AD3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81425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61BD65F-595C-B872-7ED9-463BC365DC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4D87C7-FA6C-26D2-FD57-AAE3DC3ED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B85D20-1712-38B6-B0DE-C61507896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376EB8-8D04-2976-85D4-2ADF4FA3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40E5B9-8C2B-0AD6-70BD-4E96EAFC2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2221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3DDC3FE-CC3F-9BDA-0DA8-AC0AE97E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A997B66-C9C9-C5C2-4F68-B1ED0F53F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88C302-6259-AA12-6D15-F895C1B9C2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A51F25-4808-47F4-BF6E-BCDC230DB01C}" type="datetimeFigureOut">
              <a:rPr lang="de-DE" smtClean="0"/>
              <a:t>09.10.2025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50A006-B53F-FC11-600B-D61C8B8E3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9E1156-7578-F688-1D91-BA880DD71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426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matplotlib.org/stable/users/explain/customizing.htm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customXml" Target="../ink/ink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72F59-52B3-6063-A2E3-2AA45125A9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Python Course for Physicists</a:t>
            </a:r>
            <a:br>
              <a:rPr lang="en-US" dirty="0"/>
            </a:br>
            <a:r>
              <a:rPr lang="en-US" dirty="0"/>
              <a:t>(And everyone else!)</a:t>
            </a:r>
            <a:br>
              <a:rPr lang="en-US" noProof="0" dirty="0"/>
            </a:br>
            <a:r>
              <a:rPr lang="en-US" noProof="0" dirty="0"/>
              <a:t>Chunk 12: </a:t>
            </a:r>
            <a:r>
              <a:rPr lang="en-US" noProof="0" dirty="0" err="1"/>
              <a:t>Scipy</a:t>
            </a:r>
            <a:r>
              <a:rPr lang="en-US" noProof="0" dirty="0"/>
              <a:t> &amp; Regressions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F76653-44B5-8707-B179-FDB90CB514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By Jonathan Bollig</a:t>
            </a:r>
          </a:p>
          <a:p>
            <a:r>
              <a:rPr lang="en-US" noProof="0" dirty="0"/>
              <a:t>08.10.2025</a:t>
            </a:r>
          </a:p>
        </p:txBody>
      </p:sp>
    </p:spTree>
    <p:extLst>
      <p:ext uri="{BB962C8B-B14F-4D97-AF65-F5344CB8AC3E}">
        <p14:creationId xmlns:p14="http://schemas.microsoft.com/office/powerpoint/2010/main" val="836289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5F9678-53F9-7225-22B7-BB8411794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Matplotlib: </a:t>
            </a:r>
            <a:r>
              <a:rPr lang="en-US" dirty="0" err="1"/>
              <a:t>rcParams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A54FCC-D5D9-3B2A-A578-49C5C69BD2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rcParams</a:t>
            </a:r>
            <a:r>
              <a:rPr lang="en-US" dirty="0"/>
              <a:t>: Set style of plots for complete document: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Complete set of parameters </a:t>
            </a:r>
            <a:r>
              <a:rPr lang="en-US" dirty="0">
                <a:hlinkClick r:id="rId2"/>
              </a:rPr>
              <a:t>here</a:t>
            </a:r>
            <a:r>
              <a:rPr lang="en-US" dirty="0"/>
              <a:t>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D7DA34C-2279-C293-581F-2768BA9B9C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0623" y="2594532"/>
            <a:ext cx="6679423" cy="1816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106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9CC981-66B0-B525-990A-B908AEE5C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Visualizing Noisy Data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7398BD2-D422-25F5-BFB0-DD9B594C0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i="1" dirty="0" err="1"/>
              <a:t>plt.plot</a:t>
            </a:r>
            <a:r>
              <a:rPr lang="en-GB" i="1" dirty="0"/>
              <a:t>(x, y, marker="x", </a:t>
            </a:r>
            <a:r>
              <a:rPr lang="en-GB" i="1" dirty="0" err="1"/>
              <a:t>linestyle</a:t>
            </a:r>
            <a:r>
              <a:rPr lang="en-GB" i="1" dirty="0"/>
              <a:t>="")</a:t>
            </a:r>
          </a:p>
          <a:p>
            <a:endParaRPr lang="en-US" i="1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6B5AA7EE-101A-1097-C726-B548F8F02C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9706" y="2685665"/>
            <a:ext cx="4648433" cy="36595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BFD0F4B-97F0-1605-0A7C-518F2B29D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9706" y="2685665"/>
            <a:ext cx="4712850" cy="36595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1792A3AD-2BBB-DEFA-C51A-00889FB295B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0138" r="9772"/>
          <a:stretch>
            <a:fillRect/>
          </a:stretch>
        </p:blipFill>
        <p:spPr>
          <a:xfrm>
            <a:off x="3811706" y="2685665"/>
            <a:ext cx="4712850" cy="36595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24031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537927-8CAF-B909-7E79-56BB2B379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91A73E8-3EA9-F2D4-AAB9-5891C193D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6039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7A0B5F-607C-4C36-ECF8-BBF9DF9AD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Sample Slide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0A723FE-AE4A-BC31-F8DA-B479D4E84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Some stuff:</a:t>
            </a:r>
            <a:r>
              <a:rPr lang="de-DE" dirty="0"/>
              <a:t> ≙ </a:t>
            </a:r>
            <a:endParaRPr lang="en-GB" noProof="0" dirty="0"/>
          </a:p>
          <a:p>
            <a:r>
              <a:rPr lang="en-GB" noProof="0" dirty="0"/>
              <a:t>Some Emojis 🪄 ⚡</a:t>
            </a:r>
            <a:r>
              <a:rPr lang="en-GB" dirty="0"/>
              <a:t>🎉</a:t>
            </a:r>
            <a:endParaRPr lang="en-GB" noProof="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0048013B-D3D4-9DD6-10CF-DB86C4AFBFF0}"/>
              </a:ext>
            </a:extLst>
          </p:cNvPr>
          <p:cNvSpPr txBox="1"/>
          <p:nvPr/>
        </p:nvSpPr>
        <p:spPr>
          <a:xfrm>
            <a:off x="8613400" y="4951163"/>
            <a:ext cx="11491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[Some source]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0E19D2E-3C7D-3260-F83F-62D1E1B993E1}"/>
              </a:ext>
            </a:extLst>
          </p:cNvPr>
          <p:cNvCxnSpPr/>
          <p:nvPr/>
        </p:nvCxnSpPr>
        <p:spPr>
          <a:xfrm>
            <a:off x="8505261" y="1246108"/>
            <a:ext cx="804672" cy="0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5E6DDA9F-0028-564A-CF76-8B73FC5D9E16}"/>
              </a:ext>
            </a:extLst>
          </p:cNvPr>
          <p:cNvSpPr/>
          <p:nvPr/>
        </p:nvSpPr>
        <p:spPr>
          <a:xfrm>
            <a:off x="8438637" y="3139314"/>
            <a:ext cx="1205052" cy="35401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6B693C6-94D4-23F4-7106-30393D062896}"/>
              </a:ext>
            </a:extLst>
          </p:cNvPr>
          <p:cNvSpPr/>
          <p:nvPr/>
        </p:nvSpPr>
        <p:spPr>
          <a:xfrm>
            <a:off x="7717537" y="1730423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Some Text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C754E89-8D5D-89AD-0E54-614A7988FA2D}"/>
              </a:ext>
            </a:extLst>
          </p:cNvPr>
          <p:cNvSpPr/>
          <p:nvPr/>
        </p:nvSpPr>
        <p:spPr>
          <a:xfrm>
            <a:off x="8438638" y="3844747"/>
            <a:ext cx="1205052" cy="369507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4" name="Geschweifte Klammer links 3">
            <a:extLst>
              <a:ext uri="{FF2B5EF4-FFF2-40B4-BE49-F238E27FC236}">
                <a16:creationId xmlns:a16="http://schemas.microsoft.com/office/drawing/2014/main" id="{C9816F8C-2CA1-8B84-0DEF-2559334845CB}"/>
              </a:ext>
            </a:extLst>
          </p:cNvPr>
          <p:cNvSpPr/>
          <p:nvPr/>
        </p:nvSpPr>
        <p:spPr>
          <a:xfrm>
            <a:off x="4095750" y="3844747"/>
            <a:ext cx="371475" cy="1498778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D45E9C49-AF29-868E-5725-AAF5E32A06CD}"/>
              </a:ext>
            </a:extLst>
          </p:cNvPr>
          <p:cNvCxnSpPr/>
          <p:nvPr/>
        </p:nvCxnSpPr>
        <p:spPr>
          <a:xfrm>
            <a:off x="1276350" y="4143375"/>
            <a:ext cx="148590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735E21A-8DAE-07FB-A7AB-EEE014682AED}"/>
              </a:ext>
            </a:extLst>
          </p:cNvPr>
          <p:cNvCxnSpPr/>
          <p:nvPr/>
        </p:nvCxnSpPr>
        <p:spPr>
          <a:xfrm>
            <a:off x="8505261" y="741283"/>
            <a:ext cx="804672" cy="0"/>
          </a:xfrm>
          <a:prstGeom prst="straightConnector1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Geschweifte Klammer links 12">
            <a:extLst>
              <a:ext uri="{FF2B5EF4-FFF2-40B4-BE49-F238E27FC236}">
                <a16:creationId xmlns:a16="http://schemas.microsoft.com/office/drawing/2014/main" id="{80C7A375-7DDA-A52D-3BA8-089D75D54106}"/>
              </a:ext>
            </a:extLst>
          </p:cNvPr>
          <p:cNvSpPr/>
          <p:nvPr/>
        </p:nvSpPr>
        <p:spPr>
          <a:xfrm>
            <a:off x="4765067" y="3729384"/>
            <a:ext cx="371475" cy="1498778"/>
          </a:xfrm>
          <a:prstGeom prst="leftBrac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C702F5FC-9E9D-3E0C-CADB-09F185A8B115}"/>
              </a:ext>
            </a:extLst>
          </p:cNvPr>
          <p:cNvCxnSpPr/>
          <p:nvPr/>
        </p:nvCxnSpPr>
        <p:spPr>
          <a:xfrm>
            <a:off x="1428750" y="4295775"/>
            <a:ext cx="148590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B40DEBFD-840B-B742-7AFA-EC30BE390BAA}"/>
              </a:ext>
            </a:extLst>
          </p:cNvPr>
          <p:cNvGrpSpPr/>
          <p:nvPr/>
        </p:nvGrpSpPr>
        <p:grpSpPr>
          <a:xfrm>
            <a:off x="6192077" y="5602008"/>
            <a:ext cx="2246560" cy="841248"/>
            <a:chOff x="8440548" y="4177136"/>
            <a:chExt cx="2246560" cy="841248"/>
          </a:xfrm>
        </p:grpSpPr>
        <p:sp>
          <p:nvSpPr>
            <p:cNvPr id="15" name="Bogen 14">
              <a:extLst>
                <a:ext uri="{FF2B5EF4-FFF2-40B4-BE49-F238E27FC236}">
                  <a16:creationId xmlns:a16="http://schemas.microsoft.com/office/drawing/2014/main" id="{8539BDFF-620A-94E9-43C3-7C15B136A22B}"/>
                </a:ext>
              </a:extLst>
            </p:cNvPr>
            <p:cNvSpPr/>
            <p:nvPr/>
          </p:nvSpPr>
          <p:spPr>
            <a:xfrm>
              <a:off x="8531603" y="4177136"/>
              <a:ext cx="2155505" cy="841248"/>
            </a:xfrm>
            <a:prstGeom prst="arc">
              <a:avLst>
                <a:gd name="adj1" fmla="val 10743950"/>
                <a:gd name="adj2" fmla="val 0"/>
              </a:avLst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6" name="Freihand 15">
                  <a:extLst>
                    <a:ext uri="{FF2B5EF4-FFF2-40B4-BE49-F238E27FC236}">
                      <a16:creationId xmlns:a16="http://schemas.microsoft.com/office/drawing/2014/main" id="{85C3B65C-6361-A6C5-6F9A-1B32B4EEBF3B}"/>
                    </a:ext>
                  </a:extLst>
                </p14:cNvPr>
                <p14:cNvContentPartPr/>
                <p14:nvPr/>
              </p14:nvContentPartPr>
              <p14:xfrm>
                <a:off x="8440548" y="4481426"/>
                <a:ext cx="271800" cy="140040"/>
              </p14:xfrm>
            </p:contentPart>
          </mc:Choice>
          <mc:Fallback xmlns="">
            <p:pic>
              <p:nvPicPr>
                <p:cNvPr id="16" name="Freihand 15">
                  <a:extLst>
                    <a:ext uri="{FF2B5EF4-FFF2-40B4-BE49-F238E27FC236}">
                      <a16:creationId xmlns:a16="http://schemas.microsoft.com/office/drawing/2014/main" id="{85C3B65C-6361-A6C5-6F9A-1B32B4EEBF3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434428" y="4475306"/>
                  <a:ext cx="284040" cy="1522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7" name="Rechteck 16">
            <a:extLst>
              <a:ext uri="{FF2B5EF4-FFF2-40B4-BE49-F238E27FC236}">
                <a16:creationId xmlns:a16="http://schemas.microsoft.com/office/drawing/2014/main" id="{72C21F83-4BE3-E6D6-93C2-57E32FFAAD83}"/>
              </a:ext>
            </a:extLst>
          </p:cNvPr>
          <p:cNvSpPr/>
          <p:nvPr/>
        </p:nvSpPr>
        <p:spPr>
          <a:xfrm>
            <a:off x="1542529" y="4642946"/>
            <a:ext cx="1179576" cy="58521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7EBD4109-4F5E-85C9-68CB-F0F8BE2E4094}"/>
              </a:ext>
            </a:extLst>
          </p:cNvPr>
          <p:cNvGrpSpPr/>
          <p:nvPr/>
        </p:nvGrpSpPr>
        <p:grpSpPr>
          <a:xfrm>
            <a:off x="3590608" y="5470652"/>
            <a:ext cx="7363087" cy="841248"/>
            <a:chOff x="8487235" y="4177136"/>
            <a:chExt cx="2199873" cy="841248"/>
          </a:xfrm>
        </p:grpSpPr>
        <p:sp>
          <p:nvSpPr>
            <p:cNvPr id="19" name="Bogen 18">
              <a:extLst>
                <a:ext uri="{FF2B5EF4-FFF2-40B4-BE49-F238E27FC236}">
                  <a16:creationId xmlns:a16="http://schemas.microsoft.com/office/drawing/2014/main" id="{B2DF59B8-D001-974D-22E2-DC146E9521D9}"/>
                </a:ext>
              </a:extLst>
            </p:cNvPr>
            <p:cNvSpPr/>
            <p:nvPr/>
          </p:nvSpPr>
          <p:spPr>
            <a:xfrm>
              <a:off x="8531603" y="4177136"/>
              <a:ext cx="2155505" cy="841248"/>
            </a:xfrm>
            <a:prstGeom prst="arc">
              <a:avLst>
                <a:gd name="adj1" fmla="val 10743950"/>
                <a:gd name="adj2" fmla="val 0"/>
              </a:avLst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0" name="Freihand 19">
                  <a:extLst>
                    <a:ext uri="{FF2B5EF4-FFF2-40B4-BE49-F238E27FC236}">
                      <a16:creationId xmlns:a16="http://schemas.microsoft.com/office/drawing/2014/main" id="{1147C6B2-FC91-C682-FB16-3DF691E3950B}"/>
                    </a:ext>
                  </a:extLst>
                </p14:cNvPr>
                <p14:cNvContentPartPr/>
                <p14:nvPr/>
              </p14:nvContentPartPr>
              <p14:xfrm rot="12692638" flipV="1">
                <a:off x="8487235" y="4476469"/>
                <a:ext cx="88735" cy="165615"/>
              </p14:xfrm>
            </p:contentPart>
          </mc:Choice>
          <mc:Fallback xmlns="">
            <p:pic>
              <p:nvPicPr>
                <p:cNvPr id="20" name="Freihand 19">
                  <a:extLst>
                    <a:ext uri="{FF2B5EF4-FFF2-40B4-BE49-F238E27FC236}">
                      <a16:creationId xmlns:a16="http://schemas.microsoft.com/office/drawing/2014/main" id="{1147C6B2-FC91-C682-FB16-3DF691E3950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 rot="12692638" flipV="1">
                  <a:off x="8485404" y="4470348"/>
                  <a:ext cx="92396" cy="177856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1133682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64A0F1-7BC6-1BD9-7CBF-4AC55674D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75731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Good Luck with your Tasks </a:t>
            </a:r>
            <a:r>
              <a:rPr lang="en-US" dirty="0">
                <a:sym typeface="Wingdings" panose="05000000000000000000" pitchFamily="2" charset="2"/>
              </a:rPr>
              <a:t>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38807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</Words>
  <Application>Microsoft Office PowerPoint</Application>
  <PresentationFormat>Breitbild</PresentationFormat>
  <Paragraphs>20</Paragraphs>
  <Slides>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Wingdings</vt:lpstr>
      <vt:lpstr>Office</vt:lpstr>
      <vt:lpstr>Python Course for Physicists (And everyone else!) Chunk 12: Scipy &amp; Regressions</vt:lpstr>
      <vt:lpstr>Matplotlib: rcParams</vt:lpstr>
      <vt:lpstr>Live Coding: Visualizing Noisy Data</vt:lpstr>
      <vt:lpstr>Scipy</vt:lpstr>
      <vt:lpstr>Sample Slide</vt:lpstr>
      <vt:lpstr>Good Luck with your Tasks 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Bollig</dc:creator>
  <cp:lastModifiedBy>Jonathan Bollig</cp:lastModifiedBy>
  <cp:revision>1</cp:revision>
  <dcterms:created xsi:type="dcterms:W3CDTF">2025-08-17T13:50:44Z</dcterms:created>
  <dcterms:modified xsi:type="dcterms:W3CDTF">2025-10-09T11:59:01Z</dcterms:modified>
</cp:coreProperties>
</file>