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1" r:id="rId3"/>
    <p:sldId id="270" r:id="rId4"/>
    <p:sldId id="273" r:id="rId5"/>
    <p:sldId id="274" r:id="rId6"/>
    <p:sldId id="272" r:id="rId7"/>
    <p:sldId id="275" r:id="rId8"/>
    <p:sldId id="269" r:id="rId9"/>
    <p:sldId id="267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21A4E-A3B0-4BFF-AA89-EF6C9284D602}" v="16" dt="2025-10-09T18:43:17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">
      <pc:chgData name="Jonathan Bollig" userId="8b5d0afe-f106-45e0-8c3f-fd98fa124db1" providerId="ADAL" clId="{B2469FA9-EBD8-4834-A16D-CBF8EFC907DD}" dt="2025-10-09T18:43:21.088" v="1689" actId="1076"/>
      <pc:docMkLst>
        <pc:docMk/>
      </pc:docMkLst>
      <pc:sldChg chg="modSp mod">
        <pc:chgData name="Jonathan Bollig" userId="8b5d0afe-f106-45e0-8c3f-fd98fa124db1" providerId="ADAL" clId="{B2469FA9-EBD8-4834-A16D-CBF8EFC907DD}" dt="2025-10-08T16:48:27.446" v="71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8T16:48:27.446" v="71" actId="20577"/>
          <ac:spMkLst>
            <pc:docMk/>
            <pc:sldMk cId="836289018" sldId="256"/>
            <ac:spMk id="2" creationId="{40F72F59-52B3-6063-A2E3-2AA45125A99B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Sp delSp modSp add mod">
        <pc:chgData name="Jonathan Bollig" userId="8b5d0afe-f106-45e0-8c3f-fd98fa124db1" providerId="ADAL" clId="{B2469FA9-EBD8-4834-A16D-CBF8EFC907DD}" dt="2025-10-09T18:43:21.088" v="1689" actId="1076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9T18:39:43.605" v="1649" actId="1076"/>
          <ac:spMkLst>
            <pc:docMk/>
            <pc:sldMk cId="2138807736" sldId="267"/>
            <ac:spMk id="2" creationId="{4264A0F1-7BC6-1BD9-7CBF-4AC55674DB61}"/>
          </ac:spMkLst>
        </pc:spChg>
        <pc:spChg chg="add del mod">
          <ac:chgData name="Jonathan Bollig" userId="8b5d0afe-f106-45e0-8c3f-fd98fa124db1" providerId="ADAL" clId="{B2469FA9-EBD8-4834-A16D-CBF8EFC907DD}" dt="2025-10-09T18:40:30.859" v="1655" actId="478"/>
          <ac:spMkLst>
            <pc:docMk/>
            <pc:sldMk cId="2138807736" sldId="267"/>
            <ac:spMk id="5" creationId="{59A60950-0B9C-DEFC-C394-7C66461942D9}"/>
          </ac:spMkLst>
        </pc:spChg>
        <pc:spChg chg="add del mod">
          <ac:chgData name="Jonathan Bollig" userId="8b5d0afe-f106-45e0-8c3f-fd98fa124db1" providerId="ADAL" clId="{B2469FA9-EBD8-4834-A16D-CBF8EFC907DD}" dt="2025-10-09T18:41:43.533" v="1678" actId="478"/>
          <ac:spMkLst>
            <pc:docMk/>
            <pc:sldMk cId="2138807736" sldId="267"/>
            <ac:spMk id="8" creationId="{D50E27EE-AE7F-018A-D370-58A149B70269}"/>
          </ac:spMkLst>
        </pc:spChg>
        <pc:spChg chg="add mod">
          <ac:chgData name="Jonathan Bollig" userId="8b5d0afe-f106-45e0-8c3f-fd98fa124db1" providerId="ADAL" clId="{B2469FA9-EBD8-4834-A16D-CBF8EFC907DD}" dt="2025-10-09T18:41:36.246" v="1677" actId="113"/>
          <ac:spMkLst>
            <pc:docMk/>
            <pc:sldMk cId="2138807736" sldId="267"/>
            <ac:spMk id="9" creationId="{DA3C642B-22A1-C653-8FBC-0D1E2AA34B8D}"/>
          </ac:spMkLst>
        </pc:spChg>
        <pc:spChg chg="add mod">
          <ac:chgData name="Jonathan Bollig" userId="8b5d0afe-f106-45e0-8c3f-fd98fa124db1" providerId="ADAL" clId="{B2469FA9-EBD8-4834-A16D-CBF8EFC907DD}" dt="2025-10-09T18:43:21.088" v="1689" actId="1076"/>
          <ac:spMkLst>
            <pc:docMk/>
            <pc:sldMk cId="2138807736" sldId="267"/>
            <ac:spMk id="14" creationId="{62BEF4E9-E1DB-EB2C-1448-9C9441BEBDF6}"/>
          </ac:spMkLst>
        </pc:spChg>
        <pc:picChg chg="add mod">
          <ac:chgData name="Jonathan Bollig" userId="8b5d0afe-f106-45e0-8c3f-fd98fa124db1" providerId="ADAL" clId="{B2469FA9-EBD8-4834-A16D-CBF8EFC907DD}" dt="2025-10-09T18:41:52.101" v="1681" actId="1076"/>
          <ac:picMkLst>
            <pc:docMk/>
            <pc:sldMk cId="2138807736" sldId="267"/>
            <ac:picMk id="4" creationId="{DA1FFDC6-13ED-F8A3-4169-966E94BF3A65}"/>
          </ac:picMkLst>
        </pc:picChg>
        <pc:cxnChg chg="add mod">
          <ac:chgData name="Jonathan Bollig" userId="8b5d0afe-f106-45e0-8c3f-fd98fa124db1" providerId="ADAL" clId="{B2469FA9-EBD8-4834-A16D-CBF8EFC907DD}" dt="2025-10-09T18:41:33.126" v="1676" actId="14100"/>
          <ac:cxnSpMkLst>
            <pc:docMk/>
            <pc:sldMk cId="2138807736" sldId="267"/>
            <ac:cxnSpMk id="6" creationId="{3875506B-B047-896C-0084-7C669BB34902}"/>
          </ac:cxnSpMkLst>
        </pc:cxnChg>
        <pc:cxnChg chg="add mod">
          <ac:chgData name="Jonathan Bollig" userId="8b5d0afe-f106-45e0-8c3f-fd98fa124db1" providerId="ADAL" clId="{B2469FA9-EBD8-4834-A16D-CBF8EFC907DD}" dt="2025-10-09T18:42:09.347" v="1685" actId="14100"/>
          <ac:cxnSpMkLst>
            <pc:docMk/>
            <pc:sldMk cId="2138807736" sldId="267"/>
            <ac:cxnSpMk id="12" creationId="{F7B27F37-753F-A5F2-3B2A-2AD631FE2CF7}"/>
          </ac:cxnSpMkLst>
        </pc:cxnChg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modSp add mod">
        <pc:chgData name="Jonathan Bollig" userId="8b5d0afe-f106-45e0-8c3f-fd98fa124db1" providerId="ADAL" clId="{B2469FA9-EBD8-4834-A16D-CBF8EFC907DD}" dt="2025-10-09T18:27:44.155" v="1348" actId="1076"/>
        <pc:sldMkLst>
          <pc:docMk/>
          <pc:sldMk cId="2113368255" sldId="269"/>
        </pc:sldMkLst>
        <pc:spChg chg="mod">
          <ac:chgData name="Jonathan Bollig" userId="8b5d0afe-f106-45e0-8c3f-fd98fa124db1" providerId="ADAL" clId="{B2469FA9-EBD8-4834-A16D-CBF8EFC907DD}" dt="2025-10-04T21:37:04.844" v="18"/>
          <ac:spMkLst>
            <pc:docMk/>
            <pc:sldMk cId="2113368255" sldId="269"/>
            <ac:spMk id="3" creationId="{90A723FE-AE4A-BC31-F8DA-B479D4E846FF}"/>
          </ac:spMkLst>
        </pc:spChg>
        <pc:spChg chg="mod">
          <ac:chgData name="Jonathan Bollig" userId="8b5d0afe-f106-45e0-8c3f-fd98fa124db1" providerId="ADAL" clId="{B2469FA9-EBD8-4834-A16D-CBF8EFC907DD}" dt="2025-10-09T18:27:44.155" v="1348" actId="1076"/>
          <ac:spMkLst>
            <pc:docMk/>
            <pc:sldMk cId="2113368255" sldId="269"/>
            <ac:spMk id="13" creationId="{80C7A375-7DDA-A52D-3BA8-089D75D54106}"/>
          </ac:spMkLst>
        </pc:spChg>
      </pc:sldChg>
      <pc:sldChg chg="addSp delSp modSp new mod modAnim">
        <pc:chgData name="Jonathan Bollig" userId="8b5d0afe-f106-45e0-8c3f-fd98fa124db1" providerId="ADAL" clId="{B2469FA9-EBD8-4834-A16D-CBF8EFC907DD}" dt="2025-10-09T11:58:59.365" v="329" actId="732"/>
        <pc:sldMkLst>
          <pc:docMk/>
          <pc:sldMk cId="1924031238" sldId="270"/>
        </pc:sldMkLst>
        <pc:spChg chg="mod">
          <ac:chgData name="Jonathan Bollig" userId="8b5d0afe-f106-45e0-8c3f-fd98fa124db1" providerId="ADAL" clId="{B2469FA9-EBD8-4834-A16D-CBF8EFC907DD}" dt="2025-10-09T08:36:58.593" v="111" actId="20577"/>
          <ac:spMkLst>
            <pc:docMk/>
            <pc:sldMk cId="1924031238" sldId="270"/>
            <ac:spMk id="2" creationId="{339CC981-66B0-B525-990A-B908AEE5C0E5}"/>
          </ac:spMkLst>
        </pc:spChg>
        <pc:spChg chg="mod">
          <ac:chgData name="Jonathan Bollig" userId="8b5d0afe-f106-45e0-8c3f-fd98fa124db1" providerId="ADAL" clId="{B2469FA9-EBD8-4834-A16D-CBF8EFC907DD}" dt="2025-10-09T11:55:37.436" v="285" actId="20577"/>
          <ac:spMkLst>
            <pc:docMk/>
            <pc:sldMk cId="1924031238" sldId="270"/>
            <ac:spMk id="3" creationId="{F7398BD2-D422-25F5-BFB0-DD9B594C0435}"/>
          </ac:spMkLst>
        </pc:spChg>
        <pc:picChg chg="add del mod">
          <ac:chgData name="Jonathan Bollig" userId="8b5d0afe-f106-45e0-8c3f-fd98fa124db1" providerId="ADAL" clId="{B2469FA9-EBD8-4834-A16D-CBF8EFC907DD}" dt="2025-10-09T11:55:46.908" v="289" actId="478"/>
          <ac:picMkLst>
            <pc:docMk/>
            <pc:sldMk cId="1924031238" sldId="270"/>
            <ac:picMk id="5" creationId="{C101CA24-C238-50B0-DCE2-7D2134797418}"/>
          </ac:picMkLst>
        </pc:picChg>
        <pc:picChg chg="add del mod">
          <ac:chgData name="Jonathan Bollig" userId="8b5d0afe-f106-45e0-8c3f-fd98fa124db1" providerId="ADAL" clId="{B2469FA9-EBD8-4834-A16D-CBF8EFC907DD}" dt="2025-10-09T11:56:20.225" v="293" actId="478"/>
          <ac:picMkLst>
            <pc:docMk/>
            <pc:sldMk cId="1924031238" sldId="270"/>
            <ac:picMk id="6" creationId="{3B33E921-C571-AA11-D3A1-251BC5F836B6}"/>
          </ac:picMkLst>
        </pc:picChg>
        <pc:picChg chg="add mod ord">
          <ac:chgData name="Jonathan Bollig" userId="8b5d0afe-f106-45e0-8c3f-fd98fa124db1" providerId="ADAL" clId="{B2469FA9-EBD8-4834-A16D-CBF8EFC907DD}" dt="2025-10-09T11:58:42.144" v="326" actId="14100"/>
          <ac:picMkLst>
            <pc:docMk/>
            <pc:sldMk cId="1924031238" sldId="270"/>
            <ac:picMk id="8" creationId="{0BFD0F4B-97F0-1605-0A7C-518F2B29DC65}"/>
          </ac:picMkLst>
        </pc:picChg>
        <pc:picChg chg="add mod">
          <ac:chgData name="Jonathan Bollig" userId="8b5d0afe-f106-45e0-8c3f-fd98fa124db1" providerId="ADAL" clId="{B2469FA9-EBD8-4834-A16D-CBF8EFC907DD}" dt="2025-10-09T11:58:32.648" v="324" actId="1076"/>
          <ac:picMkLst>
            <pc:docMk/>
            <pc:sldMk cId="1924031238" sldId="270"/>
            <ac:picMk id="10" creationId="{6B5AA7EE-101A-1097-C726-B548F8F02C8E}"/>
          </ac:picMkLst>
        </pc:picChg>
        <pc:picChg chg="add mod ord modCrop">
          <ac:chgData name="Jonathan Bollig" userId="8b5d0afe-f106-45e0-8c3f-fd98fa124db1" providerId="ADAL" clId="{B2469FA9-EBD8-4834-A16D-CBF8EFC907DD}" dt="2025-10-09T11:58:59.365" v="329" actId="732"/>
          <ac:picMkLst>
            <pc:docMk/>
            <pc:sldMk cId="1924031238" sldId="270"/>
            <ac:picMk id="12" creationId="{1792A3AD-2BBB-DEFA-C51A-00889FB295B9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9T08:45:16.181" v="272" actId="20577"/>
        <pc:sldMkLst>
          <pc:docMk/>
          <pc:sldMk cId="2101106813" sldId="271"/>
        </pc:sldMkLst>
        <pc:spChg chg="mod">
          <ac:chgData name="Jonathan Bollig" userId="8b5d0afe-f106-45e0-8c3f-fd98fa124db1" providerId="ADAL" clId="{B2469FA9-EBD8-4834-A16D-CBF8EFC907DD}" dt="2025-10-09T08:40:42.463" v="167" actId="20577"/>
          <ac:spMkLst>
            <pc:docMk/>
            <pc:sldMk cId="2101106813" sldId="271"/>
            <ac:spMk id="2" creationId="{C35F9678-53F9-7225-22B7-BB8411794FF0}"/>
          </ac:spMkLst>
        </pc:spChg>
        <pc:spChg chg="mod">
          <ac:chgData name="Jonathan Bollig" userId="8b5d0afe-f106-45e0-8c3f-fd98fa124db1" providerId="ADAL" clId="{B2469FA9-EBD8-4834-A16D-CBF8EFC907DD}" dt="2025-10-09T08:45:16.181" v="272" actId="20577"/>
          <ac:spMkLst>
            <pc:docMk/>
            <pc:sldMk cId="2101106813" sldId="271"/>
            <ac:spMk id="3" creationId="{F2A54FCC-D5D9-3B2A-A578-49C5C69BD26F}"/>
          </ac:spMkLst>
        </pc:spChg>
        <pc:picChg chg="add mod">
          <ac:chgData name="Jonathan Bollig" userId="8b5d0afe-f106-45e0-8c3f-fd98fa124db1" providerId="ADAL" clId="{B2469FA9-EBD8-4834-A16D-CBF8EFC907DD}" dt="2025-10-09T08:43:41.297" v="236" actId="1076"/>
          <ac:picMkLst>
            <pc:docMk/>
            <pc:sldMk cId="2101106813" sldId="271"/>
            <ac:picMk id="5" creationId="{0D7DA34C-2279-C293-581F-2768BA9B9C7D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9T18:23:40.542" v="1206" actId="1440"/>
        <pc:sldMkLst>
          <pc:docMk/>
          <pc:sldMk cId="876603943" sldId="272"/>
        </pc:sldMkLst>
        <pc:spChg chg="mod">
          <ac:chgData name="Jonathan Bollig" userId="8b5d0afe-f106-45e0-8c3f-fd98fa124db1" providerId="ADAL" clId="{B2469FA9-EBD8-4834-A16D-CBF8EFC907DD}" dt="2025-10-09T18:21:34.177" v="1163" actId="20577"/>
          <ac:spMkLst>
            <pc:docMk/>
            <pc:sldMk cId="876603943" sldId="272"/>
            <ac:spMk id="2" creationId="{71537927-8CAF-B909-7E79-56BB2B379D9C}"/>
          </ac:spMkLst>
        </pc:spChg>
        <pc:spChg chg="mod">
          <ac:chgData name="Jonathan Bollig" userId="8b5d0afe-f106-45e0-8c3f-fd98fa124db1" providerId="ADAL" clId="{B2469FA9-EBD8-4834-A16D-CBF8EFC907DD}" dt="2025-10-09T18:22:29.934" v="1203" actId="20577"/>
          <ac:spMkLst>
            <pc:docMk/>
            <pc:sldMk cId="876603943" sldId="272"/>
            <ac:spMk id="3" creationId="{E91A73E8-3EA9-F2D4-AAB9-5891C193DE90}"/>
          </ac:spMkLst>
        </pc:spChg>
        <pc:picChg chg="add mod modCrop">
          <ac:chgData name="Jonathan Bollig" userId="8b5d0afe-f106-45e0-8c3f-fd98fa124db1" providerId="ADAL" clId="{B2469FA9-EBD8-4834-A16D-CBF8EFC907DD}" dt="2025-10-09T18:22:08.611" v="1170" actId="732"/>
          <ac:picMkLst>
            <pc:docMk/>
            <pc:sldMk cId="876603943" sldId="272"/>
            <ac:picMk id="5" creationId="{9BA43A2C-04B7-D5E4-A445-439F64B68E78}"/>
          </ac:picMkLst>
        </pc:picChg>
        <pc:picChg chg="add mod">
          <ac:chgData name="Jonathan Bollig" userId="8b5d0afe-f106-45e0-8c3f-fd98fa124db1" providerId="ADAL" clId="{B2469FA9-EBD8-4834-A16D-CBF8EFC907DD}" dt="2025-10-09T18:23:40.542" v="1206" actId="1440"/>
          <ac:picMkLst>
            <pc:docMk/>
            <pc:sldMk cId="876603943" sldId="272"/>
            <ac:picMk id="7" creationId="{D1110E2D-4AAC-D082-C978-52FEFD63E64A}"/>
          </ac:picMkLst>
        </pc:picChg>
      </pc:sldChg>
      <pc:sldChg chg="modSp new mod">
        <pc:chgData name="Jonathan Bollig" userId="8b5d0afe-f106-45e0-8c3f-fd98fa124db1" providerId="ADAL" clId="{B2469FA9-EBD8-4834-A16D-CBF8EFC907DD}" dt="2025-10-09T18:17:46.465" v="880" actId="5793"/>
        <pc:sldMkLst>
          <pc:docMk/>
          <pc:sldMk cId="4269997538" sldId="273"/>
        </pc:sldMkLst>
        <pc:spChg chg="mod">
          <ac:chgData name="Jonathan Bollig" userId="8b5d0afe-f106-45e0-8c3f-fd98fa124db1" providerId="ADAL" clId="{B2469FA9-EBD8-4834-A16D-CBF8EFC907DD}" dt="2025-10-09T18:12:10.909" v="374" actId="20577"/>
          <ac:spMkLst>
            <pc:docMk/>
            <pc:sldMk cId="4269997538" sldId="273"/>
            <ac:spMk id="2" creationId="{E512ED0C-A74E-AD0B-3157-225AA8B1AE12}"/>
          </ac:spMkLst>
        </pc:spChg>
        <pc:spChg chg="mod">
          <ac:chgData name="Jonathan Bollig" userId="8b5d0afe-f106-45e0-8c3f-fd98fa124db1" providerId="ADAL" clId="{B2469FA9-EBD8-4834-A16D-CBF8EFC907DD}" dt="2025-10-09T18:17:46.465" v="880" actId="5793"/>
          <ac:spMkLst>
            <pc:docMk/>
            <pc:sldMk cId="4269997538" sldId="273"/>
            <ac:spMk id="3" creationId="{EB6344C7-046F-7990-B039-2BA17E01C42D}"/>
          </ac:spMkLst>
        </pc:spChg>
      </pc:sldChg>
      <pc:sldChg chg="addSp modSp new mod">
        <pc:chgData name="Jonathan Bollig" userId="8b5d0afe-f106-45e0-8c3f-fd98fa124db1" providerId="ADAL" clId="{B2469FA9-EBD8-4834-A16D-CBF8EFC907DD}" dt="2025-10-09T18:23:54.546" v="1207" actId="14100"/>
        <pc:sldMkLst>
          <pc:docMk/>
          <pc:sldMk cId="3648581531" sldId="274"/>
        </pc:sldMkLst>
        <pc:spChg chg="mod">
          <ac:chgData name="Jonathan Bollig" userId="8b5d0afe-f106-45e0-8c3f-fd98fa124db1" providerId="ADAL" clId="{B2469FA9-EBD8-4834-A16D-CBF8EFC907DD}" dt="2025-10-09T18:19:17.112" v="899" actId="20577"/>
          <ac:spMkLst>
            <pc:docMk/>
            <pc:sldMk cId="3648581531" sldId="274"/>
            <ac:spMk id="2" creationId="{74117E05-08A7-0645-DC42-AF6BD2A1A188}"/>
          </ac:spMkLst>
        </pc:spChg>
        <pc:spChg chg="mod">
          <ac:chgData name="Jonathan Bollig" userId="8b5d0afe-f106-45e0-8c3f-fd98fa124db1" providerId="ADAL" clId="{B2469FA9-EBD8-4834-A16D-CBF8EFC907DD}" dt="2025-10-09T18:23:54.546" v="1207" actId="14100"/>
          <ac:spMkLst>
            <pc:docMk/>
            <pc:sldMk cId="3648581531" sldId="274"/>
            <ac:spMk id="3" creationId="{DC3F19B6-9A40-F231-4A05-71B893DECD2E}"/>
          </ac:spMkLst>
        </pc:spChg>
        <pc:picChg chg="add mod">
          <ac:chgData name="Jonathan Bollig" userId="8b5d0afe-f106-45e0-8c3f-fd98fa124db1" providerId="ADAL" clId="{B2469FA9-EBD8-4834-A16D-CBF8EFC907DD}" dt="2025-10-09T18:19:21.288" v="902" actId="1076"/>
          <ac:picMkLst>
            <pc:docMk/>
            <pc:sldMk cId="3648581531" sldId="274"/>
            <ac:picMk id="5" creationId="{6BC4A0CF-0AEC-2FF9-E80F-710121E0EE53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9T18:39:29.271" v="1648" actId="1076"/>
        <pc:sldMkLst>
          <pc:docMk/>
          <pc:sldMk cId="2209039211" sldId="275"/>
        </pc:sldMkLst>
        <pc:spChg chg="mod">
          <ac:chgData name="Jonathan Bollig" userId="8b5d0afe-f106-45e0-8c3f-fd98fa124db1" providerId="ADAL" clId="{B2469FA9-EBD8-4834-A16D-CBF8EFC907DD}" dt="2025-10-09T18:24:50.368" v="1224" actId="20577"/>
          <ac:spMkLst>
            <pc:docMk/>
            <pc:sldMk cId="2209039211" sldId="275"/>
            <ac:spMk id="2" creationId="{BB9A595D-D71E-7A0A-2042-7EE3FA7592C5}"/>
          </ac:spMkLst>
        </pc:spChg>
        <pc:spChg chg="mod">
          <ac:chgData name="Jonathan Bollig" userId="8b5d0afe-f106-45e0-8c3f-fd98fa124db1" providerId="ADAL" clId="{B2469FA9-EBD8-4834-A16D-CBF8EFC907DD}" dt="2025-10-09T18:38:32.386" v="1647" actId="20577"/>
          <ac:spMkLst>
            <pc:docMk/>
            <pc:sldMk cId="2209039211" sldId="275"/>
            <ac:spMk id="3" creationId="{547CD537-AC08-4026-4DC8-2B7ED4709497}"/>
          </ac:spMkLst>
        </pc:spChg>
        <pc:spChg chg="add mod">
          <ac:chgData name="Jonathan Bollig" userId="8b5d0afe-f106-45e0-8c3f-fd98fa124db1" providerId="ADAL" clId="{B2469FA9-EBD8-4834-A16D-CBF8EFC907DD}" dt="2025-10-09T18:27:55.852" v="1352" actId="14100"/>
          <ac:spMkLst>
            <pc:docMk/>
            <pc:sldMk cId="2209039211" sldId="275"/>
            <ac:spMk id="7" creationId="{CDCDF7B1-24CF-5074-3016-E54765C4DC8A}"/>
          </ac:spMkLst>
        </pc:spChg>
        <pc:spChg chg="add mod">
          <ac:chgData name="Jonathan Bollig" userId="8b5d0afe-f106-45e0-8c3f-fd98fa124db1" providerId="ADAL" clId="{B2469FA9-EBD8-4834-A16D-CBF8EFC907DD}" dt="2025-10-09T18:28:42.279" v="1386" actId="1076"/>
          <ac:spMkLst>
            <pc:docMk/>
            <pc:sldMk cId="2209039211" sldId="275"/>
            <ac:spMk id="11" creationId="{65D3BA2B-2205-D64E-88D9-4E01CAC51965}"/>
          </ac:spMkLst>
        </pc:spChg>
        <pc:spChg chg="add mod">
          <ac:chgData name="Jonathan Bollig" userId="8b5d0afe-f106-45e0-8c3f-fd98fa124db1" providerId="ADAL" clId="{B2469FA9-EBD8-4834-A16D-CBF8EFC907DD}" dt="2025-10-09T18:28:36.428" v="1384" actId="1076"/>
          <ac:spMkLst>
            <pc:docMk/>
            <pc:sldMk cId="2209039211" sldId="275"/>
            <ac:spMk id="12" creationId="{152092C8-4E97-DEAF-AE2C-E5BBB26C91DB}"/>
          </ac:spMkLst>
        </pc:spChg>
        <pc:picChg chg="add mod">
          <ac:chgData name="Jonathan Bollig" userId="8b5d0afe-f106-45e0-8c3f-fd98fa124db1" providerId="ADAL" clId="{B2469FA9-EBD8-4834-A16D-CBF8EFC907DD}" dt="2025-10-09T18:27:32.164" v="1346" actId="1440"/>
          <ac:picMkLst>
            <pc:docMk/>
            <pc:sldMk cId="2209039211" sldId="275"/>
            <ac:picMk id="5" creationId="{EFB63C64-A8CB-F1BB-03AF-1D856ED43668}"/>
          </ac:picMkLst>
        </pc:picChg>
        <pc:picChg chg="add mod">
          <ac:chgData name="Jonathan Bollig" userId="8b5d0afe-f106-45e0-8c3f-fd98fa124db1" providerId="ADAL" clId="{B2469FA9-EBD8-4834-A16D-CBF8EFC907DD}" dt="2025-10-09T18:39:29.271" v="1648" actId="1076"/>
          <ac:picMkLst>
            <pc:docMk/>
            <pc:sldMk cId="2209039211" sldId="275"/>
            <ac:picMk id="14" creationId="{14DB34B6-D2E4-D8C2-E0EE-C6BAFE1E7122}"/>
          </ac:picMkLst>
        </pc:picChg>
        <pc:cxnChg chg="add del mod">
          <ac:chgData name="Jonathan Bollig" userId="8b5d0afe-f106-45e0-8c3f-fd98fa124db1" providerId="ADAL" clId="{B2469FA9-EBD8-4834-A16D-CBF8EFC907DD}" dt="2025-10-09T18:28:09.382" v="1359" actId="478"/>
          <ac:cxnSpMkLst>
            <pc:docMk/>
            <pc:sldMk cId="2209039211" sldId="275"/>
            <ac:cxnSpMk id="6" creationId="{C216F8A1-50A3-E223-B2E3-855F8E0085C0}"/>
          </ac:cxnSpMkLst>
        </pc:cxnChg>
        <pc:cxnChg chg="add mod">
          <ac:chgData name="Jonathan Bollig" userId="8b5d0afe-f106-45e0-8c3f-fd98fa124db1" providerId="ADAL" clId="{B2469FA9-EBD8-4834-A16D-CBF8EFC907DD}" dt="2025-10-09T18:28:06.214" v="1357" actId="1076"/>
          <ac:cxnSpMkLst>
            <pc:docMk/>
            <pc:sldMk cId="2209039211" sldId="275"/>
            <ac:cxnSpMk id="8" creationId="{E98FB183-EDD9-71FE-37C2-13D417F40308}"/>
          </ac:cxnSpMkLst>
        </pc:cxnChg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8:39:27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24575,'0'7'0,"1"0"0,1-1 0,-1 1 0,1 0 0,0-1 0,0 0 0,1 1 0,0-1 0,4 6 0,35 51 0,32 21 0,-55-65 0,0 1 0,-2 0 0,24 36 0,-41-54 0,1 0 0,0 0 0,1 0 0,-1 0 0,0 0 0,1-1 0,-1 1 0,1 0 0,-1-1 0,1 1 0,0-1 0,-1 1 0,1-1 0,0 0 0,0 0 0,0 0 0,0 0 0,0 0 0,0 0 0,1 0 0,-1-1 0,0 1 0,4-1 0,-1 0 0,0-1 0,0-1 0,-1 1 0,1-1 0,-1 1 0,1-1 0,-1-1 0,0 1 0,1-1 0,5-4 0,96-62 0,-92 64 0,1-1 0,0 2 0,0 0 0,0 0 0,0 2 0,1 0 0,16-1 0,43-6 0,-49 5 0,-19 3 0,-1 1 0,1-1 0,-1 0 0,0-1 0,1 0 0,-1 0 0,0 0 0,0-1 0,11-6 0,-17 9 0,0 0 0,0-1 0,0 1 0,0 0 0,0 0 0,0-1 0,0 1 0,0 0 0,0 0 0,0-1 0,0 1 0,0 0 0,0 0 0,0-1 0,0 1 0,0 0 0,0 0 0,0-1 0,0 1 0,0 0 0,0 0 0,-1-1 0,1 1 0,0 0 0,0 0 0,0 0 0,0-1 0,-1 1 0,1 0 0,0 0 0,0 0 0,0 0 0,-1 0 0,1-1 0,0 1 0,0 0 0,-1 0 0,1 0 0,0 0 0,0 0 0,-1 0 0,1 0 0,0 0 0,0 0 0,-1 0 0,1 0 0,0 0 0,0 0 0,-1 0 0,1 0 0,0 0 0,0 0 0,-1 0 0,1 1 0,-18-4 0,4 3 0,0 0 0,0 1 0,1 0 0,-1 1 0,0 0 0,1 2 0,-1-1 0,1 2 0,0 0 0,0 0 0,-17 11 0,0 3 0,0 1 0,1 2 0,-31 30 0,56-48 0,-1 0 0,1-1 0,-1 0 0,1 0 0,-1 0 0,0 0 0,0-1 0,0 0 0,-1 0 0,1 0 0,0-1 0,-8 2 0,10-3 0,0 0 0,0 0 0,0 0 0,0 0 0,-1-1 0,1 1 0,0-1 0,0 0 0,0 1 0,0-2 0,0 1 0,0 0 0,1 0 0,-1-1 0,0 0 0,1 0 0,-1 1 0,1-1 0,-1-1 0,1 1 0,0 0 0,-4-5 0,-15-20 0,-1 1 0,-1 2 0,-48-40 0,61 55-124,0-1 0,1 0 0,0 0 0,1 0 0,0-2 0,1 1-1,0-1 1,1 1 0,0-2 0,-6-16 0,8 9-6702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5:12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1 460 24575,'0'-8'0,"1"-1"0,1 2 0,-1-1 0,2 0 0,-1 1 0,0 0 0,1-2 0,0 2 0,5-7 0,38-60 0,35-26 0,-60 78 0,-1-2 0,-1 0 0,26-42 0,-45 64 0,1-1 0,0 1 0,1 0 0,-1-1 0,0 1 0,2 1 0,-2-2 0,1 1 0,-1 1 0,1-1 0,0 0 0,-1 0 0,2 1 0,-1 0 0,0-1 0,0 1 0,0 0 0,0 0 0,1 0 0,0 0 0,-1 1 0,0-2 0,5 2 0,-2 0 0,1 2 0,-1 0 0,0-1 0,0 1 0,-1 0 0,2 0 0,-2 2 0,1-2 0,0 1 0,6 6 0,105 72 0,-101-75 0,2 1 0,-1-2 0,0 0 0,1 0 0,-1-3 0,2 0 0,17 2 0,47 6 0,-54-5 0,-20-4 0,-2-1 0,2 2 0,-2-1 0,1 1 0,1 0 0,-2 1 0,1-1 0,-1 2 0,13 6 0,-19-10 0,0 0 0,0 2 0,0-2 0,0 0 0,0 0 0,0 1 0,0-1 0,0 0 0,0 0 0,0 1 0,0-1 0,0 0 0,0 0 0,0 1 0,0-1 0,0 0 0,0 0 0,0 1 0,0-1 0,0 0 0,0 0 0,-1 2 0,1-2 0,0 0 0,0 0 0,0 0 0,0 1 0,-1-1 0,1 0 0,0 0 0,0 0 0,0 0 0,-1 0 0,1 1 0,0-1 0,0 0 0,-2 0 0,2 0 0,0 0 0,0 0 0,-1 0 0,1 0 0,0 0 0,0 0 0,-1 0 0,1 0 0,0 0 0,0 0 0,-1 0 0,1 0 0,0 0 0,0 0 0,-1 0 0,1-1 0,-20 4 0,5-3 0,0 0 0,0-1 0,0 0 0,0-1 0,0-1 0,1-2 0,-2 2 0,2-3 0,0 0 0,0 0 0,-19-13 0,0-3 0,0-2 0,2-2 0,-35-35 0,62 56 0,-2 0 0,2 2 0,-2-1 0,2 0 0,-2 1 0,1-1 0,0 2 0,-1 0 0,0-1 0,0 1 0,1 1 0,-10-3 0,12 4 0,0 0 0,0 0 0,-1 0 0,1 0 0,-1 1 0,0-1 0,1 2 0,0-1 0,0-1 0,-1 2 0,1-1 0,0 0 0,1 1 0,-2 0 0,1 0 0,1 1 0,-2-2 0,2 1 0,-1 2 0,1-2 0,0 1 0,-5 5 0,-16 24 0,-1-1 0,-1-3 0,-53 48 0,67-66-124,1 2 0,0 0 0,0 0 0,1 0 0,0 2 0,2-1-1,-1 1 1,2-1 0,-1 2 0,-6 20 0,9-12-6702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09.10.2025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atplotlib.org/stable/users/explain/customizing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 dirty="0"/>
            </a:br>
            <a:r>
              <a:rPr lang="en-US" noProof="0" dirty="0"/>
              <a:t>Chunk 12: </a:t>
            </a:r>
            <a:r>
              <a:rPr lang="en-US" noProof="0" dirty="0" err="1"/>
              <a:t>Scipy</a:t>
            </a:r>
            <a:r>
              <a:rPr lang="en-US" noProof="0" dirty="0"/>
              <a:t> &amp; Regressions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F9678-53F9-7225-22B7-BB841179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Matplotlib: </a:t>
            </a:r>
            <a:r>
              <a:rPr lang="en-US" dirty="0" err="1"/>
              <a:t>rcParams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A54FCC-D5D9-3B2A-A578-49C5C69BD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rcParams</a:t>
            </a:r>
            <a:r>
              <a:rPr lang="en-US" dirty="0"/>
              <a:t>: Set style of plots for complete document: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Complete set of parameters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D7DA34C-2279-C293-581F-2768BA9B9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623" y="2594532"/>
            <a:ext cx="6679423" cy="181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06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9CC981-66B0-B525-990A-B908AEE5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Visualizing Noisy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398BD2-D422-25F5-BFB0-DD9B594C0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 err="1"/>
              <a:t>plt.plot</a:t>
            </a:r>
            <a:r>
              <a:rPr lang="en-GB" i="1" dirty="0"/>
              <a:t>(x, y, marker="x", </a:t>
            </a:r>
            <a:r>
              <a:rPr lang="en-GB" i="1" dirty="0" err="1"/>
              <a:t>linestyle</a:t>
            </a:r>
            <a:r>
              <a:rPr lang="en-GB" i="1" dirty="0"/>
              <a:t>="")</a:t>
            </a:r>
          </a:p>
          <a:p>
            <a:endParaRPr lang="en-US" i="1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B5AA7EE-101A-1097-C726-B548F8F02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706" y="2685665"/>
            <a:ext cx="4648433" cy="36595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BFD0F4B-97F0-1605-0A7C-518F2B29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706" y="2685665"/>
            <a:ext cx="4712850" cy="36595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792A3AD-2BBB-DEFA-C51A-00889FB295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138" r="9772"/>
          <a:stretch>
            <a:fillRect/>
          </a:stretch>
        </p:blipFill>
        <p:spPr>
          <a:xfrm>
            <a:off x="3811706" y="2685665"/>
            <a:ext cx="4712850" cy="36595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40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12ED0C-A74E-AD0B-3157-225AA8B1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Function: Regression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6344C7-046F-7990-B039-2BA17E01C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Usually: We have an idea of the “nature” of our data.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Example shown: “looks like a quadratic function”</a:t>
            </a:r>
          </a:p>
          <a:p>
            <a:r>
              <a:rPr lang="en-US" dirty="0">
                <a:sym typeface="Wingdings" panose="05000000000000000000" pitchFamily="2" charset="2"/>
              </a:rPr>
              <a:t>But: We don’t know the constants describing the polynomial</a:t>
            </a:r>
          </a:p>
          <a:p>
            <a:r>
              <a:rPr lang="en-US" dirty="0">
                <a:sym typeface="Wingdings" panose="05000000000000000000" pitchFamily="2" charset="2"/>
              </a:rPr>
              <a:t>Two options:</a:t>
            </a:r>
          </a:p>
          <a:p>
            <a:pPr marL="514350" indent="-514350">
              <a:buAutoNum type="arabicPeriod"/>
            </a:pPr>
            <a:r>
              <a:rPr lang="en-US" dirty="0" err="1">
                <a:sym typeface="Wingdings" panose="05000000000000000000" pitchFamily="2" charset="2"/>
              </a:rPr>
              <a:t>np.polyfit</a:t>
            </a:r>
            <a:r>
              <a:rPr lang="en-US" dirty="0">
                <a:sym typeface="Wingdings" panose="05000000000000000000" pitchFamily="2" charset="2"/>
              </a:rPr>
              <a:t>(x, y, order)  returns the coefficients</a:t>
            </a:r>
          </a:p>
          <a:p>
            <a:pPr marL="514350" indent="-51435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General function definition  </a:t>
            </a:r>
            <a:r>
              <a:rPr lang="en-US" dirty="0" err="1">
                <a:sym typeface="Wingdings" panose="05000000000000000000" pitchFamily="2" charset="2"/>
              </a:rPr>
              <a:t>scipy.optimize.curve_fit</a:t>
            </a:r>
            <a:r>
              <a:rPr lang="en-US" dirty="0">
                <a:sym typeface="Wingdings" panose="05000000000000000000" pitchFamily="2" charset="2"/>
              </a:rPr>
              <a:t>(…)</a:t>
            </a:r>
          </a:p>
        </p:txBody>
      </p:sp>
    </p:spTree>
    <p:extLst>
      <p:ext uri="{BB962C8B-B14F-4D97-AF65-F5344CB8AC3E}">
        <p14:creationId xmlns:p14="http://schemas.microsoft.com/office/powerpoint/2010/main" val="4269997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117E05-08A7-0645-DC42-AF6BD2A1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err="1"/>
              <a:t>polyfit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3F19B6-9A40-F231-4A05-71B893DEC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5904" cy="4351338"/>
          </a:xfrm>
        </p:spPr>
        <p:txBody>
          <a:bodyPr/>
          <a:lstStyle/>
          <a:p>
            <a:r>
              <a:rPr lang="en-US" dirty="0" err="1"/>
              <a:t>polyfit</a:t>
            </a:r>
            <a:r>
              <a:rPr lang="en-US" dirty="0"/>
              <a:t> finds coefficients. </a:t>
            </a:r>
          </a:p>
          <a:p>
            <a:r>
              <a:rPr lang="en-US" dirty="0"/>
              <a:t>Coefficients can be used to create a fitted function</a:t>
            </a:r>
          </a:p>
          <a:p>
            <a:r>
              <a:rPr lang="en-US" dirty="0"/>
              <a:t>Plot the fitted function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BC4A0CF-0AEC-2FF9-E80F-710121E0E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968" y="699516"/>
            <a:ext cx="4753902" cy="5596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8581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37927-8CAF-B909-7E79-56BB2B37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(constants)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1A73E8-3EA9-F2D4-AAB9-5891C193D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053"/>
            <a:ext cx="10515600" cy="4351338"/>
          </a:xfrm>
        </p:spPr>
        <p:txBody>
          <a:bodyPr/>
          <a:lstStyle/>
          <a:p>
            <a:r>
              <a:rPr lang="en-US" dirty="0" err="1"/>
              <a:t>scipy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scientific python</a:t>
            </a:r>
          </a:p>
          <a:p>
            <a:r>
              <a:rPr lang="en-US" dirty="0">
                <a:sym typeface="Wingdings" panose="05000000000000000000" pitchFamily="2" charset="2"/>
              </a:rPr>
              <a:t>Tons of useful functions</a:t>
            </a:r>
          </a:p>
          <a:p>
            <a:r>
              <a:rPr lang="en-US" dirty="0">
                <a:sym typeface="Wingdings" panose="05000000000000000000" pitchFamily="2" charset="2"/>
              </a:rPr>
              <a:t>One example: </a:t>
            </a:r>
            <a:r>
              <a:rPr lang="en-US" dirty="0" err="1">
                <a:sym typeface="Wingdings" panose="05000000000000000000" pitchFamily="2" charset="2"/>
              </a:rPr>
              <a:t>scipy.constants</a:t>
            </a:r>
            <a:r>
              <a:rPr lang="en-US" dirty="0">
                <a:sym typeface="Wingdings" panose="05000000000000000000" pitchFamily="2" charset="2"/>
              </a:rPr>
              <a:t>: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BA43A2C-04B7-D5E4-A445-439F64B68E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5514"/>
          <a:stretch>
            <a:fillRect/>
          </a:stretch>
        </p:blipFill>
        <p:spPr>
          <a:xfrm>
            <a:off x="5194822" y="519703"/>
            <a:ext cx="1018526" cy="98284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1110E2D-4AAC-D082-C978-52FEFD63E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233" y="3663382"/>
            <a:ext cx="5220429" cy="17623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6603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9A595D-D71E-7A0A-2042-7EE3FA759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</a:t>
            </a:r>
            <a:r>
              <a:rPr lang="en-US" dirty="0" err="1"/>
              <a:t>scipy</a:t>
            </a:r>
            <a:r>
              <a:rPr lang="en-US" dirty="0"/>
              <a:t> </a:t>
            </a:r>
            <a:r>
              <a:rPr lang="en-US" dirty="0" err="1"/>
              <a:t>curve_fit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7CD537-AC08-4026-4DC8-2B7ED4709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03848" cy="4351338"/>
          </a:xfrm>
        </p:spPr>
        <p:txBody>
          <a:bodyPr/>
          <a:lstStyle/>
          <a:p>
            <a:r>
              <a:rPr lang="en-US" dirty="0"/>
              <a:t>Need to create a python function, that describes our mathematical function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Order matters</a:t>
            </a:r>
          </a:p>
          <a:p>
            <a:r>
              <a:rPr lang="en-US" dirty="0"/>
              <a:t>Create coefficients &amp; covariance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Covariance can be used to calculate confidence intervals</a:t>
            </a:r>
          </a:p>
          <a:p>
            <a:r>
              <a:rPr lang="en-US" dirty="0"/>
              <a:t>If convergence fails: Give initial guess with optional p0 parameter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FB63C64-A8CB-F1BB-03AF-1D856ED43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40" y="1825625"/>
            <a:ext cx="4700855" cy="8992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Geschweifte Klammer links 6">
            <a:extLst>
              <a:ext uri="{FF2B5EF4-FFF2-40B4-BE49-F238E27FC236}">
                <a16:creationId xmlns:a16="http://schemas.microsoft.com/office/drawing/2014/main" id="{CDCDF7B1-24CF-5074-3016-E54765C4DC8A}"/>
              </a:ext>
            </a:extLst>
          </p:cNvPr>
          <p:cNvSpPr/>
          <p:nvPr/>
        </p:nvSpPr>
        <p:spPr>
          <a:xfrm rot="5400000">
            <a:off x="10041701" y="1162561"/>
            <a:ext cx="371475" cy="1326130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E98FB183-EDD9-71FE-37C2-13D417F40308}"/>
              </a:ext>
            </a:extLst>
          </p:cNvPr>
          <p:cNvCxnSpPr>
            <a:cxnSpLocks/>
          </p:cNvCxnSpPr>
          <p:nvPr/>
        </p:nvCxnSpPr>
        <p:spPr>
          <a:xfrm>
            <a:off x="8517636" y="1362140"/>
            <a:ext cx="731520" cy="64922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65D3BA2B-2205-D64E-88D9-4E01CAC51965}"/>
              </a:ext>
            </a:extLst>
          </p:cNvPr>
          <p:cNvSpPr/>
          <p:nvPr/>
        </p:nvSpPr>
        <p:spPr>
          <a:xfrm>
            <a:off x="7833601" y="1200937"/>
            <a:ext cx="684035" cy="32240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1. x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52092C8-4E97-DEAF-AE2C-E5BBB26C91DB}"/>
              </a:ext>
            </a:extLst>
          </p:cNvPr>
          <p:cNvSpPr/>
          <p:nvPr/>
        </p:nvSpPr>
        <p:spPr>
          <a:xfrm>
            <a:off x="9463272" y="1303354"/>
            <a:ext cx="1528331" cy="2690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2. </a:t>
            </a:r>
            <a:r>
              <a:rPr lang="de-DE" dirty="0" err="1"/>
              <a:t>parameter</a:t>
            </a:r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4DB34B6-D2E4-D8C2-E0EE-C6BAFE1E7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348" y="3697186"/>
            <a:ext cx="5033847" cy="1761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903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A0B5F-607C-4C36-ECF8-BBF9DF9A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Sample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723FE-AE4A-BC31-F8DA-B479D4E84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Some stuff:</a:t>
            </a:r>
            <a:r>
              <a:rPr lang="de-DE" dirty="0"/>
              <a:t> ≙ </a:t>
            </a:r>
            <a:endParaRPr lang="en-GB" noProof="0" dirty="0"/>
          </a:p>
          <a:p>
            <a:r>
              <a:rPr lang="en-GB" noProof="0" dirty="0"/>
              <a:t>Some Emojis 🪄 ⚡</a:t>
            </a:r>
            <a:r>
              <a:rPr lang="en-GB" dirty="0"/>
              <a:t>🎉</a:t>
            </a:r>
            <a:endParaRPr lang="en-GB" noProof="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048013B-D3D4-9DD6-10CF-DB86C4AFBFF0}"/>
              </a:ext>
            </a:extLst>
          </p:cNvPr>
          <p:cNvSpPr txBox="1"/>
          <p:nvPr/>
        </p:nvSpPr>
        <p:spPr>
          <a:xfrm>
            <a:off x="8613400" y="4951163"/>
            <a:ext cx="1149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[Some source]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0E19D2E-3C7D-3260-F83F-62D1E1B993E1}"/>
              </a:ext>
            </a:extLst>
          </p:cNvPr>
          <p:cNvCxnSpPr/>
          <p:nvPr/>
        </p:nvCxnSpPr>
        <p:spPr>
          <a:xfrm>
            <a:off x="8505261" y="1246108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5E6DDA9F-0028-564A-CF76-8B73FC5D9E16}"/>
              </a:ext>
            </a:extLst>
          </p:cNvPr>
          <p:cNvSpPr/>
          <p:nvPr/>
        </p:nvSpPr>
        <p:spPr>
          <a:xfrm>
            <a:off x="8438637" y="3139314"/>
            <a:ext cx="1205052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6B693C6-94D4-23F4-7106-30393D062896}"/>
              </a:ext>
            </a:extLst>
          </p:cNvPr>
          <p:cNvSpPr/>
          <p:nvPr/>
        </p:nvSpPr>
        <p:spPr>
          <a:xfrm>
            <a:off x="7717537" y="1730423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Some Text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C754E89-8D5D-89AD-0E54-614A7988FA2D}"/>
              </a:ext>
            </a:extLst>
          </p:cNvPr>
          <p:cNvSpPr/>
          <p:nvPr/>
        </p:nvSpPr>
        <p:spPr>
          <a:xfrm>
            <a:off x="8438638" y="3844747"/>
            <a:ext cx="1205052" cy="36950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Geschweifte Klammer links 3">
            <a:extLst>
              <a:ext uri="{FF2B5EF4-FFF2-40B4-BE49-F238E27FC236}">
                <a16:creationId xmlns:a16="http://schemas.microsoft.com/office/drawing/2014/main" id="{C9816F8C-2CA1-8B84-0DEF-2559334845CB}"/>
              </a:ext>
            </a:extLst>
          </p:cNvPr>
          <p:cNvSpPr/>
          <p:nvPr/>
        </p:nvSpPr>
        <p:spPr>
          <a:xfrm>
            <a:off x="4095750" y="3844747"/>
            <a:ext cx="371475" cy="149877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45E9C49-AF29-868E-5725-AAF5E32A06CD}"/>
              </a:ext>
            </a:extLst>
          </p:cNvPr>
          <p:cNvCxnSpPr/>
          <p:nvPr/>
        </p:nvCxnSpPr>
        <p:spPr>
          <a:xfrm>
            <a:off x="1276350" y="4143375"/>
            <a:ext cx="14859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735E21A-8DAE-07FB-A7AB-EEE014682AED}"/>
              </a:ext>
            </a:extLst>
          </p:cNvPr>
          <p:cNvCxnSpPr/>
          <p:nvPr/>
        </p:nvCxnSpPr>
        <p:spPr>
          <a:xfrm>
            <a:off x="8505261" y="741283"/>
            <a:ext cx="804672" cy="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Geschweifte Klammer links 12">
            <a:extLst>
              <a:ext uri="{FF2B5EF4-FFF2-40B4-BE49-F238E27FC236}">
                <a16:creationId xmlns:a16="http://schemas.microsoft.com/office/drawing/2014/main" id="{80C7A375-7DDA-A52D-3BA8-089D75D54106}"/>
              </a:ext>
            </a:extLst>
          </p:cNvPr>
          <p:cNvSpPr/>
          <p:nvPr/>
        </p:nvSpPr>
        <p:spPr>
          <a:xfrm>
            <a:off x="4778783" y="3729384"/>
            <a:ext cx="371475" cy="1498778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C702F5FC-9E9D-3E0C-CADB-09F185A8B115}"/>
              </a:ext>
            </a:extLst>
          </p:cNvPr>
          <p:cNvCxnSpPr/>
          <p:nvPr/>
        </p:nvCxnSpPr>
        <p:spPr>
          <a:xfrm>
            <a:off x="1428750" y="4295775"/>
            <a:ext cx="14859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40DEBFD-840B-B742-7AFA-EC30BE390BAA}"/>
              </a:ext>
            </a:extLst>
          </p:cNvPr>
          <p:cNvGrpSpPr/>
          <p:nvPr/>
        </p:nvGrpSpPr>
        <p:grpSpPr>
          <a:xfrm>
            <a:off x="6192077" y="5602008"/>
            <a:ext cx="2246560" cy="841248"/>
            <a:chOff x="8440548" y="4177136"/>
            <a:chExt cx="2246560" cy="841248"/>
          </a:xfrm>
        </p:grpSpPr>
        <p:sp>
          <p:nvSpPr>
            <p:cNvPr id="15" name="Bogen 14">
              <a:extLst>
                <a:ext uri="{FF2B5EF4-FFF2-40B4-BE49-F238E27FC236}">
                  <a16:creationId xmlns:a16="http://schemas.microsoft.com/office/drawing/2014/main" id="{8539BDFF-620A-94E9-43C3-7C15B136A22B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85C3B65C-6361-A6C5-6F9A-1B32B4EEBF3B}"/>
                    </a:ext>
                  </a:extLst>
                </p14:cNvPr>
                <p14:cNvContentPartPr/>
                <p14:nvPr/>
              </p14:nvContentPartPr>
              <p14:xfrm>
                <a:off x="8440548" y="4481426"/>
                <a:ext cx="271800" cy="140040"/>
              </p14:xfrm>
            </p:contentPart>
          </mc:Choice>
          <mc:Fallback xmlns=""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85C3B65C-6361-A6C5-6F9A-1B32B4EEBF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434428" y="4475306"/>
                  <a:ext cx="284040" cy="152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Rechteck 16">
            <a:extLst>
              <a:ext uri="{FF2B5EF4-FFF2-40B4-BE49-F238E27FC236}">
                <a16:creationId xmlns:a16="http://schemas.microsoft.com/office/drawing/2014/main" id="{72C21F83-4BE3-E6D6-93C2-57E32FFAAD83}"/>
              </a:ext>
            </a:extLst>
          </p:cNvPr>
          <p:cNvSpPr/>
          <p:nvPr/>
        </p:nvSpPr>
        <p:spPr>
          <a:xfrm>
            <a:off x="1542529" y="4642946"/>
            <a:ext cx="1179576" cy="58521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EBD4109-4F5E-85C9-68CB-F0F8BE2E4094}"/>
              </a:ext>
            </a:extLst>
          </p:cNvPr>
          <p:cNvGrpSpPr/>
          <p:nvPr/>
        </p:nvGrpSpPr>
        <p:grpSpPr>
          <a:xfrm>
            <a:off x="3590608" y="5470652"/>
            <a:ext cx="7363087" cy="841248"/>
            <a:chOff x="8487235" y="4177136"/>
            <a:chExt cx="2199873" cy="841248"/>
          </a:xfrm>
        </p:grpSpPr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B2DF59B8-D001-974D-22E2-DC146E9521D9}"/>
                </a:ext>
              </a:extLst>
            </p:cNvPr>
            <p:cNvSpPr/>
            <p:nvPr/>
          </p:nvSpPr>
          <p:spPr>
            <a:xfrm>
              <a:off x="8531603" y="4177136"/>
              <a:ext cx="2155505" cy="841248"/>
            </a:xfrm>
            <a:prstGeom prst="arc">
              <a:avLst>
                <a:gd name="adj1" fmla="val 10743950"/>
                <a:gd name="adj2" fmla="val 0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Freihand 19">
                  <a:extLst>
                    <a:ext uri="{FF2B5EF4-FFF2-40B4-BE49-F238E27FC236}">
                      <a16:creationId xmlns:a16="http://schemas.microsoft.com/office/drawing/2014/main" id="{1147C6B2-FC91-C682-FB16-3DF691E3950B}"/>
                    </a:ext>
                  </a:extLst>
                </p14:cNvPr>
                <p14:cNvContentPartPr/>
                <p14:nvPr/>
              </p14:nvContentPartPr>
              <p14:xfrm rot="12692638" flipV="1">
                <a:off x="8487235" y="4476469"/>
                <a:ext cx="88735" cy="165615"/>
              </p14:xfrm>
            </p:contentPart>
          </mc:Choice>
          <mc:Fallback xmlns="">
            <p:pic>
              <p:nvPicPr>
                <p:cNvPr id="20" name="Freihand 19">
                  <a:extLst>
                    <a:ext uri="{FF2B5EF4-FFF2-40B4-BE49-F238E27FC236}">
                      <a16:creationId xmlns:a16="http://schemas.microsoft.com/office/drawing/2014/main" id="{1147C6B2-FC91-C682-FB16-3DF691E395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2692638" flipV="1">
                  <a:off x="8485404" y="4470348"/>
                  <a:ext cx="92396" cy="177856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13368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897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Luck with your Tasks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A1FFDC6-13ED-F8A3-4169-966E94BF3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373" y="2252762"/>
            <a:ext cx="6353243" cy="4495510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3875506B-B047-896C-0084-7C669BB34902}"/>
              </a:ext>
            </a:extLst>
          </p:cNvPr>
          <p:cNvCxnSpPr>
            <a:cxnSpLocks/>
          </p:cNvCxnSpPr>
          <p:nvPr/>
        </p:nvCxnSpPr>
        <p:spPr>
          <a:xfrm flipV="1">
            <a:off x="2450592" y="3584448"/>
            <a:ext cx="2103120" cy="118872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DA3C642B-22A1-C653-8FBC-0D1E2AA34B8D}"/>
              </a:ext>
            </a:extLst>
          </p:cNvPr>
          <p:cNvSpPr txBox="1"/>
          <p:nvPr/>
        </p:nvSpPr>
        <p:spPr>
          <a:xfrm>
            <a:off x="838200" y="4662051"/>
            <a:ext cx="16249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ChatGPT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7B27F37-753F-A5F2-3B2A-2AD631FE2CF7}"/>
              </a:ext>
            </a:extLst>
          </p:cNvPr>
          <p:cNvCxnSpPr>
            <a:cxnSpLocks/>
          </p:cNvCxnSpPr>
          <p:nvPr/>
        </p:nvCxnSpPr>
        <p:spPr>
          <a:xfrm>
            <a:off x="4059936" y="3342132"/>
            <a:ext cx="18105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62BEF4E9-E1DB-EB2C-1448-9C9441BEBDF6}"/>
              </a:ext>
            </a:extLst>
          </p:cNvPr>
          <p:cNvSpPr txBox="1"/>
          <p:nvPr/>
        </p:nvSpPr>
        <p:spPr>
          <a:xfrm>
            <a:off x="5085974" y="6581001"/>
            <a:ext cx="7059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https://python.plainenglish.io/20-funny-programming-memes-that-will-make-your-day-5793a8e1608b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Breitbild</PresentationFormat>
  <Paragraphs>42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</vt:lpstr>
      <vt:lpstr>Python Course for Physicists (And everyone else!) Chunk 12: Scipy &amp; Regressions</vt:lpstr>
      <vt:lpstr>Matplotlib: rcParams</vt:lpstr>
      <vt:lpstr>Live Coding: Visualizing Noisy Data</vt:lpstr>
      <vt:lpstr>Finding the Function: Regression</vt:lpstr>
      <vt:lpstr>Live Coding: Numpy polyfit</vt:lpstr>
      <vt:lpstr>scipy (constants)</vt:lpstr>
      <vt:lpstr>Live Coding: scipy curve_fit</vt:lpstr>
      <vt:lpstr>Sample Slide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2025-10-09T18:43:22Z</dcterms:modified>
</cp:coreProperties>
</file>