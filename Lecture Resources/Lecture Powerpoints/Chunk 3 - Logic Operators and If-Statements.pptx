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1" r:id="rId3"/>
    <p:sldId id="260" r:id="rId4"/>
    <p:sldId id="262" r:id="rId5"/>
    <p:sldId id="269" r:id="rId6"/>
    <p:sldId id="263" r:id="rId7"/>
    <p:sldId id="264" r:id="rId8"/>
    <p:sldId id="265" r:id="rId9"/>
    <p:sldId id="266" r:id="rId10"/>
    <p:sldId id="268" r:id="rId11"/>
    <p:sldId id="267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42859E-5246-40F2-85A4-0082721AC05F}" v="13" dt="2025-10-07T22:35:54.6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476" autoAdjust="0"/>
  </p:normalViewPr>
  <p:slideViewPr>
    <p:cSldViewPr snapToGrid="0">
      <p:cViewPr varScale="1">
        <p:scale>
          <a:sx n="139" d="100"/>
          <a:sy n="139" d="100"/>
        </p:scale>
        <p:origin x="108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B2469FA9-EBD8-4834-A16D-CBF8EFC907DD}"/>
    <pc:docChg chg="modSld">
      <pc:chgData name="Jonathan Bollig" userId="8b5d0afe-f106-45e0-8c3f-fd98fa124db1" providerId="ADAL" clId="{B2469FA9-EBD8-4834-A16D-CBF8EFC907DD}" dt="2025-10-07T22:35:54.621" v="12"/>
      <pc:docMkLst>
        <pc:docMk/>
      </pc:docMkLst>
      <pc:sldChg chg="addSp modSp modAnim">
        <pc:chgData name="Jonathan Bollig" userId="8b5d0afe-f106-45e0-8c3f-fd98fa124db1" providerId="ADAL" clId="{B2469FA9-EBD8-4834-A16D-CBF8EFC907DD}" dt="2025-10-07T22:32:39.148" v="3"/>
        <pc:sldMkLst>
          <pc:docMk/>
          <pc:sldMk cId="520036874" sldId="261"/>
        </pc:sldMkLst>
        <pc:spChg chg="mod">
          <ac:chgData name="Jonathan Bollig" userId="8b5d0afe-f106-45e0-8c3f-fd98fa124db1" providerId="ADAL" clId="{B2469FA9-EBD8-4834-A16D-CBF8EFC907DD}" dt="2025-10-07T22:32:37.973" v="2" actId="164"/>
          <ac:spMkLst>
            <pc:docMk/>
            <pc:sldMk cId="520036874" sldId="261"/>
            <ac:spMk id="26" creationId="{4B049117-E240-0C19-5590-9BED9B0BF43E}"/>
          </ac:spMkLst>
        </pc:spChg>
        <pc:spChg chg="mod">
          <ac:chgData name="Jonathan Bollig" userId="8b5d0afe-f106-45e0-8c3f-fd98fa124db1" providerId="ADAL" clId="{B2469FA9-EBD8-4834-A16D-CBF8EFC907DD}" dt="2025-10-07T22:32:37.973" v="2" actId="164"/>
          <ac:spMkLst>
            <pc:docMk/>
            <pc:sldMk cId="520036874" sldId="261"/>
            <ac:spMk id="27" creationId="{134167D6-D2FE-01AF-B753-C0FC4968D4E7}"/>
          </ac:spMkLst>
        </pc:spChg>
        <pc:grpChg chg="add mod">
          <ac:chgData name="Jonathan Bollig" userId="8b5d0afe-f106-45e0-8c3f-fd98fa124db1" providerId="ADAL" clId="{B2469FA9-EBD8-4834-A16D-CBF8EFC907DD}" dt="2025-10-07T22:32:37.973" v="2" actId="164"/>
          <ac:grpSpMkLst>
            <pc:docMk/>
            <pc:sldMk cId="520036874" sldId="261"/>
            <ac:grpSpMk id="10" creationId="{DBB487A3-BB4E-7B99-B021-53FFB4397574}"/>
          </ac:grpSpMkLst>
        </pc:grpChg>
        <pc:picChg chg="mod">
          <ac:chgData name="Jonathan Bollig" userId="8b5d0afe-f106-45e0-8c3f-fd98fa124db1" providerId="ADAL" clId="{B2469FA9-EBD8-4834-A16D-CBF8EFC907DD}" dt="2025-10-07T22:32:37.973" v="2" actId="164"/>
          <ac:picMkLst>
            <pc:docMk/>
            <pc:sldMk cId="520036874" sldId="261"/>
            <ac:picMk id="25" creationId="{DFCB6EC6-58E9-F445-8D98-BFE79365B557}"/>
          </ac:picMkLst>
        </pc:picChg>
      </pc:sldChg>
      <pc:sldChg chg="addSp modSp modAnim">
        <pc:chgData name="Jonathan Bollig" userId="8b5d0afe-f106-45e0-8c3f-fd98fa124db1" providerId="ADAL" clId="{B2469FA9-EBD8-4834-A16D-CBF8EFC907DD}" dt="2025-10-07T22:34:57.818" v="8"/>
        <pc:sldMkLst>
          <pc:docMk/>
          <pc:sldMk cId="539501943" sldId="264"/>
        </pc:sldMkLst>
        <pc:spChg chg="mod">
          <ac:chgData name="Jonathan Bollig" userId="8b5d0afe-f106-45e0-8c3f-fd98fa124db1" providerId="ADAL" clId="{B2469FA9-EBD8-4834-A16D-CBF8EFC907DD}" dt="2025-10-07T22:34:48.750" v="5" actId="164"/>
          <ac:spMkLst>
            <pc:docMk/>
            <pc:sldMk cId="539501943" sldId="264"/>
            <ac:spMk id="4" creationId="{4FCF54D6-4A6D-35CE-6FC9-39D50CE85FF2}"/>
          </ac:spMkLst>
        </pc:spChg>
        <pc:spChg chg="mod">
          <ac:chgData name="Jonathan Bollig" userId="8b5d0afe-f106-45e0-8c3f-fd98fa124db1" providerId="ADAL" clId="{B2469FA9-EBD8-4834-A16D-CBF8EFC907DD}" dt="2025-10-07T22:34:48.750" v="5" actId="164"/>
          <ac:spMkLst>
            <pc:docMk/>
            <pc:sldMk cId="539501943" sldId="264"/>
            <ac:spMk id="5" creationId="{0F270356-AFF2-A7FA-15E6-E6C505BCC5C9}"/>
          </ac:spMkLst>
        </pc:spChg>
        <pc:spChg chg="mod">
          <ac:chgData name="Jonathan Bollig" userId="8b5d0afe-f106-45e0-8c3f-fd98fa124db1" providerId="ADAL" clId="{B2469FA9-EBD8-4834-A16D-CBF8EFC907DD}" dt="2025-10-07T22:34:48.750" v="5" actId="164"/>
          <ac:spMkLst>
            <pc:docMk/>
            <pc:sldMk cId="539501943" sldId="264"/>
            <ac:spMk id="6" creationId="{80648EA6-2644-D128-38C0-3C28778A272B}"/>
          </ac:spMkLst>
        </pc:spChg>
        <pc:spChg chg="mod">
          <ac:chgData name="Jonathan Bollig" userId="8b5d0afe-f106-45e0-8c3f-fd98fa124db1" providerId="ADAL" clId="{B2469FA9-EBD8-4834-A16D-CBF8EFC907DD}" dt="2025-10-07T22:34:48.750" v="5" actId="164"/>
          <ac:spMkLst>
            <pc:docMk/>
            <pc:sldMk cId="539501943" sldId="264"/>
            <ac:spMk id="7" creationId="{7D63D7FB-DAFA-DF99-F517-9119FC1AC9C0}"/>
          </ac:spMkLst>
        </pc:spChg>
        <pc:spChg chg="mod">
          <ac:chgData name="Jonathan Bollig" userId="8b5d0afe-f106-45e0-8c3f-fd98fa124db1" providerId="ADAL" clId="{B2469FA9-EBD8-4834-A16D-CBF8EFC907DD}" dt="2025-10-07T22:34:48.750" v="5" actId="164"/>
          <ac:spMkLst>
            <pc:docMk/>
            <pc:sldMk cId="539501943" sldId="264"/>
            <ac:spMk id="12" creationId="{0F4CBEE2-754A-BF38-DB4B-DC6A6F16BD1E}"/>
          </ac:spMkLst>
        </pc:spChg>
        <pc:spChg chg="mod">
          <ac:chgData name="Jonathan Bollig" userId="8b5d0afe-f106-45e0-8c3f-fd98fa124db1" providerId="ADAL" clId="{B2469FA9-EBD8-4834-A16D-CBF8EFC907DD}" dt="2025-10-07T22:34:48.750" v="5" actId="164"/>
          <ac:spMkLst>
            <pc:docMk/>
            <pc:sldMk cId="539501943" sldId="264"/>
            <ac:spMk id="13" creationId="{6C12A045-772B-0FBE-AC43-41C8BBD9E99B}"/>
          </ac:spMkLst>
        </pc:spChg>
        <pc:spChg chg="mod">
          <ac:chgData name="Jonathan Bollig" userId="8b5d0afe-f106-45e0-8c3f-fd98fa124db1" providerId="ADAL" clId="{B2469FA9-EBD8-4834-A16D-CBF8EFC907DD}" dt="2025-10-07T22:34:48.750" v="5" actId="164"/>
          <ac:spMkLst>
            <pc:docMk/>
            <pc:sldMk cId="539501943" sldId="264"/>
            <ac:spMk id="16" creationId="{F1DBB668-4150-1DE3-13CE-53CC70D585A6}"/>
          </ac:spMkLst>
        </pc:spChg>
        <pc:spChg chg="mod">
          <ac:chgData name="Jonathan Bollig" userId="8b5d0afe-f106-45e0-8c3f-fd98fa124db1" providerId="ADAL" clId="{B2469FA9-EBD8-4834-A16D-CBF8EFC907DD}" dt="2025-10-07T22:34:42.201" v="4" actId="164"/>
          <ac:spMkLst>
            <pc:docMk/>
            <pc:sldMk cId="539501943" sldId="264"/>
            <ac:spMk id="37" creationId="{E63E1191-2AD7-F354-BD40-5C33059EB9DE}"/>
          </ac:spMkLst>
        </pc:spChg>
        <pc:spChg chg="mod">
          <ac:chgData name="Jonathan Bollig" userId="8b5d0afe-f106-45e0-8c3f-fd98fa124db1" providerId="ADAL" clId="{B2469FA9-EBD8-4834-A16D-CBF8EFC907DD}" dt="2025-10-07T22:34:42.201" v="4" actId="164"/>
          <ac:spMkLst>
            <pc:docMk/>
            <pc:sldMk cId="539501943" sldId="264"/>
            <ac:spMk id="38" creationId="{9F45DB8C-28F2-F23D-79DC-3A8BA3E30F61}"/>
          </ac:spMkLst>
        </pc:spChg>
        <pc:spChg chg="mod">
          <ac:chgData name="Jonathan Bollig" userId="8b5d0afe-f106-45e0-8c3f-fd98fa124db1" providerId="ADAL" clId="{B2469FA9-EBD8-4834-A16D-CBF8EFC907DD}" dt="2025-10-07T22:34:42.201" v="4" actId="164"/>
          <ac:spMkLst>
            <pc:docMk/>
            <pc:sldMk cId="539501943" sldId="264"/>
            <ac:spMk id="39" creationId="{CCCAAA7C-4625-CAE3-40BE-A672B37E9FDF}"/>
          </ac:spMkLst>
        </pc:spChg>
        <pc:spChg chg="mod">
          <ac:chgData name="Jonathan Bollig" userId="8b5d0afe-f106-45e0-8c3f-fd98fa124db1" providerId="ADAL" clId="{B2469FA9-EBD8-4834-A16D-CBF8EFC907DD}" dt="2025-10-07T22:34:42.201" v="4" actId="164"/>
          <ac:spMkLst>
            <pc:docMk/>
            <pc:sldMk cId="539501943" sldId="264"/>
            <ac:spMk id="40" creationId="{E868DF51-CBF5-34F3-2FB6-F47074E84AB7}"/>
          </ac:spMkLst>
        </pc:spChg>
        <pc:spChg chg="mod">
          <ac:chgData name="Jonathan Bollig" userId="8b5d0afe-f106-45e0-8c3f-fd98fa124db1" providerId="ADAL" clId="{B2469FA9-EBD8-4834-A16D-CBF8EFC907DD}" dt="2025-10-07T22:34:42.201" v="4" actId="164"/>
          <ac:spMkLst>
            <pc:docMk/>
            <pc:sldMk cId="539501943" sldId="264"/>
            <ac:spMk id="45" creationId="{4F2C637F-8D54-8E10-2820-74622DED5FB7}"/>
          </ac:spMkLst>
        </pc:spChg>
        <pc:spChg chg="mod">
          <ac:chgData name="Jonathan Bollig" userId="8b5d0afe-f106-45e0-8c3f-fd98fa124db1" providerId="ADAL" clId="{B2469FA9-EBD8-4834-A16D-CBF8EFC907DD}" dt="2025-10-07T22:34:42.201" v="4" actId="164"/>
          <ac:spMkLst>
            <pc:docMk/>
            <pc:sldMk cId="539501943" sldId="264"/>
            <ac:spMk id="46" creationId="{6CD50F20-C952-4A74-1884-F8CADA83CF0E}"/>
          </ac:spMkLst>
        </pc:spChg>
        <pc:grpChg chg="add mod">
          <ac:chgData name="Jonathan Bollig" userId="8b5d0afe-f106-45e0-8c3f-fd98fa124db1" providerId="ADAL" clId="{B2469FA9-EBD8-4834-A16D-CBF8EFC907DD}" dt="2025-10-07T22:34:42.201" v="4" actId="164"/>
          <ac:grpSpMkLst>
            <pc:docMk/>
            <pc:sldMk cId="539501943" sldId="264"/>
            <ac:grpSpMk id="3" creationId="{BB848F9C-B29C-ED0B-36A2-FDDCD264E10F}"/>
          </ac:grpSpMkLst>
        </pc:grpChg>
        <pc:grpChg chg="add mod">
          <ac:chgData name="Jonathan Bollig" userId="8b5d0afe-f106-45e0-8c3f-fd98fa124db1" providerId="ADAL" clId="{B2469FA9-EBD8-4834-A16D-CBF8EFC907DD}" dt="2025-10-07T22:34:48.750" v="5" actId="164"/>
          <ac:grpSpMkLst>
            <pc:docMk/>
            <pc:sldMk cId="539501943" sldId="264"/>
            <ac:grpSpMk id="10" creationId="{51435382-EBEE-BC7C-D2D6-759FCDB7C31B}"/>
          </ac:grpSpMkLst>
        </pc:grpChg>
        <pc:cxnChg chg="mod">
          <ac:chgData name="Jonathan Bollig" userId="8b5d0afe-f106-45e0-8c3f-fd98fa124db1" providerId="ADAL" clId="{B2469FA9-EBD8-4834-A16D-CBF8EFC907DD}" dt="2025-10-07T22:34:48.750" v="5" actId="164"/>
          <ac:cxnSpMkLst>
            <pc:docMk/>
            <pc:sldMk cId="539501943" sldId="264"/>
            <ac:cxnSpMk id="8" creationId="{7D51FF47-5803-1C53-B721-A38D4DC64796}"/>
          </ac:cxnSpMkLst>
        </pc:cxnChg>
        <pc:cxnChg chg="mod">
          <ac:chgData name="Jonathan Bollig" userId="8b5d0afe-f106-45e0-8c3f-fd98fa124db1" providerId="ADAL" clId="{B2469FA9-EBD8-4834-A16D-CBF8EFC907DD}" dt="2025-10-07T22:34:48.750" v="5" actId="164"/>
          <ac:cxnSpMkLst>
            <pc:docMk/>
            <pc:sldMk cId="539501943" sldId="264"/>
            <ac:cxnSpMk id="9" creationId="{B01B5AF8-366F-AAA8-9789-3F8776559E7B}"/>
          </ac:cxnSpMkLst>
        </pc:cxnChg>
        <pc:cxnChg chg="mod">
          <ac:chgData name="Jonathan Bollig" userId="8b5d0afe-f106-45e0-8c3f-fd98fa124db1" providerId="ADAL" clId="{B2469FA9-EBD8-4834-A16D-CBF8EFC907DD}" dt="2025-10-07T22:34:42.201" v="4" actId="164"/>
          <ac:cxnSpMkLst>
            <pc:docMk/>
            <pc:sldMk cId="539501943" sldId="264"/>
            <ac:cxnSpMk id="41" creationId="{FB304E74-A35A-56C0-5511-04E8A32B2F48}"/>
          </ac:cxnSpMkLst>
        </pc:cxnChg>
        <pc:cxnChg chg="mod">
          <ac:chgData name="Jonathan Bollig" userId="8b5d0afe-f106-45e0-8c3f-fd98fa124db1" providerId="ADAL" clId="{B2469FA9-EBD8-4834-A16D-CBF8EFC907DD}" dt="2025-10-07T22:34:42.201" v="4" actId="164"/>
          <ac:cxnSpMkLst>
            <pc:docMk/>
            <pc:sldMk cId="539501943" sldId="264"/>
            <ac:cxnSpMk id="42" creationId="{7789AECA-1B6E-32DA-D5C3-2BDB774E9336}"/>
          </ac:cxnSpMkLst>
        </pc:cxnChg>
        <pc:cxnChg chg="mod">
          <ac:chgData name="Jonathan Bollig" userId="8b5d0afe-f106-45e0-8c3f-fd98fa124db1" providerId="ADAL" clId="{B2469FA9-EBD8-4834-A16D-CBF8EFC907DD}" dt="2025-10-07T22:34:42.201" v="4" actId="164"/>
          <ac:cxnSpMkLst>
            <pc:docMk/>
            <pc:sldMk cId="539501943" sldId="264"/>
            <ac:cxnSpMk id="44" creationId="{B4F791B1-C516-74C1-410C-AC2A6EDD00E7}"/>
          </ac:cxnSpMkLst>
        </pc:cxnChg>
      </pc:sldChg>
      <pc:sldChg chg="modAnim">
        <pc:chgData name="Jonathan Bollig" userId="8b5d0afe-f106-45e0-8c3f-fd98fa124db1" providerId="ADAL" clId="{B2469FA9-EBD8-4834-A16D-CBF8EFC907DD}" dt="2025-10-07T22:35:32.055" v="10"/>
        <pc:sldMkLst>
          <pc:docMk/>
          <pc:sldMk cId="3053755417" sldId="265"/>
        </pc:sldMkLst>
      </pc:sldChg>
      <pc:sldChg chg="modAnim">
        <pc:chgData name="Jonathan Bollig" userId="8b5d0afe-f106-45e0-8c3f-fd98fa124db1" providerId="ADAL" clId="{B2469FA9-EBD8-4834-A16D-CBF8EFC907DD}" dt="2025-10-07T22:35:54.621" v="12"/>
        <pc:sldMkLst>
          <pc:docMk/>
          <pc:sldMk cId="780551519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2398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Saturday I was procrastinating from preparing this course, by doing research on “car control software”, </a:t>
            </a:r>
          </a:p>
          <a:p>
            <a:r>
              <a:rPr lang="en-US" dirty="0"/>
              <a:t>and I found the following. </a:t>
            </a:r>
            <a:r>
              <a:rPr lang="en-US" dirty="0" err="1"/>
              <a:t>Eventhough</a:t>
            </a:r>
            <a:r>
              <a:rPr lang="en-US" dirty="0"/>
              <a:t> it’s not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913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5287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830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dirty="0"/>
            </a:br>
            <a:r>
              <a:rPr lang="en-US" dirty="0"/>
              <a:t>(And everyone else!)</a:t>
            </a:r>
            <a:br>
              <a:rPr lang="en-US" dirty="0"/>
            </a:br>
            <a:br>
              <a:rPr lang="en-US" noProof="0" dirty="0"/>
            </a:br>
            <a:r>
              <a:rPr lang="en-US" b="1" noProof="0" dirty="0"/>
              <a:t>Chunk 3: Logic Operators and </a:t>
            </a:r>
            <a:br>
              <a:rPr lang="en-US" b="1" noProof="0" dirty="0"/>
            </a:br>
            <a:r>
              <a:rPr lang="en-US" b="1" noProof="0" dirty="0"/>
              <a:t>If-Statements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47931"/>
            <a:ext cx="9144000" cy="1655762"/>
          </a:xfrm>
        </p:spPr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noProof="0" dirty="0"/>
              <a:t>08.10.2025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28248B-28EC-D0D7-08F0-3B53F8B02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Flow: 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6F81B2-9632-97D8-A392-DF5E1C2C2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63084" cy="4351338"/>
          </a:xfrm>
        </p:spPr>
        <p:txBody>
          <a:bodyPr/>
          <a:lstStyle/>
          <a:p>
            <a:r>
              <a:rPr lang="en-US" dirty="0"/>
              <a:t>Execute a part of code, only when Condition is true</a:t>
            </a:r>
            <a:endParaRPr lang="de-DE" dirty="0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5AFE5F72-2F56-76DA-4404-9F45B1A2689F}"/>
              </a:ext>
            </a:extLst>
          </p:cNvPr>
          <p:cNvSpPr/>
          <p:nvPr/>
        </p:nvSpPr>
        <p:spPr>
          <a:xfrm>
            <a:off x="7134732" y="1833359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if - Condition</a:t>
            </a:r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CAE0AAB6-00DC-55D3-3F79-E0069797F27D}"/>
              </a:ext>
            </a:extLst>
          </p:cNvPr>
          <p:cNvSpPr/>
          <p:nvPr/>
        </p:nvSpPr>
        <p:spPr>
          <a:xfrm>
            <a:off x="8993677" y="3659650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C73AEBFF-2C9A-C803-EC44-2817F4E6B980}"/>
              </a:ext>
            </a:extLst>
          </p:cNvPr>
          <p:cNvSpPr/>
          <p:nvPr/>
        </p:nvSpPr>
        <p:spPr>
          <a:xfrm>
            <a:off x="7134731" y="606455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581549CA-E309-F95D-ECE3-306DF3D368F2}"/>
              </a:ext>
            </a:extLst>
          </p:cNvPr>
          <p:cNvSpPr/>
          <p:nvPr/>
        </p:nvSpPr>
        <p:spPr>
          <a:xfrm>
            <a:off x="7134731" y="5240657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56D3C875-6DAA-15AA-C7BC-F3AF020E446C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8501446" y="2674607"/>
            <a:ext cx="1858945" cy="98504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586D1A88-E861-F787-851B-70E578EFE17B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>
            <a:off x="8501445" y="1447703"/>
            <a:ext cx="1" cy="38565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5084D1DA-C198-AE32-CA29-9E2CF7F4C462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8501445" y="2674607"/>
            <a:ext cx="1" cy="256605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8D09E6C8-F52F-C289-8CDC-AC73E159A034}"/>
              </a:ext>
            </a:extLst>
          </p:cNvPr>
          <p:cNvCxnSpPr>
            <a:cxnSpLocks/>
          </p:cNvCxnSpPr>
          <p:nvPr/>
        </p:nvCxnSpPr>
        <p:spPr>
          <a:xfrm flipH="1">
            <a:off x="8501445" y="4500898"/>
            <a:ext cx="1858946" cy="73975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953CCC95-FA7A-4B71-E981-73CF2F036F83}"/>
              </a:ext>
            </a:extLst>
          </p:cNvPr>
          <p:cNvSpPr txBox="1"/>
          <p:nvPr/>
        </p:nvSpPr>
        <p:spPr>
          <a:xfrm>
            <a:off x="9217524" y="3009580"/>
            <a:ext cx="65063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  <a:endParaRPr lang="de-DE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D1E6E31-3B49-6350-FC33-7E6F8590D8FC}"/>
              </a:ext>
            </a:extLst>
          </p:cNvPr>
          <p:cNvSpPr txBox="1"/>
          <p:nvPr/>
        </p:nvSpPr>
        <p:spPr>
          <a:xfrm>
            <a:off x="8114118" y="3156397"/>
            <a:ext cx="77465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  <a:endParaRPr lang="de-DE" dirty="0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DBB487A3-BB4E-7B99-B021-53FFB4397574}"/>
              </a:ext>
            </a:extLst>
          </p:cNvPr>
          <p:cNvGrpSpPr/>
          <p:nvPr/>
        </p:nvGrpSpPr>
        <p:grpSpPr>
          <a:xfrm>
            <a:off x="1725426" y="3900829"/>
            <a:ext cx="2715855" cy="1939896"/>
            <a:chOff x="1725426" y="3900829"/>
            <a:chExt cx="2715855" cy="1939896"/>
          </a:xfrm>
        </p:grpSpPr>
        <p:pic>
          <p:nvPicPr>
            <p:cNvPr id="25" name="Grafik 24">
              <a:extLst>
                <a:ext uri="{FF2B5EF4-FFF2-40B4-BE49-F238E27FC236}">
                  <a16:creationId xmlns:a16="http://schemas.microsoft.com/office/drawing/2014/main" id="{DFCB6EC6-58E9-F445-8D98-BFE79365B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25426" y="3900829"/>
              <a:ext cx="2715855" cy="193989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4B049117-E240-0C19-5590-9BED9B0BF43E}"/>
                </a:ext>
              </a:extLst>
            </p:cNvPr>
            <p:cNvSpPr/>
            <p:nvPr/>
          </p:nvSpPr>
          <p:spPr>
            <a:xfrm>
              <a:off x="1831609" y="4971253"/>
              <a:ext cx="663932" cy="354019"/>
            </a:xfrm>
            <a:prstGeom prst="rect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134167D6-D2FE-01AF-B753-C0FC4968D4E7}"/>
                </a:ext>
              </a:extLst>
            </p:cNvPr>
            <p:cNvSpPr/>
            <p:nvPr/>
          </p:nvSpPr>
          <p:spPr>
            <a:xfrm>
              <a:off x="3778179" y="4500898"/>
              <a:ext cx="170823" cy="354019"/>
            </a:xfrm>
            <a:prstGeom prst="rect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52003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D1FB0F-D18A-158A-433E-9941457A6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Condition – Comparison Operators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4D3933-0938-0430-5545-608CD13E3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a Boolean Condition: True or False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Comparison Operator               True or False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                                                                                                               True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False</a:t>
            </a:r>
            <a:endParaRPr lang="en-US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9D4C2FB2-FD4E-0C0B-4894-278DD72108FA}"/>
              </a:ext>
            </a:extLst>
          </p:cNvPr>
          <p:cNvCxnSpPr/>
          <p:nvPr/>
        </p:nvCxnSpPr>
        <p:spPr>
          <a:xfrm>
            <a:off x="9922713" y="2082145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907874ED-0678-3B7C-BB71-D67F64173538}"/>
              </a:ext>
            </a:extLst>
          </p:cNvPr>
          <p:cNvCxnSpPr>
            <a:cxnSpLocks/>
          </p:cNvCxnSpPr>
          <p:nvPr/>
        </p:nvCxnSpPr>
        <p:spPr>
          <a:xfrm>
            <a:off x="4766423" y="3561025"/>
            <a:ext cx="471185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6" name="Grafik 15">
            <a:extLst>
              <a:ext uri="{FF2B5EF4-FFF2-40B4-BE49-F238E27FC236}">
                <a16:creationId xmlns:a16="http://schemas.microsoft.com/office/drawing/2014/main" id="{181F041E-6FF1-B1AE-FE95-125943F2E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049" y="1471221"/>
            <a:ext cx="1671577" cy="11958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E837DCEC-4AD9-0E19-8462-149CCE72E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5472" y="1633696"/>
            <a:ext cx="911070" cy="7773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600E70D4-181F-AE91-A2E0-A2A9DCD67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380" y="3999774"/>
            <a:ext cx="6509319" cy="2493101"/>
          </a:xfrm>
          <a:prstGeom prst="rect">
            <a:avLst/>
          </a:prstGeom>
        </p:spPr>
      </p:pic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B57CD40F-9870-3AF7-4129-2CEDC8A8832A}"/>
              </a:ext>
            </a:extLst>
          </p:cNvPr>
          <p:cNvCxnSpPr>
            <a:cxnSpLocks/>
          </p:cNvCxnSpPr>
          <p:nvPr/>
        </p:nvCxnSpPr>
        <p:spPr>
          <a:xfrm>
            <a:off x="8208323" y="5057307"/>
            <a:ext cx="471185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2CE0CBA8-3BFC-6638-7E4F-F60C2DD121D8}"/>
              </a:ext>
            </a:extLst>
          </p:cNvPr>
          <p:cNvSpPr txBox="1"/>
          <p:nvPr/>
        </p:nvSpPr>
        <p:spPr>
          <a:xfrm>
            <a:off x="7626699" y="6162263"/>
            <a:ext cx="4139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https://www.w3schools.com/python/gloss_python_comparison_operators.asp</a:t>
            </a:r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4291CFD3-A80E-3B98-79F9-BBA67712A9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412" y="3104906"/>
            <a:ext cx="1819529" cy="10860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0430061A-3737-2F3A-7006-D04215062369}"/>
              </a:ext>
            </a:extLst>
          </p:cNvPr>
          <p:cNvCxnSpPr>
            <a:cxnSpLocks/>
          </p:cNvCxnSpPr>
          <p:nvPr/>
        </p:nvCxnSpPr>
        <p:spPr>
          <a:xfrm flipV="1">
            <a:off x="10099176" y="4394823"/>
            <a:ext cx="0" cy="436795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80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D211DA-5AE5-8544-FA52-36905B76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Examples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D3FCB0C-96C1-B6D2-CD82-53DA9DFF07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4753" y="1580492"/>
            <a:ext cx="4067743" cy="20481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F519CBF-C790-FCB6-6991-5FB696164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861" y="1637650"/>
            <a:ext cx="4258269" cy="19910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13DF91C-D35F-FBF3-67FA-3F0D5D45E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43" y="4158617"/>
            <a:ext cx="4763165" cy="20576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99BBBF6-F582-8F2B-F5D9-711E84D436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0176" y="4158616"/>
            <a:ext cx="4753638" cy="20576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813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B93B2D-6818-961E-D582-616267CB6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Anecdote: Traction Control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A891ED-F60B-F93E-83CD-42029D493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D78AD2C-3D0E-CC15-5BF3-25BD85C3D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1607" y="1690688"/>
            <a:ext cx="6688785" cy="4753609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B3720FC7-1D98-7743-6C0A-4CBB4DF1A709}"/>
              </a:ext>
            </a:extLst>
          </p:cNvPr>
          <p:cNvSpPr/>
          <p:nvPr/>
        </p:nvSpPr>
        <p:spPr>
          <a:xfrm>
            <a:off x="3504172" y="2486276"/>
            <a:ext cx="2708387" cy="606587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2A72F19-85FC-4C4F-A15E-CD0153E287F4}"/>
              </a:ext>
            </a:extLst>
          </p:cNvPr>
          <p:cNvSpPr/>
          <p:nvPr/>
        </p:nvSpPr>
        <p:spPr>
          <a:xfrm>
            <a:off x="3321292" y="3636931"/>
            <a:ext cx="797291" cy="260605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52162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405DBC-3FC8-DC1F-6A32-40326E0AF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Operators: and / or / not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BD8C22-FC38-5571-E375-2A22F0C92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“not a” </a:t>
            </a:r>
            <a:r>
              <a:rPr lang="en-US" dirty="0">
                <a:sym typeface="Wingdings" panose="05000000000000000000" pitchFamily="2" charset="2"/>
              </a:rPr>
              <a:t> True if a is False</a:t>
            </a:r>
            <a:endParaRPr lang="en-US" dirty="0"/>
          </a:p>
          <a:p>
            <a:r>
              <a:rPr lang="en-US" dirty="0"/>
              <a:t>“a and b” </a:t>
            </a:r>
            <a:r>
              <a:rPr lang="en-US" dirty="0">
                <a:sym typeface="Wingdings" panose="05000000000000000000" pitchFamily="2" charset="2"/>
              </a:rPr>
              <a:t> True if a and b are True</a:t>
            </a:r>
          </a:p>
          <a:p>
            <a:r>
              <a:rPr lang="en-US" dirty="0">
                <a:sym typeface="Wingdings" panose="05000000000000000000" pitchFamily="2" charset="2"/>
              </a:rPr>
              <a:t>“a or b”  True if a or b (or both) are True</a:t>
            </a:r>
          </a:p>
          <a:p>
            <a:r>
              <a:rPr lang="en-US" dirty="0" err="1">
                <a:sym typeface="Wingdings" panose="05000000000000000000" pitchFamily="2" charset="2"/>
              </a:rPr>
              <a:t>Presedence</a:t>
            </a:r>
            <a:r>
              <a:rPr lang="en-US" dirty="0">
                <a:sym typeface="Wingdings" panose="05000000000000000000" pitchFamily="2" charset="2"/>
              </a:rPr>
              <a:t>: Order of execution. From First to Last: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not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and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or</a:t>
            </a:r>
          </a:p>
          <a:p>
            <a:r>
              <a:rPr lang="de-DE" dirty="0"/>
              <a:t>"a and b </a:t>
            </a:r>
            <a:r>
              <a:rPr lang="de-DE" dirty="0" err="1"/>
              <a:t>or</a:t>
            </a:r>
            <a:r>
              <a:rPr lang="de-DE" dirty="0"/>
              <a:t> not c“ 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"a and b </a:t>
            </a:r>
            <a:r>
              <a:rPr lang="de-DE" dirty="0" err="1"/>
              <a:t>or</a:t>
            </a:r>
            <a:r>
              <a:rPr lang="de-DE" dirty="0"/>
              <a:t> (not c)“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/>
              <a:t>"(a and b) </a:t>
            </a:r>
            <a:r>
              <a:rPr lang="de-DE" dirty="0" err="1"/>
              <a:t>or</a:t>
            </a:r>
            <a:r>
              <a:rPr lang="de-DE" dirty="0"/>
              <a:t> (not c)“</a:t>
            </a:r>
          </a:p>
        </p:txBody>
      </p:sp>
    </p:spTree>
    <p:extLst>
      <p:ext uri="{BB962C8B-B14F-4D97-AF65-F5344CB8AC3E}">
        <p14:creationId xmlns:p14="http://schemas.microsoft.com/office/powerpoint/2010/main" val="2756515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F676AF-EC10-3FA7-A884-0DFE75F5B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5581" y="-123497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else - Statement</a:t>
            </a:r>
            <a:endParaRPr lang="de-DE" b="1" dirty="0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1435382-EBEE-BC7C-D2D6-759FCDB7C31B}"/>
              </a:ext>
            </a:extLst>
          </p:cNvPr>
          <p:cNvGrpSpPr/>
          <p:nvPr/>
        </p:nvGrpSpPr>
        <p:grpSpPr>
          <a:xfrm>
            <a:off x="6261622" y="634351"/>
            <a:ext cx="5808256" cy="5475450"/>
            <a:chOff x="6261622" y="634351"/>
            <a:chExt cx="5808256" cy="5475450"/>
          </a:xfrm>
        </p:grpSpPr>
        <p:sp>
          <p:nvSpPr>
            <p:cNvPr id="4" name="Rechteck: abgerundete Ecken 3">
              <a:extLst>
                <a:ext uri="{FF2B5EF4-FFF2-40B4-BE49-F238E27FC236}">
                  <a16:creationId xmlns:a16="http://schemas.microsoft.com/office/drawing/2014/main" id="{4FCF54D6-4A6D-35CE-6FC9-39D50CE85FF2}"/>
                </a:ext>
              </a:extLst>
            </p:cNvPr>
            <p:cNvSpPr/>
            <p:nvPr/>
          </p:nvSpPr>
          <p:spPr>
            <a:xfrm>
              <a:off x="7377023" y="1861255"/>
              <a:ext cx="2733427" cy="841248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if - Condition</a:t>
              </a:r>
              <a:endParaRPr lang="en-GB" noProof="0" dirty="0">
                <a:solidFill>
                  <a:schemeClr val="tx1"/>
                </a:solidFill>
              </a:endParaRPr>
            </a:p>
          </p:txBody>
        </p:sp>
        <p:sp>
          <p:nvSpPr>
            <p:cNvPr id="5" name="Rechteck: abgerundete Ecken 4">
              <a:extLst>
                <a:ext uri="{FF2B5EF4-FFF2-40B4-BE49-F238E27FC236}">
                  <a16:creationId xmlns:a16="http://schemas.microsoft.com/office/drawing/2014/main" id="{0F270356-AFF2-A7FA-15E6-E6C505BCC5C9}"/>
                </a:ext>
              </a:extLst>
            </p:cNvPr>
            <p:cNvSpPr/>
            <p:nvPr/>
          </p:nvSpPr>
          <p:spPr>
            <a:xfrm>
              <a:off x="9336451" y="3687546"/>
              <a:ext cx="2733427" cy="841248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Code</a:t>
              </a:r>
            </a:p>
          </p:txBody>
        </p:sp>
        <p:sp>
          <p:nvSpPr>
            <p:cNvPr id="6" name="Rechteck: abgerundete Ecken 5">
              <a:extLst>
                <a:ext uri="{FF2B5EF4-FFF2-40B4-BE49-F238E27FC236}">
                  <a16:creationId xmlns:a16="http://schemas.microsoft.com/office/drawing/2014/main" id="{80648EA6-2644-D128-38C0-3C28778A272B}"/>
                </a:ext>
              </a:extLst>
            </p:cNvPr>
            <p:cNvSpPr/>
            <p:nvPr/>
          </p:nvSpPr>
          <p:spPr>
            <a:xfrm>
              <a:off x="7377022" y="634351"/>
              <a:ext cx="2733427" cy="841248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Code</a:t>
              </a:r>
            </a:p>
          </p:txBody>
        </p:sp>
        <p:sp>
          <p:nvSpPr>
            <p:cNvPr id="7" name="Rechteck: abgerundete Ecken 6">
              <a:extLst>
                <a:ext uri="{FF2B5EF4-FFF2-40B4-BE49-F238E27FC236}">
                  <a16:creationId xmlns:a16="http://schemas.microsoft.com/office/drawing/2014/main" id="{7D63D7FB-DAFA-DF99-F517-9119FC1AC9C0}"/>
                </a:ext>
              </a:extLst>
            </p:cNvPr>
            <p:cNvSpPr/>
            <p:nvPr/>
          </p:nvSpPr>
          <p:spPr>
            <a:xfrm>
              <a:off x="7377022" y="5268553"/>
              <a:ext cx="2733427" cy="841248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Code</a:t>
              </a:r>
            </a:p>
          </p:txBody>
        </p:sp>
        <p:cxnSp>
          <p:nvCxnSpPr>
            <p:cNvPr id="8" name="Gerade Verbindung mit Pfeil 7">
              <a:extLst>
                <a:ext uri="{FF2B5EF4-FFF2-40B4-BE49-F238E27FC236}">
                  <a16:creationId xmlns:a16="http://schemas.microsoft.com/office/drawing/2014/main" id="{7D51FF47-5803-1C53-B721-A38D4DC64796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>
              <a:off x="8743737" y="2702503"/>
              <a:ext cx="1959428" cy="985043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Gerade Verbindung mit Pfeil 8">
              <a:extLst>
                <a:ext uri="{FF2B5EF4-FFF2-40B4-BE49-F238E27FC236}">
                  <a16:creationId xmlns:a16="http://schemas.microsoft.com/office/drawing/2014/main" id="{B01B5AF8-366F-AAA8-9789-3F8776559E7B}"/>
                </a:ext>
              </a:extLst>
            </p:cNvPr>
            <p:cNvCxnSpPr>
              <a:cxnSpLocks/>
              <a:stCxn id="6" idx="2"/>
              <a:endCxn id="4" idx="0"/>
            </p:cNvCxnSpPr>
            <p:nvPr/>
          </p:nvCxnSpPr>
          <p:spPr>
            <a:xfrm>
              <a:off x="8743736" y="1475599"/>
              <a:ext cx="1" cy="385656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FCEE2C36-EE25-7320-061B-B70BBD04A72F}"/>
                </a:ext>
              </a:extLst>
            </p:cNvPr>
            <p:cNvCxnSpPr>
              <a:cxnSpLocks/>
              <a:stCxn id="5" idx="2"/>
              <a:endCxn id="7" idx="0"/>
            </p:cNvCxnSpPr>
            <p:nvPr/>
          </p:nvCxnSpPr>
          <p:spPr>
            <a:xfrm flipH="1">
              <a:off x="8743736" y="4528794"/>
              <a:ext cx="1959429" cy="739759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0F4CBEE2-754A-BF38-DB4B-DC6A6F16BD1E}"/>
                </a:ext>
              </a:extLst>
            </p:cNvPr>
            <p:cNvSpPr txBox="1"/>
            <p:nvPr/>
          </p:nvSpPr>
          <p:spPr>
            <a:xfrm>
              <a:off x="9459815" y="3037476"/>
              <a:ext cx="65063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True</a:t>
              </a:r>
              <a:endParaRPr lang="de-DE" dirty="0"/>
            </a:p>
          </p:txBody>
        </p: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A2C90197-45DD-988D-728C-EB6B040A52DF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 flipH="1">
              <a:off x="7628336" y="2702503"/>
              <a:ext cx="1115399" cy="946306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41564787-C89B-6E46-E4B4-4056A16D65AD}"/>
                </a:ext>
              </a:extLst>
            </p:cNvPr>
            <p:cNvCxnSpPr>
              <a:cxnSpLocks/>
            </p:cNvCxnSpPr>
            <p:nvPr/>
          </p:nvCxnSpPr>
          <p:spPr>
            <a:xfrm>
              <a:off x="7628336" y="4528794"/>
              <a:ext cx="1195247" cy="739759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Rechteck: abgerundete Ecken 15">
              <a:extLst>
                <a:ext uri="{FF2B5EF4-FFF2-40B4-BE49-F238E27FC236}">
                  <a16:creationId xmlns:a16="http://schemas.microsoft.com/office/drawing/2014/main" id="{F1DBB668-4150-1DE3-13CE-53CC70D585A6}"/>
                </a:ext>
              </a:extLst>
            </p:cNvPr>
            <p:cNvSpPr/>
            <p:nvPr/>
          </p:nvSpPr>
          <p:spPr>
            <a:xfrm>
              <a:off x="6261622" y="3648809"/>
              <a:ext cx="2733427" cy="841248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Code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6C12A045-772B-0FBE-AC43-41C8BBD9E99B}"/>
                </a:ext>
              </a:extLst>
            </p:cNvPr>
            <p:cNvSpPr txBox="1"/>
            <p:nvPr/>
          </p:nvSpPr>
          <p:spPr>
            <a:xfrm>
              <a:off x="7798707" y="3012984"/>
              <a:ext cx="77465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False</a:t>
              </a:r>
              <a:endParaRPr lang="de-DE" dirty="0"/>
            </a:p>
          </p:txBody>
        </p:sp>
      </p:grp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BB848F9C-B29C-ED0B-36A2-FDDCD264E10F}"/>
              </a:ext>
            </a:extLst>
          </p:cNvPr>
          <p:cNvGrpSpPr/>
          <p:nvPr/>
        </p:nvGrpSpPr>
        <p:grpSpPr>
          <a:xfrm>
            <a:off x="130424" y="634351"/>
            <a:ext cx="4592373" cy="5475450"/>
            <a:chOff x="130424" y="634351"/>
            <a:chExt cx="4592373" cy="5475450"/>
          </a:xfrm>
        </p:grpSpPr>
        <p:sp>
          <p:nvSpPr>
            <p:cNvPr id="37" name="Rechteck: abgerundete Ecken 36">
              <a:extLst>
                <a:ext uri="{FF2B5EF4-FFF2-40B4-BE49-F238E27FC236}">
                  <a16:creationId xmlns:a16="http://schemas.microsoft.com/office/drawing/2014/main" id="{E63E1191-2AD7-F354-BD40-5C33059EB9DE}"/>
                </a:ext>
              </a:extLst>
            </p:cNvPr>
            <p:cNvSpPr/>
            <p:nvPr/>
          </p:nvSpPr>
          <p:spPr>
            <a:xfrm>
              <a:off x="130425" y="1861255"/>
              <a:ext cx="2733427" cy="841248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if - Condition</a:t>
              </a:r>
              <a:endParaRPr lang="en-GB" noProof="0" dirty="0">
                <a:solidFill>
                  <a:schemeClr val="tx1"/>
                </a:solidFill>
              </a:endParaRPr>
            </a:p>
          </p:txBody>
        </p:sp>
        <p:sp>
          <p:nvSpPr>
            <p:cNvPr id="38" name="Rechteck: abgerundete Ecken 37">
              <a:extLst>
                <a:ext uri="{FF2B5EF4-FFF2-40B4-BE49-F238E27FC236}">
                  <a16:creationId xmlns:a16="http://schemas.microsoft.com/office/drawing/2014/main" id="{9F45DB8C-28F2-F23D-79DC-3A8BA3E30F61}"/>
                </a:ext>
              </a:extLst>
            </p:cNvPr>
            <p:cNvSpPr/>
            <p:nvPr/>
          </p:nvSpPr>
          <p:spPr>
            <a:xfrm>
              <a:off x="1989370" y="3687546"/>
              <a:ext cx="2733427" cy="841248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Code</a:t>
              </a:r>
            </a:p>
          </p:txBody>
        </p:sp>
        <p:sp>
          <p:nvSpPr>
            <p:cNvPr id="39" name="Rechteck: abgerundete Ecken 38">
              <a:extLst>
                <a:ext uri="{FF2B5EF4-FFF2-40B4-BE49-F238E27FC236}">
                  <a16:creationId xmlns:a16="http://schemas.microsoft.com/office/drawing/2014/main" id="{CCCAAA7C-4625-CAE3-40BE-A672B37E9FDF}"/>
                </a:ext>
              </a:extLst>
            </p:cNvPr>
            <p:cNvSpPr/>
            <p:nvPr/>
          </p:nvSpPr>
          <p:spPr>
            <a:xfrm>
              <a:off x="130424" y="634351"/>
              <a:ext cx="2733427" cy="841248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Code</a:t>
              </a:r>
            </a:p>
          </p:txBody>
        </p:sp>
        <p:sp>
          <p:nvSpPr>
            <p:cNvPr id="40" name="Rechteck: abgerundete Ecken 39">
              <a:extLst>
                <a:ext uri="{FF2B5EF4-FFF2-40B4-BE49-F238E27FC236}">
                  <a16:creationId xmlns:a16="http://schemas.microsoft.com/office/drawing/2014/main" id="{E868DF51-CBF5-34F3-2FB6-F47074E84AB7}"/>
                </a:ext>
              </a:extLst>
            </p:cNvPr>
            <p:cNvSpPr/>
            <p:nvPr/>
          </p:nvSpPr>
          <p:spPr>
            <a:xfrm>
              <a:off x="130424" y="5268553"/>
              <a:ext cx="2733427" cy="841248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Code</a:t>
              </a:r>
            </a:p>
          </p:txBody>
        </p:sp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FB304E74-A35A-56C0-5511-04E8A32B2F48}"/>
                </a:ext>
              </a:extLst>
            </p:cNvPr>
            <p:cNvCxnSpPr>
              <a:cxnSpLocks/>
              <a:stCxn id="37" idx="2"/>
              <a:endCxn id="38" idx="0"/>
            </p:cNvCxnSpPr>
            <p:nvPr/>
          </p:nvCxnSpPr>
          <p:spPr>
            <a:xfrm>
              <a:off x="1497139" y="2702503"/>
              <a:ext cx="1858945" cy="985043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7789AECA-1B6E-32DA-D5C3-2BDB774E9336}"/>
                </a:ext>
              </a:extLst>
            </p:cNvPr>
            <p:cNvCxnSpPr>
              <a:cxnSpLocks/>
              <a:stCxn id="39" idx="2"/>
              <a:endCxn id="37" idx="0"/>
            </p:cNvCxnSpPr>
            <p:nvPr/>
          </p:nvCxnSpPr>
          <p:spPr>
            <a:xfrm>
              <a:off x="1497138" y="1475599"/>
              <a:ext cx="1" cy="385656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Gerade Verbindung mit Pfeil 42">
              <a:extLst>
                <a:ext uri="{FF2B5EF4-FFF2-40B4-BE49-F238E27FC236}">
                  <a16:creationId xmlns:a16="http://schemas.microsoft.com/office/drawing/2014/main" id="{4A3E2242-7152-1103-701F-279C6B56229B}"/>
                </a:ext>
              </a:extLst>
            </p:cNvPr>
            <p:cNvCxnSpPr>
              <a:cxnSpLocks/>
              <a:stCxn id="37" idx="2"/>
              <a:endCxn id="40" idx="0"/>
            </p:cNvCxnSpPr>
            <p:nvPr/>
          </p:nvCxnSpPr>
          <p:spPr>
            <a:xfrm flipH="1">
              <a:off x="1497138" y="2702503"/>
              <a:ext cx="1" cy="256605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B4F791B1-C516-74C1-410C-AC2A6EDD00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7138" y="4528794"/>
              <a:ext cx="1858946" cy="739759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4F2C637F-8D54-8E10-2820-74622DED5FB7}"/>
                </a:ext>
              </a:extLst>
            </p:cNvPr>
            <p:cNvSpPr txBox="1"/>
            <p:nvPr/>
          </p:nvSpPr>
          <p:spPr>
            <a:xfrm>
              <a:off x="2213217" y="3037476"/>
              <a:ext cx="65063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True</a:t>
              </a:r>
              <a:endParaRPr lang="de-DE" dirty="0"/>
            </a:p>
          </p:txBody>
        </p: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6CD50F20-C952-4A74-1884-F8CADA83CF0E}"/>
                </a:ext>
              </a:extLst>
            </p:cNvPr>
            <p:cNvSpPr txBox="1"/>
            <p:nvPr/>
          </p:nvSpPr>
          <p:spPr>
            <a:xfrm>
              <a:off x="1109811" y="3184293"/>
              <a:ext cx="77465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False</a:t>
              </a:r>
              <a:endParaRPr lang="de-DE" dirty="0"/>
            </a:p>
          </p:txBody>
        </p:sp>
      </p:grp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878F0329-DA31-B64A-7ACE-0E9198050F7B}"/>
              </a:ext>
            </a:extLst>
          </p:cNvPr>
          <p:cNvCxnSpPr/>
          <p:nvPr/>
        </p:nvCxnSpPr>
        <p:spPr>
          <a:xfrm>
            <a:off x="4968860" y="4095586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501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FB2FD-BC8E-C193-EC9A-8F6204D78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DD8079-83A5-6AE4-4C9F-D31598C5A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else - Statement</a:t>
            </a:r>
            <a:endParaRPr lang="de-DE" dirty="0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AAA122E4-A4AC-0A10-EABD-F531FF77AFF3}"/>
              </a:ext>
            </a:extLst>
          </p:cNvPr>
          <p:cNvSpPr/>
          <p:nvPr/>
        </p:nvSpPr>
        <p:spPr>
          <a:xfrm>
            <a:off x="7440998" y="1892146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if - Condition</a:t>
            </a:r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DDC3887E-578A-1005-FB50-5A6C20E56AE2}"/>
              </a:ext>
            </a:extLst>
          </p:cNvPr>
          <p:cNvSpPr/>
          <p:nvPr/>
        </p:nvSpPr>
        <p:spPr>
          <a:xfrm>
            <a:off x="9400426" y="3718437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CE5DF508-F410-DFB3-CC18-8085E2BE2958}"/>
              </a:ext>
            </a:extLst>
          </p:cNvPr>
          <p:cNvSpPr/>
          <p:nvPr/>
        </p:nvSpPr>
        <p:spPr>
          <a:xfrm>
            <a:off x="7440997" y="665242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90166357-CDB3-C54A-23AF-41DF36B144E5}"/>
              </a:ext>
            </a:extLst>
          </p:cNvPr>
          <p:cNvSpPr/>
          <p:nvPr/>
        </p:nvSpPr>
        <p:spPr>
          <a:xfrm>
            <a:off x="7440997" y="5299444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8DE4D131-6046-EFC5-4EFC-0517C4232DAC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8807712" y="2733394"/>
            <a:ext cx="1959428" cy="98504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F29451C5-BE87-3FD1-44A9-D5DA08E6FB33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>
            <a:off x="8807711" y="1506490"/>
            <a:ext cx="1" cy="38565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CC58C828-5494-284A-3E03-ABB2FA10C440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8807711" y="4559685"/>
            <a:ext cx="1959429" cy="73975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EBD7F6CF-5F62-58D1-65B7-70751BB492BF}"/>
              </a:ext>
            </a:extLst>
          </p:cNvPr>
          <p:cNvSpPr txBox="1"/>
          <p:nvPr/>
        </p:nvSpPr>
        <p:spPr>
          <a:xfrm>
            <a:off x="9523790" y="3068367"/>
            <a:ext cx="65063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  <a:endParaRPr lang="de-DE" dirty="0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407967BC-5552-154F-ADA3-46584C51B815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7692311" y="2733394"/>
            <a:ext cx="1115399" cy="94630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523631A0-C3F9-F503-1321-9D5A93345A14}"/>
              </a:ext>
            </a:extLst>
          </p:cNvPr>
          <p:cNvCxnSpPr>
            <a:cxnSpLocks/>
          </p:cNvCxnSpPr>
          <p:nvPr/>
        </p:nvCxnSpPr>
        <p:spPr>
          <a:xfrm>
            <a:off x="7692311" y="4559685"/>
            <a:ext cx="1195247" cy="73975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B482A146-B488-0CEC-20B7-848AB4D2C31C}"/>
              </a:ext>
            </a:extLst>
          </p:cNvPr>
          <p:cNvSpPr/>
          <p:nvPr/>
        </p:nvSpPr>
        <p:spPr>
          <a:xfrm>
            <a:off x="6325597" y="3679700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6DC3308-7EC4-7583-AE6C-B17E21E4163C}"/>
              </a:ext>
            </a:extLst>
          </p:cNvPr>
          <p:cNvSpPr txBox="1"/>
          <p:nvPr/>
        </p:nvSpPr>
        <p:spPr>
          <a:xfrm>
            <a:off x="7862682" y="3043875"/>
            <a:ext cx="77465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8450583-1220-5AFE-1D44-C3D3E22FC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55" y="4280126"/>
            <a:ext cx="4305901" cy="20386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DE90956A-A18D-1EDF-8E4F-FF70447A1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08" y="1506490"/>
            <a:ext cx="4258269" cy="19910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DCD0A207-5F7B-FB6F-5AC6-5A74120618D5}"/>
              </a:ext>
            </a:extLst>
          </p:cNvPr>
          <p:cNvSpPr txBox="1"/>
          <p:nvPr/>
        </p:nvSpPr>
        <p:spPr>
          <a:xfrm>
            <a:off x="2542234" y="3191568"/>
            <a:ext cx="78739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/>
              <a:t>=</a:t>
            </a:r>
            <a:endParaRPr lang="de-DE" sz="8800" dirty="0"/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5442D70E-3788-3BF6-1FAB-CBA0FF183A60}"/>
              </a:ext>
            </a:extLst>
          </p:cNvPr>
          <p:cNvCxnSpPr>
            <a:cxnSpLocks/>
          </p:cNvCxnSpPr>
          <p:nvPr/>
        </p:nvCxnSpPr>
        <p:spPr>
          <a:xfrm>
            <a:off x="2074315" y="3679700"/>
            <a:ext cx="0" cy="421919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755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A2A131-3D5F-B53A-637B-0FE361536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elif</a:t>
            </a:r>
            <a:r>
              <a:rPr lang="en-US" dirty="0"/>
              <a:t> - Statement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981356-4300-F30D-5FB5-B79CD9DF6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Not super important for now</a:t>
            </a:r>
            <a:endParaRPr lang="de-DE" dirty="0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90A9734A-041C-1683-12C9-F748C8C671CD}"/>
              </a:ext>
            </a:extLst>
          </p:cNvPr>
          <p:cNvSpPr/>
          <p:nvPr/>
        </p:nvSpPr>
        <p:spPr>
          <a:xfrm>
            <a:off x="7440997" y="1434018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if - Condition</a:t>
            </a:r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C095A216-14D3-6062-EB62-DA0C662DB063}"/>
              </a:ext>
            </a:extLst>
          </p:cNvPr>
          <p:cNvSpPr/>
          <p:nvPr/>
        </p:nvSpPr>
        <p:spPr>
          <a:xfrm>
            <a:off x="9458573" y="3754708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06D71163-0005-B86F-C260-0A6C49385B75}"/>
              </a:ext>
            </a:extLst>
          </p:cNvPr>
          <p:cNvSpPr/>
          <p:nvPr/>
        </p:nvSpPr>
        <p:spPr>
          <a:xfrm>
            <a:off x="7440996" y="207114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247834CC-FDA6-7B4A-3612-833C45BCD036}"/>
              </a:ext>
            </a:extLst>
          </p:cNvPr>
          <p:cNvSpPr/>
          <p:nvPr/>
        </p:nvSpPr>
        <p:spPr>
          <a:xfrm>
            <a:off x="7520844" y="5822860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61EC9600-7173-23F8-3047-0FE0D728EF8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8807711" y="2275266"/>
            <a:ext cx="2017576" cy="147944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C285A213-28B2-1E28-B031-0160DEEF12DB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>
            <a:off x="8807710" y="1048362"/>
            <a:ext cx="1" cy="38565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A06D2880-BBE2-9FCD-5B50-318643344231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8887558" y="4595956"/>
            <a:ext cx="1937729" cy="122690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D141A4AF-6618-7189-5D99-6171BAAC9C66}"/>
              </a:ext>
            </a:extLst>
          </p:cNvPr>
          <p:cNvSpPr txBox="1"/>
          <p:nvPr/>
        </p:nvSpPr>
        <p:spPr>
          <a:xfrm>
            <a:off x="9176715" y="2442853"/>
            <a:ext cx="65063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  <a:endParaRPr lang="de-DE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C2BB2D9A-4347-E619-5358-51D5E94D4F75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 flipH="1">
            <a:off x="6784435" y="2275266"/>
            <a:ext cx="2023276" cy="67185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708CFE90-35EE-19DD-93CE-F196FFC76787}"/>
              </a:ext>
            </a:extLst>
          </p:cNvPr>
          <p:cNvSpPr/>
          <p:nvPr/>
        </p:nvSpPr>
        <p:spPr>
          <a:xfrm>
            <a:off x="5417721" y="2947122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 err="1">
                <a:solidFill>
                  <a:schemeClr val="tx1"/>
                </a:solidFill>
              </a:rPr>
              <a:t>elif</a:t>
            </a:r>
            <a:r>
              <a:rPr lang="en-GB" noProof="0" dirty="0">
                <a:solidFill>
                  <a:schemeClr val="tx1"/>
                </a:solidFill>
              </a:rPr>
              <a:t> - Condition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F233378-915A-7A43-2734-BB11EA7ED13B}"/>
              </a:ext>
            </a:extLst>
          </p:cNvPr>
          <p:cNvSpPr txBox="1"/>
          <p:nvPr/>
        </p:nvSpPr>
        <p:spPr>
          <a:xfrm>
            <a:off x="7862683" y="2442853"/>
            <a:ext cx="77465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  <a:endParaRPr lang="de-DE" dirty="0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36FC0339-D113-E767-FF1D-87639716EA92}"/>
              </a:ext>
            </a:extLst>
          </p:cNvPr>
          <p:cNvSpPr/>
          <p:nvPr/>
        </p:nvSpPr>
        <p:spPr>
          <a:xfrm>
            <a:off x="4441656" y="4632121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7C41E648-20A8-5D9C-E12C-15F6A4B4ED0D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 flipH="1">
            <a:off x="5808370" y="3788370"/>
            <a:ext cx="976065" cy="84375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10C44C1D-A77E-EB5D-FA78-7AD1279FBD46}"/>
              </a:ext>
            </a:extLst>
          </p:cNvPr>
          <p:cNvSpPr txBox="1"/>
          <p:nvPr/>
        </p:nvSpPr>
        <p:spPr>
          <a:xfrm>
            <a:off x="5808370" y="3928461"/>
            <a:ext cx="65063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  <a:endParaRPr lang="de-DE" dirty="0"/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7039E967-804F-C4D1-F15F-BE9002FD8885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755436" y="3788370"/>
            <a:ext cx="2132122" cy="203449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FCEACBE0-49E0-48F5-6208-E92E77719D2E}"/>
              </a:ext>
            </a:extLst>
          </p:cNvPr>
          <p:cNvSpPr txBox="1"/>
          <p:nvPr/>
        </p:nvSpPr>
        <p:spPr>
          <a:xfrm>
            <a:off x="6968122" y="4015659"/>
            <a:ext cx="77465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  <a:endParaRPr lang="de-DE" dirty="0"/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F35BEB33-CF18-9346-FCF2-B7D69029F53A}"/>
              </a:ext>
            </a:extLst>
          </p:cNvPr>
          <p:cNvCxnSpPr>
            <a:cxnSpLocks/>
            <a:stCxn id="16" idx="2"/>
            <a:endCxn id="7" idx="0"/>
          </p:cNvCxnSpPr>
          <p:nvPr/>
        </p:nvCxnSpPr>
        <p:spPr>
          <a:xfrm>
            <a:off x="5808370" y="5473369"/>
            <a:ext cx="3079188" cy="34949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4ABDBB82-753C-2B48-0EE3-C1CF10B7A758}"/>
              </a:ext>
            </a:extLst>
          </p:cNvPr>
          <p:cNvSpPr txBox="1"/>
          <p:nvPr/>
        </p:nvSpPr>
        <p:spPr>
          <a:xfrm>
            <a:off x="1941786" y="3995593"/>
            <a:ext cx="78739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/>
              <a:t>=</a:t>
            </a:r>
            <a:endParaRPr lang="de-DE" sz="8800" dirty="0"/>
          </a:p>
        </p:txBody>
      </p:sp>
      <p:pic>
        <p:nvPicPr>
          <p:cNvPr id="47" name="Grafik 46">
            <a:extLst>
              <a:ext uri="{FF2B5EF4-FFF2-40B4-BE49-F238E27FC236}">
                <a16:creationId xmlns:a16="http://schemas.microsoft.com/office/drawing/2014/main" id="{62EBB821-222E-B602-4B17-A92E125CC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16" y="5052745"/>
            <a:ext cx="3492224" cy="17175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77D68CDA-5D84-98F2-C813-8EBF801D5B14}"/>
              </a:ext>
            </a:extLst>
          </p:cNvPr>
          <p:cNvCxnSpPr>
            <a:cxnSpLocks/>
          </p:cNvCxnSpPr>
          <p:nvPr/>
        </p:nvCxnSpPr>
        <p:spPr>
          <a:xfrm>
            <a:off x="1642236" y="4501774"/>
            <a:ext cx="0" cy="421919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1" name="Grafik 50">
            <a:extLst>
              <a:ext uri="{FF2B5EF4-FFF2-40B4-BE49-F238E27FC236}">
                <a16:creationId xmlns:a16="http://schemas.microsoft.com/office/drawing/2014/main" id="{BC94C026-43A9-B909-E784-1410A0D23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91" y="2314874"/>
            <a:ext cx="4044900" cy="20701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0551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3F1E3F-124A-19CA-C429-6C3856D4C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</a:t>
            </a:r>
            <a:r>
              <a:rPr lang="en-US"/>
              <a:t>: User Input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F4BBB3-B404-08F6-32BB-5090BF496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“input” let’s the program ask you for an input:</a:t>
            </a: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 Generates a </a:t>
            </a:r>
            <a:r>
              <a:rPr lang="de-DE" dirty="0" err="1">
                <a:sym typeface="Wingdings" panose="05000000000000000000" pitchFamily="2" charset="2"/>
              </a:rPr>
              <a:t>string</a:t>
            </a:r>
            <a:r>
              <a:rPr lang="de-DE" dirty="0">
                <a:sym typeface="Wingdings" panose="05000000000000000000" pitchFamily="2" charset="2"/>
              </a:rPr>
              <a:t>!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CE2ACFD-7D51-0182-7D03-FCAB3AE57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82" y="3013703"/>
            <a:ext cx="4320318" cy="19751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3C513106-C3DA-CCEB-A11A-492B19B8B661}"/>
              </a:ext>
            </a:extLst>
          </p:cNvPr>
          <p:cNvCxnSpPr/>
          <p:nvPr/>
        </p:nvCxnSpPr>
        <p:spPr>
          <a:xfrm>
            <a:off x="5903356" y="4075490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259566A3-A612-A44C-2BB4-3409CD852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662" y="2876681"/>
            <a:ext cx="3864884" cy="21122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6763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4A0F1-7BC6-1BD9-7CBF-4AC55674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088" y="75294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Good Luck with your Tasks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E94D407-8A89-EF37-7EA5-9D4982713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512" y="2078507"/>
            <a:ext cx="3236976" cy="3839479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CFD53965-A01B-3775-EFA6-74691911BBA6}"/>
              </a:ext>
            </a:extLst>
          </p:cNvPr>
          <p:cNvSpPr txBox="1"/>
          <p:nvPr/>
        </p:nvSpPr>
        <p:spPr>
          <a:xfrm>
            <a:off x="3531366" y="5966556"/>
            <a:ext cx="54510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https://dev.to/codeitbro/15-funniest-and-hilarious-python-coding-memes-2aij</a:t>
            </a:r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13880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Microsoft Office PowerPoint</Application>
  <PresentationFormat>Breitbild</PresentationFormat>
  <Paragraphs>77</Paragraphs>
  <Slides>11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</vt:lpstr>
      <vt:lpstr>Python Course for Physicists (And everyone else!)  Chunk 3: Logic Operators and  If-Statements</vt:lpstr>
      <vt:lpstr>Program Flow: </vt:lpstr>
      <vt:lpstr>The Condition – Comparison Operators</vt:lpstr>
      <vt:lpstr>Live Coding: Examples</vt:lpstr>
      <vt:lpstr>Anecdote: Traction Control</vt:lpstr>
      <vt:lpstr>Logical Operators: and / or / not</vt:lpstr>
      <vt:lpstr>else - Statement</vt:lpstr>
      <vt:lpstr>else - Statement</vt:lpstr>
      <vt:lpstr>elif - Statement</vt:lpstr>
      <vt:lpstr>Extra: User Input</vt:lpstr>
      <vt:lpstr>Good Luck with your Tasks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Jonathan Bollig</cp:lastModifiedBy>
  <cp:revision>3</cp:revision>
  <dcterms:created xsi:type="dcterms:W3CDTF">2025-08-17T13:50:44Z</dcterms:created>
  <dcterms:modified xsi:type="dcterms:W3CDTF">2025-10-07T22:35:57Z</dcterms:modified>
</cp:coreProperties>
</file>