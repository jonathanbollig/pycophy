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F9F74-2828-4BA6-9D21-3376AA9A158E}" v="19" dt="2025-10-06T15:12:08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5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7T16:42:13.436" v="1862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16:42:13.436" v="1862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6T15:19:50.968" v="1478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16:42:13.436" v="1862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modSp add mod">
        <pc:chgData name="Jonathan Bollig" userId="8b5d0afe-f106-45e0-8c3f-fd98fa124db1" providerId="ADAL" clId="{B2469FA9-EBD8-4834-A16D-CBF8EFC907DD}" dt="2025-10-06T13:27:25.224" v="281" actId="790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38807736" sldId="267"/>
            <ac:spMk id="2" creationId="{4264A0F1-7BC6-1BD9-7CBF-4AC55674DB61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38807736" sldId="267"/>
            <ac:spMk id="3" creationId="{F470B5AE-8531-A8DB-BBE5-8915B705BDF7}"/>
          </ac:spMkLst>
        </pc:sp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 del mod">
        <pc:chgData name="Jonathan Bollig" userId="8b5d0afe-f106-45e0-8c3f-fd98fa124db1" providerId="ADAL" clId="{B2469FA9-EBD8-4834-A16D-CBF8EFC907DD}" dt="2025-10-06T21:38:19.489" v="1860" actId="47"/>
        <pc:sldMkLst>
          <pc:docMk/>
          <pc:sldMk cId="2113368255" sldId="269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2" creationId="{6F7A0B5F-607C-4C36-ECF8-BBF9DF9AD9EA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3" creationId="{90A723FE-AE4A-BC31-F8DA-B479D4E846FF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4" creationId="{C9816F8C-2CA1-8B84-0DEF-2559334845CB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6" creationId="{5E6DDA9F-0028-564A-CF76-8B73FC5D9E1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7" creationId="{06B693C6-94D4-23F4-7106-30393D06289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9" creationId="{0048013B-D3D4-9DD6-10CF-DB86C4AFBFF0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3" creationId="{80C7A375-7DDA-A52D-3BA8-089D75D5410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5" creationId="{8539BDFF-620A-94E9-43C3-7C15B136A22B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7" creationId="{72C21F83-4BE3-E6D6-93C2-57E32FFAAD83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9" creationId="{B2DF59B8-D001-974D-22E2-DC146E9521D9}"/>
          </ac:spMkLst>
        </pc:spChg>
      </pc:sldChg>
      <pc:sldChg chg="addSp modSp mod">
        <pc:chgData name="Jonathan Bollig" userId="8b5d0afe-f106-45e0-8c3f-fd98fa124db1" providerId="ADAL" clId="{B2469FA9-EBD8-4834-A16D-CBF8EFC907DD}" dt="2025-10-06T13:27:25.224" v="281" actId="790"/>
        <pc:sldMkLst>
          <pc:docMk/>
          <pc:sldMk cId="533232473" sldId="270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533232473" sldId="270"/>
            <ac:spMk id="2" creationId="{4DDBC037-8FC4-A4AE-72ED-634BBC0D6F93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533232473" sldId="270"/>
            <ac:spMk id="3" creationId="{50FF0126-F541-A68C-14D8-2556A6372EC4}"/>
          </ac:spMkLst>
        </pc:spChg>
        <pc:picChg chg="mod">
          <ac:chgData name="Jonathan Bollig" userId="8b5d0afe-f106-45e0-8c3f-fd98fa124db1" providerId="ADAL" clId="{B2469FA9-EBD8-4834-A16D-CBF8EFC907DD}" dt="2025-10-06T13:13:05.379" v="128" actId="1076"/>
          <ac:picMkLst>
            <pc:docMk/>
            <pc:sldMk cId="533232473" sldId="270"/>
            <ac:picMk id="5" creationId="{91A01939-5305-A5A7-1425-3C34955EDDF0}"/>
          </ac:picMkLst>
        </pc:picChg>
        <pc:picChg chg="add mod">
          <ac:chgData name="Jonathan Bollig" userId="8b5d0afe-f106-45e0-8c3f-fd98fa124db1" providerId="ADAL" clId="{B2469FA9-EBD8-4834-A16D-CBF8EFC907DD}" dt="2025-10-06T13:13:03.239" v="127" actId="1076"/>
          <ac:picMkLst>
            <pc:docMk/>
            <pc:sldMk cId="533232473" sldId="270"/>
            <ac:picMk id="6" creationId="{7D003582-7F6B-A51B-FF1D-447E3212646E}"/>
          </ac:picMkLst>
        </pc:picChg>
        <pc:picChg chg="mod">
          <ac:chgData name="Jonathan Bollig" userId="8b5d0afe-f106-45e0-8c3f-fd98fa124db1" providerId="ADAL" clId="{B2469FA9-EBD8-4834-A16D-CBF8EFC907DD}" dt="2025-10-06T13:12:50.264" v="122" actId="1076"/>
          <ac:picMkLst>
            <pc:docMk/>
            <pc:sldMk cId="533232473" sldId="270"/>
            <ac:picMk id="7" creationId="{30FD60C7-9CD8-C6A4-96C6-836FE69EB696}"/>
          </ac:picMkLst>
        </pc:picChg>
        <pc:picChg chg="add mod">
          <ac:chgData name="Jonathan Bollig" userId="8b5d0afe-f106-45e0-8c3f-fd98fa124db1" providerId="ADAL" clId="{B2469FA9-EBD8-4834-A16D-CBF8EFC907DD}" dt="2025-10-06T13:14:30.174" v="131" actId="14100"/>
          <ac:picMkLst>
            <pc:docMk/>
            <pc:sldMk cId="533232473" sldId="270"/>
            <ac:picMk id="9" creationId="{E2E4F341-AA0E-1DE9-D181-4459E5E1402B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6T13:27:47.620" v="297" actId="313"/>
        <pc:sldMkLst>
          <pc:docMk/>
          <pc:sldMk cId="4049268828" sldId="271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4049268828" sldId="271"/>
            <ac:spMk id="2" creationId="{FA9947CC-ED6E-01EA-F6FD-BBF3DFACB808}"/>
          </ac:spMkLst>
        </pc:spChg>
        <pc:spChg chg="mod">
          <ac:chgData name="Jonathan Bollig" userId="8b5d0afe-f106-45e0-8c3f-fd98fa124db1" providerId="ADAL" clId="{B2469FA9-EBD8-4834-A16D-CBF8EFC907DD}" dt="2025-10-06T13:27:47.620" v="297" actId="313"/>
          <ac:spMkLst>
            <pc:docMk/>
            <pc:sldMk cId="4049268828" sldId="271"/>
            <ac:spMk id="3" creationId="{A0D119FF-936E-8697-58F8-3C8BFB303129}"/>
          </ac:spMkLst>
        </pc:spChg>
        <pc:picChg chg="add mod">
          <ac:chgData name="Jonathan Bollig" userId="8b5d0afe-f106-45e0-8c3f-fd98fa124db1" providerId="ADAL" clId="{B2469FA9-EBD8-4834-A16D-CBF8EFC907DD}" dt="2025-10-06T13:23:49.744" v="232" actId="14100"/>
          <ac:picMkLst>
            <pc:docMk/>
            <pc:sldMk cId="4049268828" sldId="271"/>
            <ac:picMk id="5" creationId="{EA536067-7604-5059-B10F-2ECB23798D52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6T15:06:26.671" v="1344" actId="20577"/>
        <pc:sldMkLst>
          <pc:docMk/>
          <pc:sldMk cId="1978989670" sldId="272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1978989670" sldId="272"/>
            <ac:spMk id="2" creationId="{25E3646C-63FB-2B53-6EF1-3A4D40DCC900}"/>
          </ac:spMkLst>
        </pc:spChg>
        <pc:spChg chg="mod">
          <ac:chgData name="Jonathan Bollig" userId="8b5d0afe-f106-45e0-8c3f-fd98fa124db1" providerId="ADAL" clId="{B2469FA9-EBD8-4834-A16D-CBF8EFC907DD}" dt="2025-10-06T15:06:26.671" v="1344" actId="20577"/>
          <ac:spMkLst>
            <pc:docMk/>
            <pc:sldMk cId="1978989670" sldId="272"/>
            <ac:spMk id="3" creationId="{5A219DE5-79C0-DEF2-7773-A53020941D24}"/>
          </ac:spMkLst>
        </pc:spChg>
        <pc:picChg chg="add mod">
          <ac:chgData name="Jonathan Bollig" userId="8b5d0afe-f106-45e0-8c3f-fd98fa124db1" providerId="ADAL" clId="{B2469FA9-EBD8-4834-A16D-CBF8EFC907DD}" dt="2025-10-06T13:33:59.472" v="391" actId="1076"/>
          <ac:picMkLst>
            <pc:docMk/>
            <pc:sldMk cId="1978989670" sldId="272"/>
            <ac:picMk id="4" creationId="{8AC5EAE0-2E57-0459-EF23-BF30B98DD5C1}"/>
          </ac:picMkLst>
        </pc:picChg>
        <pc:picChg chg="add mod">
          <ac:chgData name="Jonathan Bollig" userId="8b5d0afe-f106-45e0-8c3f-fd98fa124db1" providerId="ADAL" clId="{B2469FA9-EBD8-4834-A16D-CBF8EFC907DD}" dt="2025-10-06T13:33:17.228" v="363" actId="1076"/>
          <ac:picMkLst>
            <pc:docMk/>
            <pc:sldMk cId="1978989670" sldId="272"/>
            <ac:picMk id="5" creationId="{E586193B-FDEE-042D-D674-ED13BD96E1C0}"/>
          </ac:picMkLst>
        </pc:picChg>
        <pc:picChg chg="add mod">
          <ac:chgData name="Jonathan Bollig" userId="8b5d0afe-f106-45e0-8c3f-fd98fa124db1" providerId="ADAL" clId="{B2469FA9-EBD8-4834-A16D-CBF8EFC907DD}" dt="2025-10-06T13:33:57.176" v="390" actId="1076"/>
          <ac:picMkLst>
            <pc:docMk/>
            <pc:sldMk cId="1978989670" sldId="272"/>
            <ac:picMk id="6" creationId="{4E46E8B1-432D-8BAA-D1F9-3FB846D7E6B4}"/>
          </ac:picMkLst>
        </pc:picChg>
        <pc:picChg chg="add mod">
          <ac:chgData name="Jonathan Bollig" userId="8b5d0afe-f106-45e0-8c3f-fd98fa124db1" providerId="ADAL" clId="{B2469FA9-EBD8-4834-A16D-CBF8EFC907DD}" dt="2025-10-06T13:37:21.888" v="580" actId="14100"/>
          <ac:picMkLst>
            <pc:docMk/>
            <pc:sldMk cId="1978989670" sldId="272"/>
            <ac:picMk id="14" creationId="{8B83301A-C478-2BB8-289D-25A7CAC9FBF1}"/>
          </ac:picMkLst>
        </pc:picChg>
        <pc:cxnChg chg="add mod">
          <ac:chgData name="Jonathan Bollig" userId="8b5d0afe-f106-45e0-8c3f-fd98fa124db1" providerId="ADAL" clId="{B2469FA9-EBD8-4834-A16D-CBF8EFC907DD}" dt="2025-10-06T13:35:07.934" v="519" actId="1076"/>
          <ac:cxnSpMkLst>
            <pc:docMk/>
            <pc:sldMk cId="1978989670" sldId="272"/>
            <ac:cxnSpMk id="7" creationId="{5E2D173B-202D-A52E-39BD-4AC6679D80D8}"/>
          </ac:cxnSpMkLst>
        </pc:cxnChg>
        <pc:cxnChg chg="add mod">
          <ac:chgData name="Jonathan Bollig" userId="8b5d0afe-f106-45e0-8c3f-fd98fa124db1" providerId="ADAL" clId="{B2469FA9-EBD8-4834-A16D-CBF8EFC907DD}" dt="2025-10-06T13:35:15.929" v="522" actId="1076"/>
          <ac:cxnSpMkLst>
            <pc:docMk/>
            <pc:sldMk cId="1978989670" sldId="272"/>
            <ac:cxnSpMk id="9" creationId="{DE039136-CF2A-C532-4874-50D7B17D5FD3}"/>
          </ac:cxnSpMkLst>
        </pc:cxnChg>
        <pc:cxnChg chg="add mod">
          <ac:chgData name="Jonathan Bollig" userId="8b5d0afe-f106-45e0-8c3f-fd98fa124db1" providerId="ADAL" clId="{B2469FA9-EBD8-4834-A16D-CBF8EFC907DD}" dt="2025-10-06T13:35:19.988" v="524" actId="14100"/>
          <ac:cxnSpMkLst>
            <pc:docMk/>
            <pc:sldMk cId="1978989670" sldId="272"/>
            <ac:cxnSpMk id="10" creationId="{9FD820C5-110D-FABF-8A23-ADEA98A8E845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6T14:46:03.806" v="947" actId="5793"/>
        <pc:sldMkLst>
          <pc:docMk/>
          <pc:sldMk cId="3857697762" sldId="273"/>
        </pc:sldMkLst>
        <pc:spChg chg="mod">
          <ac:chgData name="Jonathan Bollig" userId="8b5d0afe-f106-45e0-8c3f-fd98fa124db1" providerId="ADAL" clId="{B2469FA9-EBD8-4834-A16D-CBF8EFC907DD}" dt="2025-10-06T14:45:41.062" v="920" actId="20577"/>
          <ac:spMkLst>
            <pc:docMk/>
            <pc:sldMk cId="3857697762" sldId="273"/>
            <ac:spMk id="2" creationId="{56EBE4E5-8BE9-F55D-7184-99D967712F21}"/>
          </ac:spMkLst>
        </pc:spChg>
        <pc:spChg chg="mod">
          <ac:chgData name="Jonathan Bollig" userId="8b5d0afe-f106-45e0-8c3f-fd98fa124db1" providerId="ADAL" clId="{B2469FA9-EBD8-4834-A16D-CBF8EFC907DD}" dt="2025-10-06T14:46:03.806" v="947" actId="5793"/>
          <ac:spMkLst>
            <pc:docMk/>
            <pc:sldMk cId="3857697762" sldId="273"/>
            <ac:spMk id="3" creationId="{ECAE387D-0559-3F2D-8AD8-10FADE825A1D}"/>
          </ac:spMkLst>
        </pc:spChg>
        <pc:picChg chg="add mod">
          <ac:chgData name="Jonathan Bollig" userId="8b5d0afe-f106-45e0-8c3f-fd98fa124db1" providerId="ADAL" clId="{B2469FA9-EBD8-4834-A16D-CBF8EFC907DD}" dt="2025-10-06T14:43:59.817" v="829" actId="1076"/>
          <ac:picMkLst>
            <pc:docMk/>
            <pc:sldMk cId="3857697762" sldId="273"/>
            <ac:picMk id="5" creationId="{E29E1218-CFFA-4A9D-402A-18DA09DABBCA}"/>
          </ac:picMkLst>
        </pc:picChg>
        <pc:picChg chg="add mod">
          <ac:chgData name="Jonathan Bollig" userId="8b5d0afe-f106-45e0-8c3f-fd98fa124db1" providerId="ADAL" clId="{B2469FA9-EBD8-4834-A16D-CBF8EFC907DD}" dt="2025-10-06T14:44:13.828" v="834" actId="1076"/>
          <ac:picMkLst>
            <pc:docMk/>
            <pc:sldMk cId="3857697762" sldId="273"/>
            <ac:picMk id="7" creationId="{5F31C125-122E-03F3-73E1-FF917B82A461}"/>
          </ac:picMkLst>
        </pc:picChg>
      </pc:sldChg>
      <pc:sldChg chg="new del">
        <pc:chgData name="Jonathan Bollig" userId="8b5d0afe-f106-45e0-8c3f-fd98fa124db1" providerId="ADAL" clId="{B2469FA9-EBD8-4834-A16D-CBF8EFC907DD}" dt="2025-10-06T14:42:12.300" v="765" actId="47"/>
        <pc:sldMkLst>
          <pc:docMk/>
          <pc:sldMk cId="954294730" sldId="274"/>
        </pc:sldMkLst>
      </pc:sldChg>
      <pc:sldChg chg="addSp delSp modSp new mod">
        <pc:chgData name="Jonathan Bollig" userId="8b5d0afe-f106-45e0-8c3f-fd98fa124db1" providerId="ADAL" clId="{B2469FA9-EBD8-4834-A16D-CBF8EFC907DD}" dt="2025-10-06T15:01:20.284" v="1233" actId="1440"/>
        <pc:sldMkLst>
          <pc:docMk/>
          <pc:sldMk cId="3346491520" sldId="274"/>
        </pc:sldMkLst>
        <pc:spChg chg="mod">
          <ac:chgData name="Jonathan Bollig" userId="8b5d0afe-f106-45e0-8c3f-fd98fa124db1" providerId="ADAL" clId="{B2469FA9-EBD8-4834-A16D-CBF8EFC907DD}" dt="2025-10-06T14:45:49.732" v="943" actId="20577"/>
          <ac:spMkLst>
            <pc:docMk/>
            <pc:sldMk cId="3346491520" sldId="274"/>
            <ac:spMk id="2" creationId="{806544D4-41F6-4609-67AE-95EB979D9771}"/>
          </ac:spMkLst>
        </pc:spChg>
        <pc:spChg chg="mod">
          <ac:chgData name="Jonathan Bollig" userId="8b5d0afe-f106-45e0-8c3f-fd98fa124db1" providerId="ADAL" clId="{B2469FA9-EBD8-4834-A16D-CBF8EFC907DD}" dt="2025-10-06T15:00:49.662" v="1228" actId="5793"/>
          <ac:spMkLst>
            <pc:docMk/>
            <pc:sldMk cId="3346491520" sldId="274"/>
            <ac:spMk id="3" creationId="{69167D2F-626E-B03C-979E-CE7024E48D27}"/>
          </ac:spMkLst>
        </pc:spChg>
        <pc:picChg chg="add mod">
          <ac:chgData name="Jonathan Bollig" userId="8b5d0afe-f106-45e0-8c3f-fd98fa124db1" providerId="ADAL" clId="{B2469FA9-EBD8-4834-A16D-CBF8EFC907DD}" dt="2025-10-06T14:47:21.869" v="1053" actId="1076"/>
          <ac:picMkLst>
            <pc:docMk/>
            <pc:sldMk cId="3346491520" sldId="274"/>
            <ac:picMk id="5" creationId="{101B22BA-10FD-7248-B91D-EAF00B64DABE}"/>
          </ac:picMkLst>
        </pc:picChg>
        <pc:picChg chg="add del">
          <ac:chgData name="Jonathan Bollig" userId="8b5d0afe-f106-45e0-8c3f-fd98fa124db1" providerId="ADAL" clId="{B2469FA9-EBD8-4834-A16D-CBF8EFC907DD}" dt="2025-10-06T14:48:43.891" v="1143" actId="478"/>
          <ac:picMkLst>
            <pc:docMk/>
            <pc:sldMk cId="3346491520" sldId="274"/>
            <ac:picMk id="7" creationId="{0B76271F-923C-DCD7-E17E-7AB1A5CDB4D8}"/>
          </ac:picMkLst>
        </pc:picChg>
        <pc:picChg chg="add mod">
          <ac:chgData name="Jonathan Bollig" userId="8b5d0afe-f106-45e0-8c3f-fd98fa124db1" providerId="ADAL" clId="{B2469FA9-EBD8-4834-A16D-CBF8EFC907DD}" dt="2025-10-06T15:00:53.518" v="1229" actId="1076"/>
          <ac:picMkLst>
            <pc:docMk/>
            <pc:sldMk cId="3346491520" sldId="274"/>
            <ac:picMk id="9" creationId="{336CC87E-CB5A-C6D0-2C0A-D96E4E0DACDB}"/>
          </ac:picMkLst>
        </pc:picChg>
        <pc:picChg chg="add mod">
          <ac:chgData name="Jonathan Bollig" userId="8b5d0afe-f106-45e0-8c3f-fd98fa124db1" providerId="ADAL" clId="{B2469FA9-EBD8-4834-A16D-CBF8EFC907DD}" dt="2025-10-06T15:01:20.284" v="1233" actId="1440"/>
          <ac:picMkLst>
            <pc:docMk/>
            <pc:sldMk cId="3346491520" sldId="274"/>
            <ac:picMk id="11" creationId="{877FB561-0C0B-5CE9-6A3B-7AED0A3CBD67}"/>
          </ac:picMkLst>
        </pc:picChg>
      </pc:sldChg>
      <pc:sldChg chg="new del">
        <pc:chgData name="Jonathan Bollig" userId="8b5d0afe-f106-45e0-8c3f-fd98fa124db1" providerId="ADAL" clId="{B2469FA9-EBD8-4834-A16D-CBF8EFC907DD}" dt="2025-10-06T14:42:10.464" v="764" actId="47"/>
        <pc:sldMkLst>
          <pc:docMk/>
          <pc:sldMk cId="3458543312" sldId="275"/>
        </pc:sldMkLst>
      </pc:sldChg>
      <pc:sldChg chg="addSp delSp modSp new mod">
        <pc:chgData name="Jonathan Bollig" userId="8b5d0afe-f106-45e0-8c3f-fd98fa124db1" providerId="ADAL" clId="{B2469FA9-EBD8-4834-A16D-CBF8EFC907DD}" dt="2025-10-06T15:12:09.526" v="1474" actId="20577"/>
        <pc:sldMkLst>
          <pc:docMk/>
          <pc:sldMk cId="3676085067" sldId="275"/>
        </pc:sldMkLst>
        <pc:spChg chg="mod">
          <ac:chgData name="Jonathan Bollig" userId="8b5d0afe-f106-45e0-8c3f-fd98fa124db1" providerId="ADAL" clId="{B2469FA9-EBD8-4834-A16D-CBF8EFC907DD}" dt="2025-10-06T15:02:40.432" v="1275" actId="20577"/>
          <ac:spMkLst>
            <pc:docMk/>
            <pc:sldMk cId="3676085067" sldId="275"/>
            <ac:spMk id="2" creationId="{AC5E28FB-AA60-7453-2E82-F44D67446468}"/>
          </ac:spMkLst>
        </pc:spChg>
        <pc:spChg chg="mod">
          <ac:chgData name="Jonathan Bollig" userId="8b5d0afe-f106-45e0-8c3f-fd98fa124db1" providerId="ADAL" clId="{B2469FA9-EBD8-4834-A16D-CBF8EFC907DD}" dt="2025-10-06T15:12:09.526" v="1474" actId="20577"/>
          <ac:spMkLst>
            <pc:docMk/>
            <pc:sldMk cId="3676085067" sldId="275"/>
            <ac:spMk id="3" creationId="{3640F52C-ECA1-305B-E431-B355A5DF8A61}"/>
          </ac:spMkLst>
        </pc:spChg>
        <pc:picChg chg="add del mod modCrop">
          <ac:chgData name="Jonathan Bollig" userId="8b5d0afe-f106-45e0-8c3f-fd98fa124db1" providerId="ADAL" clId="{B2469FA9-EBD8-4834-A16D-CBF8EFC907DD}" dt="2025-10-06T15:05:56.604" v="1332" actId="1076"/>
          <ac:picMkLst>
            <pc:docMk/>
            <pc:sldMk cId="3676085067" sldId="275"/>
            <ac:picMk id="5" creationId="{3FBDB6A5-8D6C-5353-7F2E-6BE10160A034}"/>
          </ac:picMkLst>
        </pc:picChg>
        <pc:picChg chg="add mod modCrop">
          <ac:chgData name="Jonathan Bollig" userId="8b5d0afe-f106-45e0-8c3f-fd98fa124db1" providerId="ADAL" clId="{B2469FA9-EBD8-4834-A16D-CBF8EFC907DD}" dt="2025-10-06T15:10:01.318" v="1356" actId="1440"/>
          <ac:picMkLst>
            <pc:docMk/>
            <pc:sldMk cId="3676085067" sldId="275"/>
            <ac:picMk id="6" creationId="{69EF9CBC-C38B-89D4-7261-07B16CC05519}"/>
          </ac:picMkLst>
        </pc:picChg>
        <pc:picChg chg="add mod">
          <ac:chgData name="Jonathan Bollig" userId="8b5d0afe-f106-45e0-8c3f-fd98fa124db1" providerId="ADAL" clId="{B2469FA9-EBD8-4834-A16D-CBF8EFC907DD}" dt="2025-10-06T15:10:01.318" v="1356" actId="1440"/>
          <ac:picMkLst>
            <pc:docMk/>
            <pc:sldMk cId="3676085067" sldId="275"/>
            <ac:picMk id="8" creationId="{F76A3E81-EAB2-2B22-0D66-01CF06706D25}"/>
          </ac:picMkLst>
        </pc:picChg>
        <pc:picChg chg="add mod">
          <ac:chgData name="Jonathan Bollig" userId="8b5d0afe-f106-45e0-8c3f-fd98fa124db1" providerId="ADAL" clId="{B2469FA9-EBD8-4834-A16D-CBF8EFC907DD}" dt="2025-10-06T15:11:06.481" v="1435" actId="1440"/>
          <ac:picMkLst>
            <pc:docMk/>
            <pc:sldMk cId="3676085067" sldId="275"/>
            <ac:picMk id="10" creationId="{5166A3BC-EA5E-ABC1-8AC2-FB80EF42352A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6T21:38:07.634" v="1859" actId="20577"/>
        <pc:sldMkLst>
          <pc:docMk/>
          <pc:sldMk cId="3779496458" sldId="276"/>
        </pc:sldMkLst>
        <pc:spChg chg="mod">
          <ac:chgData name="Jonathan Bollig" userId="8b5d0afe-f106-45e0-8c3f-fd98fa124db1" providerId="ADAL" clId="{B2469FA9-EBD8-4834-A16D-CBF8EFC907DD}" dt="2025-10-06T21:38:07.634" v="1859" actId="20577"/>
          <ac:spMkLst>
            <pc:docMk/>
            <pc:sldMk cId="3779496458" sldId="276"/>
            <ac:spMk id="2" creationId="{2A7325BA-5A79-816A-9AC4-DA7A9FB72908}"/>
          </ac:spMkLst>
        </pc:spChg>
        <pc:spChg chg="mod">
          <ac:chgData name="Jonathan Bollig" userId="8b5d0afe-f106-45e0-8c3f-fd98fa124db1" providerId="ADAL" clId="{B2469FA9-EBD8-4834-A16D-CBF8EFC907DD}" dt="2025-10-06T21:37:48.546" v="1843" actId="13926"/>
          <ac:spMkLst>
            <pc:docMk/>
            <pc:sldMk cId="3779496458" sldId="276"/>
            <ac:spMk id="3" creationId="{322A6E4A-304F-2EBD-7DD7-8D4D7D9FFF6E}"/>
          </ac:spMkLst>
        </pc:spChg>
        <pc:picChg chg="add del mod">
          <ac:chgData name="Jonathan Bollig" userId="8b5d0afe-f106-45e0-8c3f-fd98fa124db1" providerId="ADAL" clId="{B2469FA9-EBD8-4834-A16D-CBF8EFC907DD}" dt="2025-10-06T21:36:20.096" v="1665" actId="478"/>
          <ac:picMkLst>
            <pc:docMk/>
            <pc:sldMk cId="3779496458" sldId="276"/>
            <ac:picMk id="5" creationId="{40679F02-D76A-1FBD-6832-067214F91959}"/>
          </ac:picMkLst>
        </pc:picChg>
        <pc:picChg chg="add mod">
          <ac:chgData name="Jonathan Bollig" userId="8b5d0afe-f106-45e0-8c3f-fd98fa124db1" providerId="ADAL" clId="{B2469FA9-EBD8-4834-A16D-CBF8EFC907DD}" dt="2025-10-06T21:36:26.070" v="1669" actId="1076"/>
          <ac:picMkLst>
            <pc:docMk/>
            <pc:sldMk cId="3779496458" sldId="276"/>
            <ac:picMk id="7" creationId="{1EDBD8EC-2FB5-9C39-7051-8277CD56D0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numpy.org/doc/stable/reference/routin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377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br>
              <a:rPr lang="en-US" noProof="0" dirty="0"/>
            </a:br>
            <a:r>
              <a:rPr lang="en-US" b="1" noProof="0" dirty="0"/>
              <a:t>Chunk 1</a:t>
            </a:r>
            <a:r>
              <a:rPr lang="en-US" b="1" dirty="0"/>
              <a:t>0</a:t>
            </a:r>
            <a:r>
              <a:rPr lang="en-US" b="1" noProof="0" dirty="0"/>
              <a:t>: 2D </a:t>
            </a:r>
            <a:r>
              <a:rPr lang="en-US" b="1" noProof="0" dirty="0" err="1"/>
              <a:t>numpy</a:t>
            </a:r>
            <a:r>
              <a:rPr lang="en-US" b="1" noProof="0" dirty="0"/>
              <a:t> and </a:t>
            </a:r>
            <a:r>
              <a:rPr lang="en-US" b="1" noProof="0" dirty="0" err="1"/>
              <a:t>mpl</a:t>
            </a:r>
            <a:endParaRPr lang="en-US" b="1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9036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09.10.2025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BC037-8FC4-A4AE-72ED-634BBC0D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Nested </a:t>
            </a:r>
            <a:r>
              <a:rPr lang="en-US" noProof="0" dirty="0" err="1"/>
              <a:t>Numpy</a:t>
            </a:r>
            <a:r>
              <a:rPr lang="en-US" noProof="0" dirty="0"/>
              <a:t> Arrays: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FF0126-F541-A68C-14D8-2556A637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Possible, if we have a homogenous shape: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All “sub-lists” have the same length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1D is a vector, 2D is a Matrix, etc.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Arbitrary dimensions possible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shape: dimensions &amp; lengths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>
                <a:sym typeface="Wingdings" panose="05000000000000000000" pitchFamily="2" charset="2"/>
              </a:rPr>
              <a:t>✅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/>
              <a:t>❌</a:t>
            </a:r>
            <a:endParaRPr lang="en-US" noProof="0" dirty="0">
              <a:sym typeface="Wingdings" panose="05000000000000000000" pitchFamily="2" charset="2"/>
            </a:endParaRPr>
          </a:p>
          <a:p>
            <a:endParaRPr lang="en-US" noProof="0" dirty="0">
              <a:sym typeface="Wingdings" panose="05000000000000000000" pitchFamily="2" charset="2"/>
            </a:endParaRPr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A01939-5305-A5A7-1425-3C34955E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98" y="4089149"/>
            <a:ext cx="1348988" cy="110965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FD60C7-9CD8-C6A4-96C6-836FE69E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81" y="4231173"/>
            <a:ext cx="1883883" cy="8256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D003582-7F6B-A51B-FF1D-447E32126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120" y="4231173"/>
            <a:ext cx="2707987" cy="82560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2E4F341-AA0E-1DE9-D181-4459E5E14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181" y="5352885"/>
            <a:ext cx="1656564" cy="8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947CC-ED6E-01EA-F6FD-BBF3DFAC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Live Coding: Creating </a:t>
            </a:r>
            <a:r>
              <a:rPr lang="en-US" noProof="0" dirty="0" err="1"/>
              <a:t>nD</a:t>
            </a:r>
            <a:r>
              <a:rPr lang="en-US" noProof="0" dirty="0"/>
              <a:t> </a:t>
            </a:r>
            <a:r>
              <a:rPr lang="en-US" noProof="0" dirty="0" err="1"/>
              <a:t>Numpy</a:t>
            </a:r>
            <a:r>
              <a:rPr lang="en-US" noProof="0" dirty="0"/>
              <a:t> Arrays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D119FF-936E-8697-58F8-3C8BFB303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8003"/>
            <a:ext cx="10515600" cy="4351338"/>
          </a:xfrm>
        </p:spPr>
        <p:txBody>
          <a:bodyPr/>
          <a:lstStyle/>
          <a:p>
            <a:r>
              <a:rPr lang="en-US" noProof="0" dirty="0"/>
              <a:t>Via List: 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Via functions:</a:t>
            </a:r>
          </a:p>
          <a:p>
            <a:pPr lvl="1"/>
            <a:r>
              <a:rPr lang="en-US" noProof="0" dirty="0" err="1">
                <a:highlight>
                  <a:srgbClr val="C0C0C0"/>
                </a:highlight>
              </a:rPr>
              <a:t>np.zeros</a:t>
            </a:r>
            <a:r>
              <a:rPr lang="en-US" noProof="0" dirty="0">
                <a:highlight>
                  <a:srgbClr val="C0C0C0"/>
                </a:highlight>
              </a:rPr>
              <a:t>(shape)</a:t>
            </a:r>
            <a:r>
              <a:rPr lang="en-US" noProof="0" dirty="0"/>
              <a:t> / </a:t>
            </a:r>
            <a:r>
              <a:rPr lang="en-US" noProof="0" dirty="0" err="1">
                <a:highlight>
                  <a:srgbClr val="C0C0C0"/>
                </a:highlight>
              </a:rPr>
              <a:t>np.ones</a:t>
            </a:r>
            <a:r>
              <a:rPr lang="en-US" noProof="0" dirty="0">
                <a:highlight>
                  <a:srgbClr val="C0C0C0"/>
                </a:highlight>
              </a:rPr>
              <a:t>(shape)</a:t>
            </a:r>
            <a:r>
              <a:rPr lang="en-US" noProof="0" dirty="0"/>
              <a:t>: Array filled with 0 / 1 of shape “shape”.</a:t>
            </a:r>
            <a:br>
              <a:rPr lang="en-US" noProof="0" dirty="0"/>
            </a:br>
            <a:endParaRPr lang="en-US" noProof="0" dirty="0"/>
          </a:p>
          <a:p>
            <a:pPr lvl="1"/>
            <a:r>
              <a:rPr lang="en-US" noProof="0" dirty="0" err="1">
                <a:highlight>
                  <a:srgbClr val="C0C0C0"/>
                </a:highlight>
              </a:rPr>
              <a:t>np.full</a:t>
            </a:r>
            <a:r>
              <a:rPr lang="en-US" noProof="0" dirty="0">
                <a:highlight>
                  <a:srgbClr val="C0C0C0"/>
                </a:highlight>
              </a:rPr>
              <a:t>(n, what)</a:t>
            </a:r>
            <a:r>
              <a:rPr lang="en-US" noProof="0" dirty="0"/>
              <a:t>: Array of </a:t>
            </a:r>
            <a:r>
              <a:rPr lang="en-US" dirty="0"/>
              <a:t>shape “shape”,</a:t>
            </a:r>
            <a:r>
              <a:rPr lang="en-US" noProof="0" dirty="0"/>
              <a:t> filled with “what“</a:t>
            </a:r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536067-7604-5059-B10F-2ECB23798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58" y="1690688"/>
            <a:ext cx="3340312" cy="1795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926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3646C-63FB-2B53-6EF1-3A4D40DC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Shape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19DE5-79C0-DEF2-7773-A53020941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Shape is a tuple, indicating the length of every dimension / axis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Array: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Shape:          (2, 3)                       (3, 2)                           (2, 2 , 2)</a:t>
            </a:r>
          </a:p>
          <a:p>
            <a:endParaRPr lang="en-US" dirty="0"/>
          </a:p>
          <a:p>
            <a:r>
              <a:rPr lang="en-US" dirty="0"/>
              <a:t>Shape can be obtained by printing </a:t>
            </a:r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AC5EAE0-2E57-0459-EF23-BF30B98DD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272" y="2612042"/>
            <a:ext cx="1348988" cy="11096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586193B-FDEE-042D-D674-ED13BD96E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519" y="2754065"/>
            <a:ext cx="1883883" cy="8256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E46E8B1-432D-8BAA-D1F9-3FB846D7E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30" y="2754066"/>
            <a:ext cx="2707987" cy="82560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E2D173B-202D-A52E-39BD-4AC6679D80D8}"/>
              </a:ext>
            </a:extLst>
          </p:cNvPr>
          <p:cNvCxnSpPr>
            <a:cxnSpLocks/>
          </p:cNvCxnSpPr>
          <p:nvPr/>
        </p:nvCxnSpPr>
        <p:spPr>
          <a:xfrm>
            <a:off x="3052318" y="3721693"/>
            <a:ext cx="0" cy="57264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E039136-CF2A-C532-4874-50D7B17D5FD3}"/>
              </a:ext>
            </a:extLst>
          </p:cNvPr>
          <p:cNvCxnSpPr>
            <a:cxnSpLocks/>
          </p:cNvCxnSpPr>
          <p:nvPr/>
        </p:nvCxnSpPr>
        <p:spPr>
          <a:xfrm>
            <a:off x="5570552" y="3882354"/>
            <a:ext cx="0" cy="41198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FD820C5-110D-FABF-8A23-ADEA98A8E845}"/>
              </a:ext>
            </a:extLst>
          </p:cNvPr>
          <p:cNvCxnSpPr>
            <a:cxnSpLocks/>
          </p:cNvCxnSpPr>
          <p:nvPr/>
        </p:nvCxnSpPr>
        <p:spPr>
          <a:xfrm>
            <a:off x="8546123" y="3798277"/>
            <a:ext cx="0" cy="43766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8B83301A-C478-2BB8-289D-25A7CAC9F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987" y="4978014"/>
            <a:ext cx="2801289" cy="1514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898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BE4E5-8BE9-F55D-7184-99D96771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Indexing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AE387D-0559-3F2D-8AD8-10FADE825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Same as before, but dimensions can be separated by coma:</a:t>
            </a:r>
          </a:p>
          <a:p>
            <a:endParaRPr lang="en-US" dirty="0"/>
          </a:p>
          <a:p>
            <a:r>
              <a:rPr lang="en-US" dirty="0"/>
              <a:t>Absence of coma indicates first dimension:</a:t>
            </a:r>
          </a:p>
          <a:p>
            <a:endParaRPr lang="en-US" dirty="0"/>
          </a:p>
          <a:p>
            <a:r>
              <a:rPr lang="en-US" dirty="0"/>
              <a:t>With a coma, the next dimension is accessed: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9E1218-CFFA-4A9D-402A-18DA09DAB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385" y="2681210"/>
            <a:ext cx="2887680" cy="1036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F31C125-122E-03F3-73E1-FF917B82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755" y="3942980"/>
            <a:ext cx="2887680" cy="1041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69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544D4-41F6-4609-67AE-95EB979D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Slicing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167D2F-626E-B03C-979E-CE7024E4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Slicing: Still used to select a range:</a:t>
            </a:r>
            <a:br>
              <a:rPr lang="en-US" dirty="0"/>
            </a:br>
            <a:r>
              <a:rPr lang="en-US" dirty="0"/>
              <a:t>Here: First index selects 2. row.</a:t>
            </a:r>
            <a:br>
              <a:rPr lang="en-US" dirty="0"/>
            </a:br>
            <a:r>
              <a:rPr lang="en-US" dirty="0"/>
              <a:t>	   Second index selects last 2 elements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Passing no numbers before and </a:t>
            </a:r>
            <a:br>
              <a:rPr lang="en-US" dirty="0"/>
            </a:br>
            <a:r>
              <a:rPr lang="en-US" dirty="0"/>
              <a:t>after “:” returns everything:</a:t>
            </a:r>
          </a:p>
          <a:p>
            <a:endParaRPr lang="en-US" dirty="0"/>
          </a:p>
          <a:p>
            <a:r>
              <a:rPr lang="en-US" dirty="0"/>
              <a:t>How to extract [3, 6]? Select all</a:t>
            </a:r>
            <a:br>
              <a:rPr lang="en-US" dirty="0"/>
            </a:br>
            <a:r>
              <a:rPr lang="en-US" dirty="0"/>
              <a:t> rows and the last column:</a:t>
            </a:r>
          </a:p>
          <a:p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1B22BA-10FD-7248-B91D-EAF00B64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617" y="879284"/>
            <a:ext cx="3901126" cy="1398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36CC87E-CB5A-C6D0-2C0A-D96E4E0D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653" y="3182211"/>
            <a:ext cx="3182232" cy="1398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77FB561-0C0B-5CE9-6A3B-7AED0A3CB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722" y="5094624"/>
            <a:ext cx="3781938" cy="1398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649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E28FB-AA60-7453-2E82-F44D6744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Useful 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0F52C-ECA1-305B-E431-B355A5DF8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Transpose: .T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Flatten: .flatten()</a:t>
            </a:r>
          </a:p>
          <a:p>
            <a:endParaRPr lang="en-US" dirty="0"/>
          </a:p>
          <a:p>
            <a:r>
              <a:rPr lang="en-US" dirty="0"/>
              <a:t>Concatenate: </a:t>
            </a:r>
            <a:r>
              <a:rPr lang="en-US" dirty="0" err="1"/>
              <a:t>np.concatenate</a:t>
            </a:r>
            <a:r>
              <a:rPr lang="en-US" dirty="0"/>
              <a:t>((tuple of arrays))</a:t>
            </a:r>
          </a:p>
          <a:p>
            <a:endParaRPr lang="en-US" dirty="0"/>
          </a:p>
          <a:p>
            <a:r>
              <a:rPr lang="en-US" dirty="0"/>
              <a:t>A ton more functions can be found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BDB6A5-8D6C-5353-7F2E-6BE10160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594"/>
          <a:stretch>
            <a:fillRect/>
          </a:stretch>
        </p:blipFill>
        <p:spPr>
          <a:xfrm>
            <a:off x="7756249" y="512467"/>
            <a:ext cx="4230667" cy="722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EF9CBC-C38B-89D4-7261-07B16CC0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24"/>
          <a:stretch>
            <a:fillRect/>
          </a:stretch>
        </p:blipFill>
        <p:spPr>
          <a:xfrm>
            <a:off x="4413862" y="1565062"/>
            <a:ext cx="3647792" cy="1129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76A3E81-EAB2-2B22-0D66-01CF06706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239" y="3188931"/>
            <a:ext cx="3154620" cy="705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166A3BC-EA5E-ABC1-8AC2-FB80EF423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496" y="4001294"/>
            <a:ext cx="3505689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08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325BA-5A79-816A-9AC4-DA7A9FB7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2D – Plots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A6E4A-304F-2EBD-7DD7-8D4D7D9FF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4412" cy="4351338"/>
          </a:xfrm>
        </p:spPr>
        <p:txBody>
          <a:bodyPr/>
          <a:lstStyle/>
          <a:p>
            <a:r>
              <a:rPr lang="en-US" dirty="0" err="1">
                <a:highlight>
                  <a:srgbClr val="C0C0C0"/>
                </a:highlight>
              </a:rPr>
              <a:t>imshow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plots an image of a 2D array:</a:t>
            </a:r>
          </a:p>
          <a:p>
            <a:pPr lvl="1"/>
            <a:r>
              <a:rPr lang="en-US" dirty="0"/>
              <a:t>The color of a pixel represents the value.</a:t>
            </a:r>
          </a:p>
          <a:p>
            <a:pPr lvl="1"/>
            <a:r>
              <a:rPr lang="en-US" dirty="0"/>
              <a:t>The optional argument “</a:t>
            </a:r>
            <a:r>
              <a:rPr lang="en-US" dirty="0">
                <a:highlight>
                  <a:srgbClr val="C0C0C0"/>
                </a:highlight>
              </a:rPr>
              <a:t>extent</a:t>
            </a:r>
            <a:r>
              <a:rPr lang="en-US" dirty="0"/>
              <a:t>” takes a tuple </a:t>
            </a:r>
            <a:r>
              <a:rPr lang="en-US" dirty="0">
                <a:highlight>
                  <a:srgbClr val="C0C0C0"/>
                </a:highlight>
              </a:rPr>
              <a:t>(</a:t>
            </a:r>
            <a:r>
              <a:rPr lang="en-US" dirty="0" err="1">
                <a:highlight>
                  <a:srgbClr val="C0C0C0"/>
                </a:highlight>
              </a:rPr>
              <a:t>x_min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x_max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y_min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y_max</a:t>
            </a:r>
            <a:r>
              <a:rPr lang="en-US" dirty="0">
                <a:highlight>
                  <a:srgbClr val="C0C0C0"/>
                </a:highlight>
              </a:rPr>
              <a:t>)</a:t>
            </a:r>
            <a:r>
              <a:rPr lang="en-US" dirty="0"/>
              <a:t> the defines the x and y-scale. Default are pixel.</a:t>
            </a:r>
          </a:p>
          <a:p>
            <a:r>
              <a:rPr lang="en-US" dirty="0" err="1">
                <a:highlight>
                  <a:srgbClr val="C0C0C0"/>
                </a:highlight>
              </a:rPr>
              <a:t>colorbar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adds the scale on the side.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EDBD8EC-2FB5-9C39-7051-8277CD56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24" y="1316736"/>
            <a:ext cx="4467289" cy="4791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949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6466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5BEB19-036B-8497-E678-3F4597BF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840" y="2262029"/>
            <a:ext cx="3288320" cy="34655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470B5AE-8531-A8DB-BBE5-8915B705BDF7}"/>
              </a:ext>
            </a:extLst>
          </p:cNvPr>
          <p:cNvSpPr txBox="1"/>
          <p:nvPr/>
        </p:nvSpPr>
        <p:spPr>
          <a:xfrm>
            <a:off x="4370817" y="5921534"/>
            <a:ext cx="6547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</a:rPr>
              <a:t>[https://andrewm4894.com/2020/10/15/numpy-feature-engineering-2x-speed-up-over-pandas/]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Python Course for Physicists (And everyone else!)  Chunk 10: 2D numpy and mpl</vt:lpstr>
      <vt:lpstr>Nested Numpy Arrays:</vt:lpstr>
      <vt:lpstr>Live Coding: Creating nD Numpy Arrays</vt:lpstr>
      <vt:lpstr>The Shape</vt:lpstr>
      <vt:lpstr>Live Coding: Indexing</vt:lpstr>
      <vt:lpstr>Live Coding: Slicing</vt:lpstr>
      <vt:lpstr>Live Coding: Useful Functions</vt:lpstr>
      <vt:lpstr>Live Coding: 2D – Plots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5</cp:revision>
  <dcterms:created xsi:type="dcterms:W3CDTF">2025-08-17T13:50:44Z</dcterms:created>
  <dcterms:modified xsi:type="dcterms:W3CDTF">2025-10-08T16:04:58Z</dcterms:modified>
</cp:coreProperties>
</file>