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70" r:id="rId3"/>
    <p:sldId id="271" r:id="rId4"/>
    <p:sldId id="272" r:id="rId5"/>
    <p:sldId id="273" r:id="rId6"/>
    <p:sldId id="274" r:id="rId7"/>
    <p:sldId id="275" r:id="rId8"/>
    <p:sldId id="276" r:id="rId9"/>
    <p:sldId id="267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F9F9F74-2828-4BA6-9D21-3376AA9A158E}" v="19" dt="2025-10-06T15:12:08.3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476" autoAdjust="0"/>
  </p:normalViewPr>
  <p:slideViewPr>
    <p:cSldViewPr snapToGrid="0">
      <p:cViewPr varScale="1">
        <p:scale>
          <a:sx n="81" d="100"/>
          <a:sy n="81" d="100"/>
        </p:scale>
        <p:origin x="80" y="1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nathan Bollig" userId="8b5d0afe-f106-45e0-8c3f-fd98fa124db1" providerId="ADAL" clId="{B108959E-8160-4214-BA0D-42D2F1070C03}"/>
    <pc:docChg chg="undo custSel addSld modSld sldOrd">
      <pc:chgData name="Jonathan Bollig" userId="8b5d0afe-f106-45e0-8c3f-fd98fa124db1" providerId="ADAL" clId="{B108959E-8160-4214-BA0D-42D2F1070C03}" dt="2025-08-18T09:38:51.161" v="3588" actId="20577"/>
      <pc:docMkLst>
        <pc:docMk/>
      </pc:docMkLst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836289018" sldId="256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3656329933" sldId="257"/>
        </pc:sldMkLst>
      </pc:sldChg>
      <pc:sldChg chg="addSp delSp modSp new mod modNotesTx">
        <pc:chgData name="Jonathan Bollig" userId="8b5d0afe-f106-45e0-8c3f-fd98fa124db1" providerId="ADAL" clId="{B108959E-8160-4214-BA0D-42D2F1070C03}" dt="2025-08-18T09:08:46.312" v="2773" actId="20577"/>
        <pc:sldMkLst>
          <pc:docMk/>
          <pc:sldMk cId="544279955" sldId="258"/>
        </pc:sldMkLst>
      </pc:sldChg>
      <pc:sldChg chg="addSp modSp new mod">
        <pc:chgData name="Jonathan Bollig" userId="8b5d0afe-f106-45e0-8c3f-fd98fa124db1" providerId="ADAL" clId="{B108959E-8160-4214-BA0D-42D2F1070C03}" dt="2025-08-17T17:17:31.026" v="2605" actId="20577"/>
        <pc:sldMkLst>
          <pc:docMk/>
          <pc:sldMk cId="2169503629" sldId="259"/>
        </pc:sldMkLst>
      </pc:sldChg>
      <pc:sldChg chg="modSp new mod">
        <pc:chgData name="Jonathan Bollig" userId="8b5d0afe-f106-45e0-8c3f-fd98fa124db1" providerId="ADAL" clId="{B108959E-8160-4214-BA0D-42D2F1070C03}" dt="2025-08-18T09:38:51.161" v="3588" actId="20577"/>
        <pc:sldMkLst>
          <pc:docMk/>
          <pc:sldMk cId="2533283895" sldId="260"/>
        </pc:sldMkLst>
      </pc:sldChg>
      <pc:sldChg chg="addSp delSp modSp new mod setBg">
        <pc:chgData name="Jonathan Bollig" userId="8b5d0afe-f106-45e0-8c3f-fd98fa124db1" providerId="ADAL" clId="{B108959E-8160-4214-BA0D-42D2F1070C03}" dt="2025-08-17T17:07:09.185" v="2483" actId="5793"/>
        <pc:sldMkLst>
          <pc:docMk/>
          <pc:sldMk cId="847849653" sldId="261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1908144578" sldId="262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4076698392" sldId="263"/>
        </pc:sldMkLst>
      </pc:sldChg>
      <pc:sldChg chg="modSp new mod">
        <pc:chgData name="Jonathan Bollig" userId="8b5d0afe-f106-45e0-8c3f-fd98fa124db1" providerId="ADAL" clId="{B108959E-8160-4214-BA0D-42D2F1070C03}" dt="2025-08-17T17:04:25.114" v="2368" actId="20577"/>
        <pc:sldMkLst>
          <pc:docMk/>
          <pc:sldMk cId="3708449378" sldId="264"/>
        </pc:sldMkLst>
      </pc:sldChg>
      <pc:sldChg chg="addSp delSp modSp new mod modNotesTx">
        <pc:chgData name="Jonathan Bollig" userId="8b5d0afe-f106-45e0-8c3f-fd98fa124db1" providerId="ADAL" clId="{B108959E-8160-4214-BA0D-42D2F1070C03}" dt="2025-08-18T09:38:09.362" v="3531" actId="20577"/>
        <pc:sldMkLst>
          <pc:docMk/>
          <pc:sldMk cId="933916611" sldId="265"/>
        </pc:sldMkLst>
      </pc:sldChg>
      <pc:sldChg chg="modSp new mod ord">
        <pc:chgData name="Jonathan Bollig" userId="8b5d0afe-f106-45e0-8c3f-fd98fa124db1" providerId="ADAL" clId="{B108959E-8160-4214-BA0D-42D2F1070C03}" dt="2025-08-18T09:21:09.777" v="2944" actId="20577"/>
        <pc:sldMkLst>
          <pc:docMk/>
          <pc:sldMk cId="2117799034" sldId="266"/>
        </pc:sldMkLst>
      </pc:sldChg>
    </pc:docChg>
  </pc:docChgLst>
  <pc:docChgLst>
    <pc:chgData name="Jonathan Bollig" userId="8b5d0afe-f106-45e0-8c3f-fd98fa124db1" providerId="ADAL" clId="{B2469FA9-EBD8-4834-A16D-CBF8EFC907DD}"/>
    <pc:docChg chg="undo custSel addSld delSld modSld">
      <pc:chgData name="Jonathan Bollig" userId="8b5d0afe-f106-45e0-8c3f-fd98fa124db1" providerId="ADAL" clId="{B2469FA9-EBD8-4834-A16D-CBF8EFC907DD}" dt="2025-10-07T16:42:13.436" v="1862" actId="20577"/>
      <pc:docMkLst>
        <pc:docMk/>
      </pc:docMkLst>
      <pc:sldChg chg="modSp mod">
        <pc:chgData name="Jonathan Bollig" userId="8b5d0afe-f106-45e0-8c3f-fd98fa124db1" providerId="ADAL" clId="{B2469FA9-EBD8-4834-A16D-CBF8EFC907DD}" dt="2025-10-07T16:42:13.436" v="1862" actId="20577"/>
        <pc:sldMkLst>
          <pc:docMk/>
          <pc:sldMk cId="836289018" sldId="256"/>
        </pc:sldMkLst>
        <pc:spChg chg="mod">
          <ac:chgData name="Jonathan Bollig" userId="8b5d0afe-f106-45e0-8c3f-fd98fa124db1" providerId="ADAL" clId="{B2469FA9-EBD8-4834-A16D-CBF8EFC907DD}" dt="2025-10-06T15:19:50.968" v="1478" actId="20577"/>
          <ac:spMkLst>
            <pc:docMk/>
            <pc:sldMk cId="836289018" sldId="256"/>
            <ac:spMk id="2" creationId="{40F72F59-52B3-6063-A2E3-2AA45125A99B}"/>
          </ac:spMkLst>
        </pc:spChg>
        <pc:spChg chg="mod">
          <ac:chgData name="Jonathan Bollig" userId="8b5d0afe-f106-45e0-8c3f-fd98fa124db1" providerId="ADAL" clId="{B2469FA9-EBD8-4834-A16D-CBF8EFC907DD}" dt="2025-10-07T16:42:13.436" v="1862" actId="20577"/>
          <ac:spMkLst>
            <pc:docMk/>
            <pc:sldMk cId="836289018" sldId="256"/>
            <ac:spMk id="3" creationId="{62F76653-44B5-8707-B179-FDB90CB514B7}"/>
          </ac:spMkLst>
        </pc:spChg>
      </pc:sldChg>
      <pc:sldChg chg="add del">
        <pc:chgData name="Jonathan Bollig" userId="8b5d0afe-f106-45e0-8c3f-fd98fa124db1" providerId="ADAL" clId="{B2469FA9-EBD8-4834-A16D-CBF8EFC907DD}" dt="2025-10-01T19:19:23.559" v="15" actId="47"/>
        <pc:sldMkLst>
          <pc:docMk/>
          <pc:sldMk cId="2169503629" sldId="259"/>
        </pc:sldMkLst>
      </pc:sldChg>
      <pc:sldChg chg="del">
        <pc:chgData name="Jonathan Bollig" userId="8b5d0afe-f106-45e0-8c3f-fd98fa124db1" providerId="ADAL" clId="{B2469FA9-EBD8-4834-A16D-CBF8EFC907DD}" dt="2025-09-29T18:19:05.919" v="10" actId="47"/>
        <pc:sldMkLst>
          <pc:docMk/>
          <pc:sldMk cId="932306145" sldId="260"/>
        </pc:sldMkLst>
      </pc:sldChg>
      <pc:sldChg chg="modSp add mod">
        <pc:chgData name="Jonathan Bollig" userId="8b5d0afe-f106-45e0-8c3f-fd98fa124db1" providerId="ADAL" clId="{B2469FA9-EBD8-4834-A16D-CBF8EFC907DD}" dt="2025-10-06T13:27:25.224" v="281" actId="790"/>
        <pc:sldMkLst>
          <pc:docMk/>
          <pc:sldMk cId="2138807736" sldId="267"/>
        </pc:sldMkLst>
        <pc:spChg chg="mod">
          <ac:chgData name="Jonathan Bollig" userId="8b5d0afe-f106-45e0-8c3f-fd98fa124db1" providerId="ADAL" clId="{B2469FA9-EBD8-4834-A16D-CBF8EFC907DD}" dt="2025-10-06T13:27:25.224" v="281" actId="790"/>
          <ac:spMkLst>
            <pc:docMk/>
            <pc:sldMk cId="2138807736" sldId="267"/>
            <ac:spMk id="2" creationId="{4264A0F1-7BC6-1BD9-7CBF-4AC55674DB61}"/>
          </ac:spMkLst>
        </pc:spChg>
        <pc:spChg chg="mod">
          <ac:chgData name="Jonathan Bollig" userId="8b5d0afe-f106-45e0-8c3f-fd98fa124db1" providerId="ADAL" clId="{B2469FA9-EBD8-4834-A16D-CBF8EFC907DD}" dt="2025-10-06T13:27:25.224" v="281" actId="790"/>
          <ac:spMkLst>
            <pc:docMk/>
            <pc:sldMk cId="2138807736" sldId="267"/>
            <ac:spMk id="3" creationId="{F470B5AE-8531-A8DB-BBE5-8915B705BDF7}"/>
          </ac:spMkLst>
        </pc:spChg>
      </pc:sldChg>
      <pc:sldChg chg="add del">
        <pc:chgData name="Jonathan Bollig" userId="8b5d0afe-f106-45e0-8c3f-fd98fa124db1" providerId="ADAL" clId="{B2469FA9-EBD8-4834-A16D-CBF8EFC907DD}" dt="2025-10-02T22:34:59.093" v="17" actId="47"/>
        <pc:sldMkLst>
          <pc:docMk/>
          <pc:sldMk cId="2385805343" sldId="268"/>
        </pc:sldMkLst>
      </pc:sldChg>
      <pc:sldChg chg="modSp add del mod">
        <pc:chgData name="Jonathan Bollig" userId="8b5d0afe-f106-45e0-8c3f-fd98fa124db1" providerId="ADAL" clId="{B2469FA9-EBD8-4834-A16D-CBF8EFC907DD}" dt="2025-10-06T21:38:19.489" v="1860" actId="47"/>
        <pc:sldMkLst>
          <pc:docMk/>
          <pc:sldMk cId="2113368255" sldId="269"/>
        </pc:sldMkLst>
        <pc:spChg chg="mod">
          <ac:chgData name="Jonathan Bollig" userId="8b5d0afe-f106-45e0-8c3f-fd98fa124db1" providerId="ADAL" clId="{B2469FA9-EBD8-4834-A16D-CBF8EFC907DD}" dt="2025-10-06T13:27:25.224" v="281" actId="790"/>
          <ac:spMkLst>
            <pc:docMk/>
            <pc:sldMk cId="2113368255" sldId="269"/>
            <ac:spMk id="2" creationId="{6F7A0B5F-607C-4C36-ECF8-BBF9DF9AD9EA}"/>
          </ac:spMkLst>
        </pc:spChg>
        <pc:spChg chg="mod">
          <ac:chgData name="Jonathan Bollig" userId="8b5d0afe-f106-45e0-8c3f-fd98fa124db1" providerId="ADAL" clId="{B2469FA9-EBD8-4834-A16D-CBF8EFC907DD}" dt="2025-10-06T13:27:25.224" v="281" actId="790"/>
          <ac:spMkLst>
            <pc:docMk/>
            <pc:sldMk cId="2113368255" sldId="269"/>
            <ac:spMk id="3" creationId="{90A723FE-AE4A-BC31-F8DA-B479D4E846FF}"/>
          </ac:spMkLst>
        </pc:spChg>
        <pc:spChg chg="mod">
          <ac:chgData name="Jonathan Bollig" userId="8b5d0afe-f106-45e0-8c3f-fd98fa124db1" providerId="ADAL" clId="{B2469FA9-EBD8-4834-A16D-CBF8EFC907DD}" dt="2025-10-06T13:27:25.224" v="281" actId="790"/>
          <ac:spMkLst>
            <pc:docMk/>
            <pc:sldMk cId="2113368255" sldId="269"/>
            <ac:spMk id="4" creationId="{C9816F8C-2CA1-8B84-0DEF-2559334845CB}"/>
          </ac:spMkLst>
        </pc:spChg>
        <pc:spChg chg="mod">
          <ac:chgData name="Jonathan Bollig" userId="8b5d0afe-f106-45e0-8c3f-fd98fa124db1" providerId="ADAL" clId="{B2469FA9-EBD8-4834-A16D-CBF8EFC907DD}" dt="2025-10-06T13:27:25.224" v="281" actId="790"/>
          <ac:spMkLst>
            <pc:docMk/>
            <pc:sldMk cId="2113368255" sldId="269"/>
            <ac:spMk id="6" creationId="{5E6DDA9F-0028-564A-CF76-8B73FC5D9E16}"/>
          </ac:spMkLst>
        </pc:spChg>
        <pc:spChg chg="mod">
          <ac:chgData name="Jonathan Bollig" userId="8b5d0afe-f106-45e0-8c3f-fd98fa124db1" providerId="ADAL" clId="{B2469FA9-EBD8-4834-A16D-CBF8EFC907DD}" dt="2025-10-06T13:27:25.224" v="281" actId="790"/>
          <ac:spMkLst>
            <pc:docMk/>
            <pc:sldMk cId="2113368255" sldId="269"/>
            <ac:spMk id="7" creationId="{06B693C6-94D4-23F4-7106-30393D062896}"/>
          </ac:spMkLst>
        </pc:spChg>
        <pc:spChg chg="mod">
          <ac:chgData name="Jonathan Bollig" userId="8b5d0afe-f106-45e0-8c3f-fd98fa124db1" providerId="ADAL" clId="{B2469FA9-EBD8-4834-A16D-CBF8EFC907DD}" dt="2025-10-06T13:27:25.224" v="281" actId="790"/>
          <ac:spMkLst>
            <pc:docMk/>
            <pc:sldMk cId="2113368255" sldId="269"/>
            <ac:spMk id="9" creationId="{0048013B-D3D4-9DD6-10CF-DB86C4AFBFF0}"/>
          </ac:spMkLst>
        </pc:spChg>
        <pc:spChg chg="mod">
          <ac:chgData name="Jonathan Bollig" userId="8b5d0afe-f106-45e0-8c3f-fd98fa124db1" providerId="ADAL" clId="{B2469FA9-EBD8-4834-A16D-CBF8EFC907DD}" dt="2025-10-06T13:27:25.224" v="281" actId="790"/>
          <ac:spMkLst>
            <pc:docMk/>
            <pc:sldMk cId="2113368255" sldId="269"/>
            <ac:spMk id="13" creationId="{80C7A375-7DDA-A52D-3BA8-089D75D54106}"/>
          </ac:spMkLst>
        </pc:spChg>
        <pc:spChg chg="mod">
          <ac:chgData name="Jonathan Bollig" userId="8b5d0afe-f106-45e0-8c3f-fd98fa124db1" providerId="ADAL" clId="{B2469FA9-EBD8-4834-A16D-CBF8EFC907DD}" dt="2025-10-06T13:27:25.224" v="281" actId="790"/>
          <ac:spMkLst>
            <pc:docMk/>
            <pc:sldMk cId="2113368255" sldId="269"/>
            <ac:spMk id="15" creationId="{8539BDFF-620A-94E9-43C3-7C15B136A22B}"/>
          </ac:spMkLst>
        </pc:spChg>
        <pc:spChg chg="mod">
          <ac:chgData name="Jonathan Bollig" userId="8b5d0afe-f106-45e0-8c3f-fd98fa124db1" providerId="ADAL" clId="{B2469FA9-EBD8-4834-A16D-CBF8EFC907DD}" dt="2025-10-06T13:27:25.224" v="281" actId="790"/>
          <ac:spMkLst>
            <pc:docMk/>
            <pc:sldMk cId="2113368255" sldId="269"/>
            <ac:spMk id="17" creationId="{72C21F83-4BE3-E6D6-93C2-57E32FFAAD83}"/>
          </ac:spMkLst>
        </pc:spChg>
        <pc:spChg chg="mod">
          <ac:chgData name="Jonathan Bollig" userId="8b5d0afe-f106-45e0-8c3f-fd98fa124db1" providerId="ADAL" clId="{B2469FA9-EBD8-4834-A16D-CBF8EFC907DD}" dt="2025-10-06T13:27:25.224" v="281" actId="790"/>
          <ac:spMkLst>
            <pc:docMk/>
            <pc:sldMk cId="2113368255" sldId="269"/>
            <ac:spMk id="19" creationId="{B2DF59B8-D001-974D-22E2-DC146E9521D9}"/>
          </ac:spMkLst>
        </pc:spChg>
      </pc:sldChg>
      <pc:sldChg chg="addSp modSp mod">
        <pc:chgData name="Jonathan Bollig" userId="8b5d0afe-f106-45e0-8c3f-fd98fa124db1" providerId="ADAL" clId="{B2469FA9-EBD8-4834-A16D-CBF8EFC907DD}" dt="2025-10-06T13:27:25.224" v="281" actId="790"/>
        <pc:sldMkLst>
          <pc:docMk/>
          <pc:sldMk cId="533232473" sldId="270"/>
        </pc:sldMkLst>
        <pc:spChg chg="mod">
          <ac:chgData name="Jonathan Bollig" userId="8b5d0afe-f106-45e0-8c3f-fd98fa124db1" providerId="ADAL" clId="{B2469FA9-EBD8-4834-A16D-CBF8EFC907DD}" dt="2025-10-06T13:27:25.224" v="281" actId="790"/>
          <ac:spMkLst>
            <pc:docMk/>
            <pc:sldMk cId="533232473" sldId="270"/>
            <ac:spMk id="2" creationId="{4DDBC037-8FC4-A4AE-72ED-634BBC0D6F93}"/>
          </ac:spMkLst>
        </pc:spChg>
        <pc:spChg chg="mod">
          <ac:chgData name="Jonathan Bollig" userId="8b5d0afe-f106-45e0-8c3f-fd98fa124db1" providerId="ADAL" clId="{B2469FA9-EBD8-4834-A16D-CBF8EFC907DD}" dt="2025-10-06T13:27:25.224" v="281" actId="790"/>
          <ac:spMkLst>
            <pc:docMk/>
            <pc:sldMk cId="533232473" sldId="270"/>
            <ac:spMk id="3" creationId="{50FF0126-F541-A68C-14D8-2556A6372EC4}"/>
          </ac:spMkLst>
        </pc:spChg>
        <pc:picChg chg="mod">
          <ac:chgData name="Jonathan Bollig" userId="8b5d0afe-f106-45e0-8c3f-fd98fa124db1" providerId="ADAL" clId="{B2469FA9-EBD8-4834-A16D-CBF8EFC907DD}" dt="2025-10-06T13:13:05.379" v="128" actId="1076"/>
          <ac:picMkLst>
            <pc:docMk/>
            <pc:sldMk cId="533232473" sldId="270"/>
            <ac:picMk id="5" creationId="{91A01939-5305-A5A7-1425-3C34955EDDF0}"/>
          </ac:picMkLst>
        </pc:picChg>
        <pc:picChg chg="add mod">
          <ac:chgData name="Jonathan Bollig" userId="8b5d0afe-f106-45e0-8c3f-fd98fa124db1" providerId="ADAL" clId="{B2469FA9-EBD8-4834-A16D-CBF8EFC907DD}" dt="2025-10-06T13:13:03.239" v="127" actId="1076"/>
          <ac:picMkLst>
            <pc:docMk/>
            <pc:sldMk cId="533232473" sldId="270"/>
            <ac:picMk id="6" creationId="{7D003582-7F6B-A51B-FF1D-447E3212646E}"/>
          </ac:picMkLst>
        </pc:picChg>
        <pc:picChg chg="mod">
          <ac:chgData name="Jonathan Bollig" userId="8b5d0afe-f106-45e0-8c3f-fd98fa124db1" providerId="ADAL" clId="{B2469FA9-EBD8-4834-A16D-CBF8EFC907DD}" dt="2025-10-06T13:12:50.264" v="122" actId="1076"/>
          <ac:picMkLst>
            <pc:docMk/>
            <pc:sldMk cId="533232473" sldId="270"/>
            <ac:picMk id="7" creationId="{30FD60C7-9CD8-C6A4-96C6-836FE69EB696}"/>
          </ac:picMkLst>
        </pc:picChg>
        <pc:picChg chg="add mod">
          <ac:chgData name="Jonathan Bollig" userId="8b5d0afe-f106-45e0-8c3f-fd98fa124db1" providerId="ADAL" clId="{B2469FA9-EBD8-4834-A16D-CBF8EFC907DD}" dt="2025-10-06T13:14:30.174" v="131" actId="14100"/>
          <ac:picMkLst>
            <pc:docMk/>
            <pc:sldMk cId="533232473" sldId="270"/>
            <ac:picMk id="9" creationId="{E2E4F341-AA0E-1DE9-D181-4459E5E1402B}"/>
          </ac:picMkLst>
        </pc:picChg>
      </pc:sldChg>
      <pc:sldChg chg="addSp modSp new mod">
        <pc:chgData name="Jonathan Bollig" userId="8b5d0afe-f106-45e0-8c3f-fd98fa124db1" providerId="ADAL" clId="{B2469FA9-EBD8-4834-A16D-CBF8EFC907DD}" dt="2025-10-06T13:27:47.620" v="297" actId="313"/>
        <pc:sldMkLst>
          <pc:docMk/>
          <pc:sldMk cId="4049268828" sldId="271"/>
        </pc:sldMkLst>
        <pc:spChg chg="mod">
          <ac:chgData name="Jonathan Bollig" userId="8b5d0afe-f106-45e0-8c3f-fd98fa124db1" providerId="ADAL" clId="{B2469FA9-EBD8-4834-A16D-CBF8EFC907DD}" dt="2025-10-06T13:27:25.224" v="281" actId="790"/>
          <ac:spMkLst>
            <pc:docMk/>
            <pc:sldMk cId="4049268828" sldId="271"/>
            <ac:spMk id="2" creationId="{FA9947CC-ED6E-01EA-F6FD-BBF3DFACB808}"/>
          </ac:spMkLst>
        </pc:spChg>
        <pc:spChg chg="mod">
          <ac:chgData name="Jonathan Bollig" userId="8b5d0afe-f106-45e0-8c3f-fd98fa124db1" providerId="ADAL" clId="{B2469FA9-EBD8-4834-A16D-CBF8EFC907DD}" dt="2025-10-06T13:27:47.620" v="297" actId="313"/>
          <ac:spMkLst>
            <pc:docMk/>
            <pc:sldMk cId="4049268828" sldId="271"/>
            <ac:spMk id="3" creationId="{A0D119FF-936E-8697-58F8-3C8BFB303129}"/>
          </ac:spMkLst>
        </pc:spChg>
        <pc:picChg chg="add mod">
          <ac:chgData name="Jonathan Bollig" userId="8b5d0afe-f106-45e0-8c3f-fd98fa124db1" providerId="ADAL" clId="{B2469FA9-EBD8-4834-A16D-CBF8EFC907DD}" dt="2025-10-06T13:23:49.744" v="232" actId="14100"/>
          <ac:picMkLst>
            <pc:docMk/>
            <pc:sldMk cId="4049268828" sldId="271"/>
            <ac:picMk id="5" creationId="{EA536067-7604-5059-B10F-2ECB23798D52}"/>
          </ac:picMkLst>
        </pc:picChg>
      </pc:sldChg>
      <pc:sldChg chg="addSp modSp new mod">
        <pc:chgData name="Jonathan Bollig" userId="8b5d0afe-f106-45e0-8c3f-fd98fa124db1" providerId="ADAL" clId="{B2469FA9-EBD8-4834-A16D-CBF8EFC907DD}" dt="2025-10-06T15:06:26.671" v="1344" actId="20577"/>
        <pc:sldMkLst>
          <pc:docMk/>
          <pc:sldMk cId="1978989670" sldId="272"/>
        </pc:sldMkLst>
        <pc:spChg chg="mod">
          <ac:chgData name="Jonathan Bollig" userId="8b5d0afe-f106-45e0-8c3f-fd98fa124db1" providerId="ADAL" clId="{B2469FA9-EBD8-4834-A16D-CBF8EFC907DD}" dt="2025-10-06T13:27:25.224" v="281" actId="790"/>
          <ac:spMkLst>
            <pc:docMk/>
            <pc:sldMk cId="1978989670" sldId="272"/>
            <ac:spMk id="2" creationId="{25E3646C-63FB-2B53-6EF1-3A4D40DCC900}"/>
          </ac:spMkLst>
        </pc:spChg>
        <pc:spChg chg="mod">
          <ac:chgData name="Jonathan Bollig" userId="8b5d0afe-f106-45e0-8c3f-fd98fa124db1" providerId="ADAL" clId="{B2469FA9-EBD8-4834-A16D-CBF8EFC907DD}" dt="2025-10-06T15:06:26.671" v="1344" actId="20577"/>
          <ac:spMkLst>
            <pc:docMk/>
            <pc:sldMk cId="1978989670" sldId="272"/>
            <ac:spMk id="3" creationId="{5A219DE5-79C0-DEF2-7773-A53020941D24}"/>
          </ac:spMkLst>
        </pc:spChg>
        <pc:picChg chg="add mod">
          <ac:chgData name="Jonathan Bollig" userId="8b5d0afe-f106-45e0-8c3f-fd98fa124db1" providerId="ADAL" clId="{B2469FA9-EBD8-4834-A16D-CBF8EFC907DD}" dt="2025-10-06T13:33:59.472" v="391" actId="1076"/>
          <ac:picMkLst>
            <pc:docMk/>
            <pc:sldMk cId="1978989670" sldId="272"/>
            <ac:picMk id="4" creationId="{8AC5EAE0-2E57-0459-EF23-BF30B98DD5C1}"/>
          </ac:picMkLst>
        </pc:picChg>
        <pc:picChg chg="add mod">
          <ac:chgData name="Jonathan Bollig" userId="8b5d0afe-f106-45e0-8c3f-fd98fa124db1" providerId="ADAL" clId="{B2469FA9-EBD8-4834-A16D-CBF8EFC907DD}" dt="2025-10-06T13:33:17.228" v="363" actId="1076"/>
          <ac:picMkLst>
            <pc:docMk/>
            <pc:sldMk cId="1978989670" sldId="272"/>
            <ac:picMk id="5" creationId="{E586193B-FDEE-042D-D674-ED13BD96E1C0}"/>
          </ac:picMkLst>
        </pc:picChg>
        <pc:picChg chg="add mod">
          <ac:chgData name="Jonathan Bollig" userId="8b5d0afe-f106-45e0-8c3f-fd98fa124db1" providerId="ADAL" clId="{B2469FA9-EBD8-4834-A16D-CBF8EFC907DD}" dt="2025-10-06T13:33:57.176" v="390" actId="1076"/>
          <ac:picMkLst>
            <pc:docMk/>
            <pc:sldMk cId="1978989670" sldId="272"/>
            <ac:picMk id="6" creationId="{4E46E8B1-432D-8BAA-D1F9-3FB846D7E6B4}"/>
          </ac:picMkLst>
        </pc:picChg>
        <pc:picChg chg="add mod">
          <ac:chgData name="Jonathan Bollig" userId="8b5d0afe-f106-45e0-8c3f-fd98fa124db1" providerId="ADAL" clId="{B2469FA9-EBD8-4834-A16D-CBF8EFC907DD}" dt="2025-10-06T13:37:21.888" v="580" actId="14100"/>
          <ac:picMkLst>
            <pc:docMk/>
            <pc:sldMk cId="1978989670" sldId="272"/>
            <ac:picMk id="14" creationId="{8B83301A-C478-2BB8-289D-25A7CAC9FBF1}"/>
          </ac:picMkLst>
        </pc:picChg>
        <pc:cxnChg chg="add mod">
          <ac:chgData name="Jonathan Bollig" userId="8b5d0afe-f106-45e0-8c3f-fd98fa124db1" providerId="ADAL" clId="{B2469FA9-EBD8-4834-A16D-CBF8EFC907DD}" dt="2025-10-06T13:35:07.934" v="519" actId="1076"/>
          <ac:cxnSpMkLst>
            <pc:docMk/>
            <pc:sldMk cId="1978989670" sldId="272"/>
            <ac:cxnSpMk id="7" creationId="{5E2D173B-202D-A52E-39BD-4AC6679D80D8}"/>
          </ac:cxnSpMkLst>
        </pc:cxnChg>
        <pc:cxnChg chg="add mod">
          <ac:chgData name="Jonathan Bollig" userId="8b5d0afe-f106-45e0-8c3f-fd98fa124db1" providerId="ADAL" clId="{B2469FA9-EBD8-4834-A16D-CBF8EFC907DD}" dt="2025-10-06T13:35:15.929" v="522" actId="1076"/>
          <ac:cxnSpMkLst>
            <pc:docMk/>
            <pc:sldMk cId="1978989670" sldId="272"/>
            <ac:cxnSpMk id="9" creationId="{DE039136-CF2A-C532-4874-50D7B17D5FD3}"/>
          </ac:cxnSpMkLst>
        </pc:cxnChg>
        <pc:cxnChg chg="add mod">
          <ac:chgData name="Jonathan Bollig" userId="8b5d0afe-f106-45e0-8c3f-fd98fa124db1" providerId="ADAL" clId="{B2469FA9-EBD8-4834-A16D-CBF8EFC907DD}" dt="2025-10-06T13:35:19.988" v="524" actId="14100"/>
          <ac:cxnSpMkLst>
            <pc:docMk/>
            <pc:sldMk cId="1978989670" sldId="272"/>
            <ac:cxnSpMk id="10" creationId="{9FD820C5-110D-FABF-8A23-ADEA98A8E845}"/>
          </ac:cxnSpMkLst>
        </pc:cxnChg>
      </pc:sldChg>
      <pc:sldChg chg="addSp modSp new mod">
        <pc:chgData name="Jonathan Bollig" userId="8b5d0afe-f106-45e0-8c3f-fd98fa124db1" providerId="ADAL" clId="{B2469FA9-EBD8-4834-A16D-CBF8EFC907DD}" dt="2025-10-06T14:46:03.806" v="947" actId="5793"/>
        <pc:sldMkLst>
          <pc:docMk/>
          <pc:sldMk cId="3857697762" sldId="273"/>
        </pc:sldMkLst>
        <pc:spChg chg="mod">
          <ac:chgData name="Jonathan Bollig" userId="8b5d0afe-f106-45e0-8c3f-fd98fa124db1" providerId="ADAL" clId="{B2469FA9-EBD8-4834-A16D-CBF8EFC907DD}" dt="2025-10-06T14:45:41.062" v="920" actId="20577"/>
          <ac:spMkLst>
            <pc:docMk/>
            <pc:sldMk cId="3857697762" sldId="273"/>
            <ac:spMk id="2" creationId="{56EBE4E5-8BE9-F55D-7184-99D967712F21}"/>
          </ac:spMkLst>
        </pc:spChg>
        <pc:spChg chg="mod">
          <ac:chgData name="Jonathan Bollig" userId="8b5d0afe-f106-45e0-8c3f-fd98fa124db1" providerId="ADAL" clId="{B2469FA9-EBD8-4834-A16D-CBF8EFC907DD}" dt="2025-10-06T14:46:03.806" v="947" actId="5793"/>
          <ac:spMkLst>
            <pc:docMk/>
            <pc:sldMk cId="3857697762" sldId="273"/>
            <ac:spMk id="3" creationId="{ECAE387D-0559-3F2D-8AD8-10FADE825A1D}"/>
          </ac:spMkLst>
        </pc:spChg>
        <pc:picChg chg="add mod">
          <ac:chgData name="Jonathan Bollig" userId="8b5d0afe-f106-45e0-8c3f-fd98fa124db1" providerId="ADAL" clId="{B2469FA9-EBD8-4834-A16D-CBF8EFC907DD}" dt="2025-10-06T14:43:59.817" v="829" actId="1076"/>
          <ac:picMkLst>
            <pc:docMk/>
            <pc:sldMk cId="3857697762" sldId="273"/>
            <ac:picMk id="5" creationId="{E29E1218-CFFA-4A9D-402A-18DA09DABBCA}"/>
          </ac:picMkLst>
        </pc:picChg>
        <pc:picChg chg="add mod">
          <ac:chgData name="Jonathan Bollig" userId="8b5d0afe-f106-45e0-8c3f-fd98fa124db1" providerId="ADAL" clId="{B2469FA9-EBD8-4834-A16D-CBF8EFC907DD}" dt="2025-10-06T14:44:13.828" v="834" actId="1076"/>
          <ac:picMkLst>
            <pc:docMk/>
            <pc:sldMk cId="3857697762" sldId="273"/>
            <ac:picMk id="7" creationId="{5F31C125-122E-03F3-73E1-FF917B82A461}"/>
          </ac:picMkLst>
        </pc:picChg>
      </pc:sldChg>
      <pc:sldChg chg="new del">
        <pc:chgData name="Jonathan Bollig" userId="8b5d0afe-f106-45e0-8c3f-fd98fa124db1" providerId="ADAL" clId="{B2469FA9-EBD8-4834-A16D-CBF8EFC907DD}" dt="2025-10-06T14:42:12.300" v="765" actId="47"/>
        <pc:sldMkLst>
          <pc:docMk/>
          <pc:sldMk cId="954294730" sldId="274"/>
        </pc:sldMkLst>
      </pc:sldChg>
      <pc:sldChg chg="addSp delSp modSp new mod">
        <pc:chgData name="Jonathan Bollig" userId="8b5d0afe-f106-45e0-8c3f-fd98fa124db1" providerId="ADAL" clId="{B2469FA9-EBD8-4834-A16D-CBF8EFC907DD}" dt="2025-10-06T15:01:20.284" v="1233" actId="1440"/>
        <pc:sldMkLst>
          <pc:docMk/>
          <pc:sldMk cId="3346491520" sldId="274"/>
        </pc:sldMkLst>
        <pc:spChg chg="mod">
          <ac:chgData name="Jonathan Bollig" userId="8b5d0afe-f106-45e0-8c3f-fd98fa124db1" providerId="ADAL" clId="{B2469FA9-EBD8-4834-A16D-CBF8EFC907DD}" dt="2025-10-06T14:45:49.732" v="943" actId="20577"/>
          <ac:spMkLst>
            <pc:docMk/>
            <pc:sldMk cId="3346491520" sldId="274"/>
            <ac:spMk id="2" creationId="{806544D4-41F6-4609-67AE-95EB979D9771}"/>
          </ac:spMkLst>
        </pc:spChg>
        <pc:spChg chg="mod">
          <ac:chgData name="Jonathan Bollig" userId="8b5d0afe-f106-45e0-8c3f-fd98fa124db1" providerId="ADAL" clId="{B2469FA9-EBD8-4834-A16D-CBF8EFC907DD}" dt="2025-10-06T15:00:49.662" v="1228" actId="5793"/>
          <ac:spMkLst>
            <pc:docMk/>
            <pc:sldMk cId="3346491520" sldId="274"/>
            <ac:spMk id="3" creationId="{69167D2F-626E-B03C-979E-CE7024E48D27}"/>
          </ac:spMkLst>
        </pc:spChg>
        <pc:picChg chg="add mod">
          <ac:chgData name="Jonathan Bollig" userId="8b5d0afe-f106-45e0-8c3f-fd98fa124db1" providerId="ADAL" clId="{B2469FA9-EBD8-4834-A16D-CBF8EFC907DD}" dt="2025-10-06T14:47:21.869" v="1053" actId="1076"/>
          <ac:picMkLst>
            <pc:docMk/>
            <pc:sldMk cId="3346491520" sldId="274"/>
            <ac:picMk id="5" creationId="{101B22BA-10FD-7248-B91D-EAF00B64DABE}"/>
          </ac:picMkLst>
        </pc:picChg>
        <pc:picChg chg="add del">
          <ac:chgData name="Jonathan Bollig" userId="8b5d0afe-f106-45e0-8c3f-fd98fa124db1" providerId="ADAL" clId="{B2469FA9-EBD8-4834-A16D-CBF8EFC907DD}" dt="2025-10-06T14:48:43.891" v="1143" actId="478"/>
          <ac:picMkLst>
            <pc:docMk/>
            <pc:sldMk cId="3346491520" sldId="274"/>
            <ac:picMk id="7" creationId="{0B76271F-923C-DCD7-E17E-7AB1A5CDB4D8}"/>
          </ac:picMkLst>
        </pc:picChg>
        <pc:picChg chg="add mod">
          <ac:chgData name="Jonathan Bollig" userId="8b5d0afe-f106-45e0-8c3f-fd98fa124db1" providerId="ADAL" clId="{B2469FA9-EBD8-4834-A16D-CBF8EFC907DD}" dt="2025-10-06T15:00:53.518" v="1229" actId="1076"/>
          <ac:picMkLst>
            <pc:docMk/>
            <pc:sldMk cId="3346491520" sldId="274"/>
            <ac:picMk id="9" creationId="{336CC87E-CB5A-C6D0-2C0A-D96E4E0DACDB}"/>
          </ac:picMkLst>
        </pc:picChg>
        <pc:picChg chg="add mod">
          <ac:chgData name="Jonathan Bollig" userId="8b5d0afe-f106-45e0-8c3f-fd98fa124db1" providerId="ADAL" clId="{B2469FA9-EBD8-4834-A16D-CBF8EFC907DD}" dt="2025-10-06T15:01:20.284" v="1233" actId="1440"/>
          <ac:picMkLst>
            <pc:docMk/>
            <pc:sldMk cId="3346491520" sldId="274"/>
            <ac:picMk id="11" creationId="{877FB561-0C0B-5CE9-6A3B-7AED0A3CBD67}"/>
          </ac:picMkLst>
        </pc:picChg>
      </pc:sldChg>
      <pc:sldChg chg="new del">
        <pc:chgData name="Jonathan Bollig" userId="8b5d0afe-f106-45e0-8c3f-fd98fa124db1" providerId="ADAL" clId="{B2469FA9-EBD8-4834-A16D-CBF8EFC907DD}" dt="2025-10-06T14:42:10.464" v="764" actId="47"/>
        <pc:sldMkLst>
          <pc:docMk/>
          <pc:sldMk cId="3458543312" sldId="275"/>
        </pc:sldMkLst>
      </pc:sldChg>
      <pc:sldChg chg="addSp delSp modSp new mod">
        <pc:chgData name="Jonathan Bollig" userId="8b5d0afe-f106-45e0-8c3f-fd98fa124db1" providerId="ADAL" clId="{B2469FA9-EBD8-4834-A16D-CBF8EFC907DD}" dt="2025-10-06T15:12:09.526" v="1474" actId="20577"/>
        <pc:sldMkLst>
          <pc:docMk/>
          <pc:sldMk cId="3676085067" sldId="275"/>
        </pc:sldMkLst>
        <pc:spChg chg="mod">
          <ac:chgData name="Jonathan Bollig" userId="8b5d0afe-f106-45e0-8c3f-fd98fa124db1" providerId="ADAL" clId="{B2469FA9-EBD8-4834-A16D-CBF8EFC907DD}" dt="2025-10-06T15:02:40.432" v="1275" actId="20577"/>
          <ac:spMkLst>
            <pc:docMk/>
            <pc:sldMk cId="3676085067" sldId="275"/>
            <ac:spMk id="2" creationId="{AC5E28FB-AA60-7453-2E82-F44D67446468}"/>
          </ac:spMkLst>
        </pc:spChg>
        <pc:spChg chg="mod">
          <ac:chgData name="Jonathan Bollig" userId="8b5d0afe-f106-45e0-8c3f-fd98fa124db1" providerId="ADAL" clId="{B2469FA9-EBD8-4834-A16D-CBF8EFC907DD}" dt="2025-10-06T15:12:09.526" v="1474" actId="20577"/>
          <ac:spMkLst>
            <pc:docMk/>
            <pc:sldMk cId="3676085067" sldId="275"/>
            <ac:spMk id="3" creationId="{3640F52C-ECA1-305B-E431-B355A5DF8A61}"/>
          </ac:spMkLst>
        </pc:spChg>
        <pc:picChg chg="add del mod modCrop">
          <ac:chgData name="Jonathan Bollig" userId="8b5d0afe-f106-45e0-8c3f-fd98fa124db1" providerId="ADAL" clId="{B2469FA9-EBD8-4834-A16D-CBF8EFC907DD}" dt="2025-10-06T15:05:56.604" v="1332" actId="1076"/>
          <ac:picMkLst>
            <pc:docMk/>
            <pc:sldMk cId="3676085067" sldId="275"/>
            <ac:picMk id="5" creationId="{3FBDB6A5-8D6C-5353-7F2E-6BE10160A034}"/>
          </ac:picMkLst>
        </pc:picChg>
        <pc:picChg chg="add mod modCrop">
          <ac:chgData name="Jonathan Bollig" userId="8b5d0afe-f106-45e0-8c3f-fd98fa124db1" providerId="ADAL" clId="{B2469FA9-EBD8-4834-A16D-CBF8EFC907DD}" dt="2025-10-06T15:10:01.318" v="1356" actId="1440"/>
          <ac:picMkLst>
            <pc:docMk/>
            <pc:sldMk cId="3676085067" sldId="275"/>
            <ac:picMk id="6" creationId="{69EF9CBC-C38B-89D4-7261-07B16CC05519}"/>
          </ac:picMkLst>
        </pc:picChg>
        <pc:picChg chg="add mod">
          <ac:chgData name="Jonathan Bollig" userId="8b5d0afe-f106-45e0-8c3f-fd98fa124db1" providerId="ADAL" clId="{B2469FA9-EBD8-4834-A16D-CBF8EFC907DD}" dt="2025-10-06T15:10:01.318" v="1356" actId="1440"/>
          <ac:picMkLst>
            <pc:docMk/>
            <pc:sldMk cId="3676085067" sldId="275"/>
            <ac:picMk id="8" creationId="{F76A3E81-EAB2-2B22-0D66-01CF06706D25}"/>
          </ac:picMkLst>
        </pc:picChg>
        <pc:picChg chg="add mod">
          <ac:chgData name="Jonathan Bollig" userId="8b5d0afe-f106-45e0-8c3f-fd98fa124db1" providerId="ADAL" clId="{B2469FA9-EBD8-4834-A16D-CBF8EFC907DD}" dt="2025-10-06T15:11:06.481" v="1435" actId="1440"/>
          <ac:picMkLst>
            <pc:docMk/>
            <pc:sldMk cId="3676085067" sldId="275"/>
            <ac:picMk id="10" creationId="{5166A3BC-EA5E-ABC1-8AC2-FB80EF42352A}"/>
          </ac:picMkLst>
        </pc:picChg>
      </pc:sldChg>
      <pc:sldChg chg="addSp delSp modSp new mod">
        <pc:chgData name="Jonathan Bollig" userId="8b5d0afe-f106-45e0-8c3f-fd98fa124db1" providerId="ADAL" clId="{B2469FA9-EBD8-4834-A16D-CBF8EFC907DD}" dt="2025-10-06T21:38:07.634" v="1859" actId="20577"/>
        <pc:sldMkLst>
          <pc:docMk/>
          <pc:sldMk cId="3779496458" sldId="276"/>
        </pc:sldMkLst>
        <pc:spChg chg="mod">
          <ac:chgData name="Jonathan Bollig" userId="8b5d0afe-f106-45e0-8c3f-fd98fa124db1" providerId="ADAL" clId="{B2469FA9-EBD8-4834-A16D-CBF8EFC907DD}" dt="2025-10-06T21:38:07.634" v="1859" actId="20577"/>
          <ac:spMkLst>
            <pc:docMk/>
            <pc:sldMk cId="3779496458" sldId="276"/>
            <ac:spMk id="2" creationId="{2A7325BA-5A79-816A-9AC4-DA7A9FB72908}"/>
          </ac:spMkLst>
        </pc:spChg>
        <pc:spChg chg="mod">
          <ac:chgData name="Jonathan Bollig" userId="8b5d0afe-f106-45e0-8c3f-fd98fa124db1" providerId="ADAL" clId="{B2469FA9-EBD8-4834-A16D-CBF8EFC907DD}" dt="2025-10-06T21:37:48.546" v="1843" actId="13926"/>
          <ac:spMkLst>
            <pc:docMk/>
            <pc:sldMk cId="3779496458" sldId="276"/>
            <ac:spMk id="3" creationId="{322A6E4A-304F-2EBD-7DD7-8D4D7D9FFF6E}"/>
          </ac:spMkLst>
        </pc:spChg>
        <pc:picChg chg="add del mod">
          <ac:chgData name="Jonathan Bollig" userId="8b5d0afe-f106-45e0-8c3f-fd98fa124db1" providerId="ADAL" clId="{B2469FA9-EBD8-4834-A16D-CBF8EFC907DD}" dt="2025-10-06T21:36:20.096" v="1665" actId="478"/>
          <ac:picMkLst>
            <pc:docMk/>
            <pc:sldMk cId="3779496458" sldId="276"/>
            <ac:picMk id="5" creationId="{40679F02-D76A-1FBD-6832-067214F91959}"/>
          </ac:picMkLst>
        </pc:picChg>
        <pc:picChg chg="add mod">
          <ac:chgData name="Jonathan Bollig" userId="8b5d0afe-f106-45e0-8c3f-fd98fa124db1" providerId="ADAL" clId="{B2469FA9-EBD8-4834-A16D-CBF8EFC907DD}" dt="2025-10-06T21:36:26.070" v="1669" actId="1076"/>
          <ac:picMkLst>
            <pc:docMk/>
            <pc:sldMk cId="3779496458" sldId="276"/>
            <ac:picMk id="7" creationId="{1EDBD8EC-2FB5-9C39-7051-8277CD56D0BE}"/>
          </ac:picMkLst>
        </pc:picChg>
      </pc:sldChg>
    </pc:docChg>
  </pc:docChgLst>
  <pc:docChgLst>
    <pc:chgData name="Jonathan Bollig" userId="8b5d0afe-f106-45e0-8c3f-fd98fa124db1" providerId="ADAL" clId="{891409C9-2319-433B-8001-2E1CE368518E}"/>
    <pc:docChg chg="custSel addSld delSld modSld">
      <pc:chgData name="Jonathan Bollig" userId="8b5d0afe-f106-45e0-8c3f-fd98fa124db1" providerId="ADAL" clId="{891409C9-2319-433B-8001-2E1CE368518E}" dt="2025-08-18T13:33:56.347" v="46" actId="47"/>
      <pc:docMkLst>
        <pc:docMk/>
      </pc:docMkLst>
      <pc:sldChg chg="modSp mod">
        <pc:chgData name="Jonathan Bollig" userId="8b5d0afe-f106-45e0-8c3f-fd98fa124db1" providerId="ADAL" clId="{891409C9-2319-433B-8001-2E1CE368518E}" dt="2025-08-18T10:03:07.320" v="7" actId="20577"/>
        <pc:sldMkLst>
          <pc:docMk/>
          <pc:sldMk cId="836289018" sldId="256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3656329933" sldId="257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544279955" sldId="258"/>
        </pc:sldMkLst>
      </pc:sldChg>
      <pc:sldChg chg="delSp modSp del mod">
        <pc:chgData name="Jonathan Bollig" userId="8b5d0afe-f106-45e0-8c3f-fd98fa124db1" providerId="ADAL" clId="{891409C9-2319-433B-8001-2E1CE368518E}" dt="2025-08-18T13:33:56.347" v="46" actId="47"/>
        <pc:sldMkLst>
          <pc:docMk/>
          <pc:sldMk cId="2169503629" sldId="259"/>
        </pc:sldMkLst>
      </pc:sldChg>
      <pc:sldChg chg="add">
        <pc:chgData name="Jonathan Bollig" userId="8b5d0afe-f106-45e0-8c3f-fd98fa124db1" providerId="ADAL" clId="{891409C9-2319-433B-8001-2E1CE368518E}" dt="2025-08-18T13:33:54.473" v="45"/>
        <pc:sldMkLst>
          <pc:docMk/>
          <pc:sldMk cId="932306145" sldId="260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2533283895" sldId="260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847849653" sldId="261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1908144578" sldId="262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4076698392" sldId="263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3708449378" sldId="264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933916611" sldId="265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2117799034" sldId="26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6CA2EE-5589-4682-AD7F-744DBF1E81F5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422C3B-6429-4381-8F08-B422F3CD22B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5335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FCF529-6DEB-E4D7-0BD9-323EA01FE6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0A0E300-420E-2525-45D3-8E24E86553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4E483A-3866-69B8-A89A-06A5A3E30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807D74D-6C79-794C-3A7B-4CD9682F7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D767471-AF72-F522-F9C8-D1A8101E3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94037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F82442-23ED-51AB-B11E-C02EE9E3C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5FB6CC-3344-41C2-A7A9-FD97D9669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307B756-CC70-5D1A-65F0-BA36F617D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A85BC57-ADDF-8A28-E847-CC5388E87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9BB58D5-33D2-895E-A1A1-B41693431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1485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901EFF-BBAC-2399-8E9A-E8BAA4E44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2BE4AE0-C619-049A-0BFF-AABE41A1A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797E34-3D02-2C07-C28B-87084EE45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153033-0611-C734-89B6-24CF035A1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752151C-1EF6-0973-739A-CBA570628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12549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3067E4-4EE1-0B07-E683-D619F240D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B02DFB-CB33-5ECE-A637-0EBDBC1A75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303045C-02DD-7BE7-9D86-2EE9AC88C4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DC612DC-44A9-D801-F1BC-F14FD9587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08FCD2-BFCE-54F3-9D30-4AA255654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735D20-9B8C-8A3B-63B6-035CC49E2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6976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5CBE7C-525A-D42E-E43F-0886C6464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639B155-7C21-DB95-30C2-DFCF327631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63A585B-18F2-C2E6-525C-F3883BD398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604D96C-CC87-E3F5-6F91-706502CB03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7C7A36B-3651-D77A-A0B4-353DF95295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4156916-057E-51F8-534D-84F55E027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1DEEBCE-5AD5-1E00-C91F-1DCDCF02A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89CAFB6-90CF-5D1B-FD47-FEA656B88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6234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F4A36E-BFB2-E755-260D-DC02A1158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9899B6E-645D-169A-C3CC-DACA9EC37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79B3EA0-178A-0100-B821-DBBB3C8E0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F4684F-962A-8067-27D8-5FB58870D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70768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ED9DF99-987F-078B-23F2-AD0C4F0C8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CEA8323-CC55-B01B-2104-F1FD0E3EB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A6C53B-2330-836A-D0BC-2E01904D1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230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F77C76-5BC9-E091-FC9B-7EAB5780A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D8A66E-18EF-064A-EB20-9A88AC8F46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15291D1-EE4A-7FCA-2355-022D506ABD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7E07462-E862-1A7D-3909-8E6323F76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A74FE35-B109-0707-821C-FBF101671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C136A12-4DCB-232D-7C95-F83C2777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78521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987360-94B1-2F3A-B700-56EDD9945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A9C14D8-D370-D9C7-6410-4FBED8CAE4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D3279D0-F11A-49B0-40AD-F12A7DE041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8BEC391-9770-5D80-C8C5-6C61CAD43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D7A2F6D-EA0A-15A4-4DC8-DF3E9C11F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7510ED1-8967-4C84-EA21-7BB69B1F4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5622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82EFBA-051E-825F-CC2D-B65084EF0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AECEC60-3BB2-2938-8C9A-E34393D9A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9C506D0-407A-6516-0839-997884630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ACE59F-C71F-8D11-72A2-C5901636F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9BA130-BB20-D464-AC08-B1794AD3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81425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61BD65F-595C-B872-7ED9-463BC365DC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74D87C7-FA6C-26D2-FD57-AAE3DC3ED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4B85D20-1712-38B6-B0DE-C61507896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376EB8-8D04-2976-85D4-2ADF4FA3A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540E5B9-8C2B-0AD6-70BD-4E96EAFC2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2221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3DDC3FE-CC3F-9BDA-0DA8-AC0AE97E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A997B66-C9C9-C5C2-4F68-B1ED0F53F1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C88C302-6259-AA12-6D15-F895C1B9C2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A50A006-B53F-FC11-600B-D61C8B8E3E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9E1156-7578-F688-1D91-BA880DD71E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14266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numpy.org/doc/stable/reference/routines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F72F59-52B3-6063-A2E3-2AA45125A9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Python Course for Physicists</a:t>
            </a:r>
            <a:br>
              <a:rPr lang="en-US" noProof="0" dirty="0"/>
            </a:br>
            <a:r>
              <a:rPr lang="en-US" noProof="0" dirty="0"/>
              <a:t>(And everyone else!)</a:t>
            </a:r>
            <a:br>
              <a:rPr lang="en-US" noProof="0" dirty="0"/>
            </a:br>
            <a:r>
              <a:rPr lang="en-US" noProof="0" dirty="0"/>
              <a:t>Chunk 1</a:t>
            </a:r>
            <a:r>
              <a:rPr lang="en-US"/>
              <a:t>0</a:t>
            </a:r>
            <a:r>
              <a:rPr lang="en-US" noProof="0"/>
              <a:t>: </a:t>
            </a:r>
            <a:r>
              <a:rPr lang="en-US" noProof="0" dirty="0"/>
              <a:t>2D </a:t>
            </a:r>
            <a:r>
              <a:rPr lang="en-US" noProof="0" dirty="0" err="1"/>
              <a:t>numpy</a:t>
            </a:r>
            <a:r>
              <a:rPr lang="en-US" noProof="0" dirty="0"/>
              <a:t> and </a:t>
            </a:r>
            <a:r>
              <a:rPr lang="en-US" noProof="0" dirty="0" err="1"/>
              <a:t>mpl</a:t>
            </a:r>
            <a:endParaRPr lang="en-US" noProof="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2F76653-44B5-8707-B179-FDB90CB514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By Jonathan Bollig</a:t>
            </a:r>
          </a:p>
          <a:p>
            <a:r>
              <a:rPr lang="en-US" noProof="0" dirty="0"/>
              <a:t>09.10.2025</a:t>
            </a:r>
          </a:p>
        </p:txBody>
      </p:sp>
    </p:spTree>
    <p:extLst>
      <p:ext uri="{BB962C8B-B14F-4D97-AF65-F5344CB8AC3E}">
        <p14:creationId xmlns:p14="http://schemas.microsoft.com/office/powerpoint/2010/main" val="836289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DBC037-8FC4-A4AE-72ED-634BBC0D6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Nested </a:t>
            </a:r>
            <a:r>
              <a:rPr lang="en-US" noProof="0" dirty="0" err="1"/>
              <a:t>Numpy</a:t>
            </a:r>
            <a:r>
              <a:rPr lang="en-US" noProof="0" dirty="0"/>
              <a:t> Arrays: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0FF0126-F541-A68C-14D8-2556A6372E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Possible, if we have a homogenous shape:</a:t>
            </a:r>
            <a:br>
              <a:rPr lang="en-US" noProof="0" dirty="0"/>
            </a:br>
            <a:r>
              <a:rPr lang="en-US" noProof="0" dirty="0">
                <a:sym typeface="Wingdings" panose="05000000000000000000" pitchFamily="2" charset="2"/>
              </a:rPr>
              <a:t> All “sub-lists” have the same length</a:t>
            </a:r>
            <a:br>
              <a:rPr lang="en-US" noProof="0" dirty="0">
                <a:sym typeface="Wingdings" panose="05000000000000000000" pitchFamily="2" charset="2"/>
              </a:rPr>
            </a:br>
            <a:r>
              <a:rPr lang="en-US" noProof="0" dirty="0">
                <a:sym typeface="Wingdings" panose="05000000000000000000" pitchFamily="2" charset="2"/>
              </a:rPr>
              <a:t> 1D is a vector, 2D is a Matrix, etc.</a:t>
            </a:r>
          </a:p>
          <a:p>
            <a:r>
              <a:rPr lang="en-US" noProof="0" dirty="0">
                <a:sym typeface="Wingdings" panose="05000000000000000000" pitchFamily="2" charset="2"/>
              </a:rPr>
              <a:t>Arbitrary dimensions possible</a:t>
            </a:r>
            <a:br>
              <a:rPr lang="en-US" noProof="0" dirty="0">
                <a:sym typeface="Wingdings" panose="05000000000000000000" pitchFamily="2" charset="2"/>
              </a:rPr>
            </a:br>
            <a:r>
              <a:rPr lang="en-US" noProof="0" dirty="0">
                <a:sym typeface="Wingdings" panose="05000000000000000000" pitchFamily="2" charset="2"/>
              </a:rPr>
              <a:t> shape: dimensions &amp; lengths</a:t>
            </a:r>
          </a:p>
          <a:p>
            <a:endParaRPr lang="en-US" noProof="0" dirty="0">
              <a:sym typeface="Wingdings" panose="05000000000000000000" pitchFamily="2" charset="2"/>
            </a:endParaRPr>
          </a:p>
          <a:p>
            <a:r>
              <a:rPr lang="en-US" noProof="0" dirty="0">
                <a:sym typeface="Wingdings" panose="05000000000000000000" pitchFamily="2" charset="2"/>
              </a:rPr>
              <a:t>✅</a:t>
            </a:r>
          </a:p>
          <a:p>
            <a:endParaRPr lang="en-US" noProof="0" dirty="0">
              <a:sym typeface="Wingdings" panose="05000000000000000000" pitchFamily="2" charset="2"/>
            </a:endParaRPr>
          </a:p>
          <a:p>
            <a:r>
              <a:rPr lang="en-US" noProof="0" dirty="0"/>
              <a:t>❌</a:t>
            </a:r>
            <a:endParaRPr lang="en-US" noProof="0" dirty="0">
              <a:sym typeface="Wingdings" panose="05000000000000000000" pitchFamily="2" charset="2"/>
            </a:endParaRPr>
          </a:p>
          <a:p>
            <a:endParaRPr lang="en-US" noProof="0" dirty="0">
              <a:sym typeface="Wingdings" panose="05000000000000000000" pitchFamily="2" charset="2"/>
            </a:endParaRPr>
          </a:p>
          <a:p>
            <a:endParaRPr lang="en-US" noProof="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1A01939-5305-A5A7-1425-3C34955EDD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0598" y="4089149"/>
            <a:ext cx="1348988" cy="1109651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0FD60C7-9CD8-C6A4-96C6-836FE69EB6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1181" y="4231173"/>
            <a:ext cx="1883883" cy="825606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7D003582-7F6B-A51B-FF1D-447E321264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5120" y="4231173"/>
            <a:ext cx="2707987" cy="825605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E2E4F341-AA0E-1DE9-D181-4459E5E140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31181" y="5352885"/>
            <a:ext cx="1656564" cy="846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2324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9947CC-ED6E-01EA-F6FD-BBF3DFACB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Live Coding: Creating </a:t>
            </a:r>
            <a:r>
              <a:rPr lang="en-US" noProof="0" dirty="0" err="1"/>
              <a:t>nD</a:t>
            </a:r>
            <a:r>
              <a:rPr lang="en-US" noProof="0" dirty="0"/>
              <a:t> </a:t>
            </a:r>
            <a:r>
              <a:rPr lang="en-US" noProof="0" dirty="0" err="1"/>
              <a:t>Numpy</a:t>
            </a:r>
            <a:r>
              <a:rPr lang="en-US" noProof="0" dirty="0"/>
              <a:t> Arrays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0D119FF-936E-8697-58F8-3C8BFB3031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Via List: 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Via functions:</a:t>
            </a:r>
          </a:p>
          <a:p>
            <a:pPr lvl="1"/>
            <a:r>
              <a:rPr lang="en-US" noProof="0" dirty="0" err="1">
                <a:highlight>
                  <a:srgbClr val="C0C0C0"/>
                </a:highlight>
              </a:rPr>
              <a:t>np.zeros</a:t>
            </a:r>
            <a:r>
              <a:rPr lang="en-US" noProof="0" dirty="0">
                <a:highlight>
                  <a:srgbClr val="C0C0C0"/>
                </a:highlight>
              </a:rPr>
              <a:t>(shape)</a:t>
            </a:r>
            <a:r>
              <a:rPr lang="en-US" noProof="0" dirty="0"/>
              <a:t> / </a:t>
            </a:r>
            <a:r>
              <a:rPr lang="en-US" noProof="0" dirty="0" err="1">
                <a:highlight>
                  <a:srgbClr val="C0C0C0"/>
                </a:highlight>
              </a:rPr>
              <a:t>np.ones</a:t>
            </a:r>
            <a:r>
              <a:rPr lang="en-US" noProof="0" dirty="0">
                <a:highlight>
                  <a:srgbClr val="C0C0C0"/>
                </a:highlight>
              </a:rPr>
              <a:t>(shape)</a:t>
            </a:r>
            <a:r>
              <a:rPr lang="en-US" noProof="0" dirty="0"/>
              <a:t>: Array filled with 0 / 1 of shape “shape”.</a:t>
            </a:r>
            <a:br>
              <a:rPr lang="en-US" noProof="0" dirty="0"/>
            </a:br>
            <a:endParaRPr lang="en-US" noProof="0" dirty="0"/>
          </a:p>
          <a:p>
            <a:pPr lvl="1"/>
            <a:r>
              <a:rPr lang="en-US" noProof="0" dirty="0" err="1">
                <a:highlight>
                  <a:srgbClr val="C0C0C0"/>
                </a:highlight>
              </a:rPr>
              <a:t>np.full</a:t>
            </a:r>
            <a:r>
              <a:rPr lang="en-US" noProof="0" dirty="0">
                <a:highlight>
                  <a:srgbClr val="C0C0C0"/>
                </a:highlight>
              </a:rPr>
              <a:t>(n, what)</a:t>
            </a:r>
            <a:r>
              <a:rPr lang="en-US" noProof="0" dirty="0"/>
              <a:t>: Array of </a:t>
            </a:r>
            <a:r>
              <a:rPr lang="en-US" dirty="0"/>
              <a:t>shape “shape”,</a:t>
            </a:r>
            <a:r>
              <a:rPr lang="en-US" noProof="0" dirty="0"/>
              <a:t> filled with “what“</a:t>
            </a:r>
          </a:p>
          <a:p>
            <a:endParaRPr lang="en-US" noProof="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A536067-7604-5059-B10F-2ECB23798D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1358" y="1431533"/>
            <a:ext cx="3340312" cy="17957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492688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E3646C-63FB-2B53-6EF1-3A4D40DCC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Shape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A219DE5-79C0-DEF2-7773-A53020941D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Shape is a tuple, indicating the length of every dimension / axis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Array:</a:t>
            </a:r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r>
              <a:rPr lang="en-US" dirty="0"/>
              <a:t>Shape:          (2, 3)                       (3, 2)                           (2, 2 , 2)</a:t>
            </a:r>
          </a:p>
          <a:p>
            <a:endParaRPr lang="en-US" dirty="0"/>
          </a:p>
          <a:p>
            <a:r>
              <a:rPr lang="en-US" dirty="0"/>
              <a:t>Shape can be obtained by printing </a:t>
            </a:r>
          </a:p>
          <a:p>
            <a:pPr marL="0" indent="0">
              <a:buNone/>
            </a:pPr>
            <a:endParaRPr lang="en-US" noProof="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8AC5EAE0-2E57-0459-EF23-BF30B98DD5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272" y="2612042"/>
            <a:ext cx="1348988" cy="1109651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E586193B-FDEE-042D-D674-ED13BD96E1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1519" y="2754065"/>
            <a:ext cx="1883883" cy="825606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4E46E8B1-432D-8BAA-D1F9-3FB846D7E6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2130" y="2754066"/>
            <a:ext cx="2707987" cy="825605"/>
          </a:xfrm>
          <a:prstGeom prst="rect">
            <a:avLst/>
          </a:prstGeom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5E2D173B-202D-A52E-39BD-4AC6679D80D8}"/>
              </a:ext>
            </a:extLst>
          </p:cNvPr>
          <p:cNvCxnSpPr>
            <a:cxnSpLocks/>
          </p:cNvCxnSpPr>
          <p:nvPr/>
        </p:nvCxnSpPr>
        <p:spPr>
          <a:xfrm>
            <a:off x="3052318" y="3721693"/>
            <a:ext cx="0" cy="572644"/>
          </a:xfrm>
          <a:prstGeom prst="straightConnector1">
            <a:avLst/>
          </a:prstGeom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DE039136-CF2A-C532-4874-50D7B17D5FD3}"/>
              </a:ext>
            </a:extLst>
          </p:cNvPr>
          <p:cNvCxnSpPr>
            <a:cxnSpLocks/>
          </p:cNvCxnSpPr>
          <p:nvPr/>
        </p:nvCxnSpPr>
        <p:spPr>
          <a:xfrm>
            <a:off x="5570552" y="3882354"/>
            <a:ext cx="0" cy="411983"/>
          </a:xfrm>
          <a:prstGeom prst="straightConnector1">
            <a:avLst/>
          </a:prstGeom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9FD820C5-110D-FABF-8A23-ADEA98A8E845}"/>
              </a:ext>
            </a:extLst>
          </p:cNvPr>
          <p:cNvCxnSpPr>
            <a:cxnSpLocks/>
          </p:cNvCxnSpPr>
          <p:nvPr/>
        </p:nvCxnSpPr>
        <p:spPr>
          <a:xfrm>
            <a:off x="8546123" y="3798277"/>
            <a:ext cx="0" cy="437669"/>
          </a:xfrm>
          <a:prstGeom prst="straightConnector1">
            <a:avLst/>
          </a:prstGeom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4" name="Grafik 13">
            <a:extLst>
              <a:ext uri="{FF2B5EF4-FFF2-40B4-BE49-F238E27FC236}">
                <a16:creationId xmlns:a16="http://schemas.microsoft.com/office/drawing/2014/main" id="{8B83301A-C478-2BB8-289D-25A7CAC9FB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5659" y="4859841"/>
            <a:ext cx="2801289" cy="15148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789896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EBE4E5-8BE9-F55D-7184-99D967712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Indexing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CAE387D-0559-3F2D-8AD8-10FADE825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Same as before, but dimensions can be separated by coma:</a:t>
            </a:r>
          </a:p>
          <a:p>
            <a:endParaRPr lang="en-US" dirty="0"/>
          </a:p>
          <a:p>
            <a:r>
              <a:rPr lang="en-US" dirty="0"/>
              <a:t>Absence of coma indicates first dimension:</a:t>
            </a:r>
          </a:p>
          <a:p>
            <a:endParaRPr lang="en-US" dirty="0"/>
          </a:p>
          <a:p>
            <a:r>
              <a:rPr lang="en-US" dirty="0"/>
              <a:t>With a coma, the next dimension is accessed: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29E1218-CFFA-4A9D-402A-18DA09DABB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6534" y="2524086"/>
            <a:ext cx="2887680" cy="10363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5F31C125-122E-03F3-73E1-FF917B82A4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904" y="3670308"/>
            <a:ext cx="2887680" cy="104128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57697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6544D4-41F6-4609-67AE-95EB979D97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Slicing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9167D2F-626E-B03C-979E-CE7024E48D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Slicing: Still used to select a range:</a:t>
            </a:r>
            <a:br>
              <a:rPr lang="en-US" dirty="0"/>
            </a:br>
            <a:r>
              <a:rPr lang="en-US" dirty="0"/>
              <a:t>Here: First index selects 2. row.</a:t>
            </a:r>
            <a:br>
              <a:rPr lang="en-US" dirty="0"/>
            </a:br>
            <a:r>
              <a:rPr lang="en-US" dirty="0"/>
              <a:t>	   Second index selects last 2 elements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Passing no numbers before and </a:t>
            </a:r>
            <a:br>
              <a:rPr lang="en-US" dirty="0"/>
            </a:br>
            <a:r>
              <a:rPr lang="en-US" dirty="0"/>
              <a:t>after “:” returns everything:</a:t>
            </a:r>
          </a:p>
          <a:p>
            <a:endParaRPr lang="en-US" dirty="0"/>
          </a:p>
          <a:p>
            <a:r>
              <a:rPr lang="en-US" dirty="0"/>
              <a:t>How to extract [3, 6]? Select all</a:t>
            </a:r>
            <a:br>
              <a:rPr lang="en-US" dirty="0"/>
            </a:br>
            <a:r>
              <a:rPr lang="en-US" dirty="0"/>
              <a:t> rows and the last column:</a:t>
            </a:r>
          </a:p>
          <a:p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01B22BA-10FD-7248-B91D-EAF00B64DA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7617" y="879284"/>
            <a:ext cx="3901126" cy="139825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336CC87E-CB5A-C6D0-2C0A-D96E4E0DAC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5653" y="3182211"/>
            <a:ext cx="3182232" cy="139825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877FB561-0C0B-5CE9-6A3B-7AED0A3CBD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1722" y="5094624"/>
            <a:ext cx="3781938" cy="139825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464915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5E28FB-AA60-7453-2E82-F44D67446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Useful Functions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640F52C-ECA1-305B-E431-B355A5DF8A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Transpose: .T 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Flatten: .flatten()</a:t>
            </a:r>
          </a:p>
          <a:p>
            <a:endParaRPr lang="en-US" dirty="0"/>
          </a:p>
          <a:p>
            <a:r>
              <a:rPr lang="en-US" dirty="0"/>
              <a:t>Concatenate: </a:t>
            </a:r>
            <a:r>
              <a:rPr lang="en-US" dirty="0" err="1"/>
              <a:t>np.concatenate</a:t>
            </a:r>
            <a:r>
              <a:rPr lang="en-US" dirty="0"/>
              <a:t>((tuple of arrays))</a:t>
            </a:r>
          </a:p>
          <a:p>
            <a:endParaRPr lang="en-US" dirty="0"/>
          </a:p>
          <a:p>
            <a:r>
              <a:rPr lang="en-US" dirty="0"/>
              <a:t>A ton more functions can be found </a:t>
            </a:r>
            <a:r>
              <a:rPr lang="en-US" dirty="0">
                <a:hlinkClick r:id="rId2"/>
              </a:rPr>
              <a:t>here</a:t>
            </a:r>
            <a:r>
              <a:rPr lang="en-US" dirty="0"/>
              <a:t>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FBDB6A5-8D6C-5353-7F2E-6BE10160A0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4594"/>
          <a:stretch>
            <a:fillRect/>
          </a:stretch>
        </p:blipFill>
        <p:spPr>
          <a:xfrm>
            <a:off x="7756249" y="512467"/>
            <a:ext cx="4230667" cy="72277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69EF9CBC-C38B-89D4-7261-07B16CC0551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5824"/>
          <a:stretch>
            <a:fillRect/>
          </a:stretch>
        </p:blipFill>
        <p:spPr>
          <a:xfrm>
            <a:off x="4413862" y="1565062"/>
            <a:ext cx="3647792" cy="112957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F76A3E81-EAB2-2B22-0D66-01CF06706D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6239" y="3188931"/>
            <a:ext cx="3154620" cy="7056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5166A3BC-EA5E-ABC1-8AC2-FB80EF4235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2496" y="4001294"/>
            <a:ext cx="3505689" cy="14765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760850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7325BA-5A79-816A-9AC4-DA7A9FB72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2D – Plots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22A6E4A-304F-2EBD-7DD7-8D4D7D9FFF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344412" cy="4351338"/>
          </a:xfrm>
        </p:spPr>
        <p:txBody>
          <a:bodyPr/>
          <a:lstStyle/>
          <a:p>
            <a:r>
              <a:rPr lang="en-US" dirty="0" err="1">
                <a:highlight>
                  <a:srgbClr val="C0C0C0"/>
                </a:highlight>
              </a:rPr>
              <a:t>imshow</a:t>
            </a:r>
            <a:r>
              <a:rPr lang="en-US" dirty="0">
                <a:highlight>
                  <a:srgbClr val="C0C0C0"/>
                </a:highlight>
              </a:rPr>
              <a:t>()</a:t>
            </a:r>
            <a:r>
              <a:rPr lang="en-US" dirty="0"/>
              <a:t> plots an image of a 2D array:</a:t>
            </a:r>
          </a:p>
          <a:p>
            <a:pPr lvl="1"/>
            <a:r>
              <a:rPr lang="en-US" dirty="0"/>
              <a:t>The color of a pixel represents the value.</a:t>
            </a:r>
          </a:p>
          <a:p>
            <a:pPr lvl="1"/>
            <a:r>
              <a:rPr lang="en-US" dirty="0"/>
              <a:t>The optional argument “</a:t>
            </a:r>
            <a:r>
              <a:rPr lang="en-US" dirty="0">
                <a:highlight>
                  <a:srgbClr val="C0C0C0"/>
                </a:highlight>
              </a:rPr>
              <a:t>extent</a:t>
            </a:r>
            <a:r>
              <a:rPr lang="en-US" dirty="0"/>
              <a:t>” takes a tuple </a:t>
            </a:r>
            <a:r>
              <a:rPr lang="en-US" dirty="0">
                <a:highlight>
                  <a:srgbClr val="C0C0C0"/>
                </a:highlight>
              </a:rPr>
              <a:t>(</a:t>
            </a:r>
            <a:r>
              <a:rPr lang="en-US" dirty="0" err="1">
                <a:highlight>
                  <a:srgbClr val="C0C0C0"/>
                </a:highlight>
              </a:rPr>
              <a:t>x_min</a:t>
            </a:r>
            <a:r>
              <a:rPr lang="en-US" dirty="0">
                <a:highlight>
                  <a:srgbClr val="C0C0C0"/>
                </a:highlight>
              </a:rPr>
              <a:t>, </a:t>
            </a:r>
            <a:r>
              <a:rPr lang="en-US" dirty="0" err="1">
                <a:highlight>
                  <a:srgbClr val="C0C0C0"/>
                </a:highlight>
              </a:rPr>
              <a:t>x_max</a:t>
            </a:r>
            <a:r>
              <a:rPr lang="en-US" dirty="0">
                <a:highlight>
                  <a:srgbClr val="C0C0C0"/>
                </a:highlight>
              </a:rPr>
              <a:t>, </a:t>
            </a:r>
            <a:r>
              <a:rPr lang="en-US" dirty="0" err="1">
                <a:highlight>
                  <a:srgbClr val="C0C0C0"/>
                </a:highlight>
              </a:rPr>
              <a:t>y_min</a:t>
            </a:r>
            <a:r>
              <a:rPr lang="en-US" dirty="0">
                <a:highlight>
                  <a:srgbClr val="C0C0C0"/>
                </a:highlight>
              </a:rPr>
              <a:t>, </a:t>
            </a:r>
            <a:r>
              <a:rPr lang="en-US" dirty="0" err="1">
                <a:highlight>
                  <a:srgbClr val="C0C0C0"/>
                </a:highlight>
              </a:rPr>
              <a:t>y_max</a:t>
            </a:r>
            <a:r>
              <a:rPr lang="en-US" dirty="0">
                <a:highlight>
                  <a:srgbClr val="C0C0C0"/>
                </a:highlight>
              </a:rPr>
              <a:t>)</a:t>
            </a:r>
            <a:r>
              <a:rPr lang="en-US" dirty="0"/>
              <a:t> the defines the x and y-scale. Default are pixel.</a:t>
            </a:r>
          </a:p>
          <a:p>
            <a:r>
              <a:rPr lang="en-US" dirty="0" err="1">
                <a:highlight>
                  <a:srgbClr val="C0C0C0"/>
                </a:highlight>
              </a:rPr>
              <a:t>colorbar</a:t>
            </a:r>
            <a:r>
              <a:rPr lang="en-US" dirty="0">
                <a:highlight>
                  <a:srgbClr val="C0C0C0"/>
                </a:highlight>
              </a:rPr>
              <a:t>()</a:t>
            </a:r>
            <a:r>
              <a:rPr lang="en-US" dirty="0"/>
              <a:t> adds the scale on the side.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EDBD8EC-2FB5-9C39-7051-8277CD56D0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8024" y="1316736"/>
            <a:ext cx="4467289" cy="47914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794964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64A0F1-7BC6-1BD9-7CBF-4AC55674D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30395"/>
            <a:ext cx="10515600" cy="1325563"/>
          </a:xfrm>
        </p:spPr>
        <p:txBody>
          <a:bodyPr/>
          <a:lstStyle/>
          <a:p>
            <a:pPr algn="ctr"/>
            <a:r>
              <a:rPr lang="en-US" noProof="0" dirty="0"/>
              <a:t>Good Luck with your Tasks </a:t>
            </a:r>
            <a:r>
              <a:rPr lang="en-US" noProof="0" dirty="0">
                <a:sym typeface="Wingdings" panose="05000000000000000000" pitchFamily="2" charset="2"/>
              </a:rPr>
              <a:t> </a:t>
            </a:r>
            <a:endParaRPr lang="en-US" noProof="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175BEB19-036B-8497-E678-3F4597BFF3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1840" y="2788920"/>
            <a:ext cx="3288320" cy="3465576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F470B5AE-8531-A8DB-BBE5-8915B705BDF7}"/>
              </a:ext>
            </a:extLst>
          </p:cNvPr>
          <p:cNvSpPr txBox="1"/>
          <p:nvPr/>
        </p:nvSpPr>
        <p:spPr>
          <a:xfrm>
            <a:off x="4451840" y="6414203"/>
            <a:ext cx="65479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chemeClr val="bg2">
                    <a:lumMod val="75000"/>
                  </a:schemeClr>
                </a:solidFill>
              </a:rPr>
              <a:t>[https://andrewm4894.com/2020/10/15/numpy-feature-engineering-2x-speed-up-over-pandas/]</a:t>
            </a:r>
          </a:p>
        </p:txBody>
      </p:sp>
    </p:spTree>
    <p:extLst>
      <p:ext uri="{BB962C8B-B14F-4D97-AF65-F5344CB8AC3E}">
        <p14:creationId xmlns:p14="http://schemas.microsoft.com/office/powerpoint/2010/main" val="21388077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385</Words>
  <Application>Microsoft Office PowerPoint</Application>
  <PresentationFormat>Breitbild</PresentationFormat>
  <Paragraphs>55</Paragraphs>
  <Slides>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Wingdings</vt:lpstr>
      <vt:lpstr>Office</vt:lpstr>
      <vt:lpstr>Python Course for Physicists (And everyone else!) Chunk 10: 2D numpy and mpl</vt:lpstr>
      <vt:lpstr>Nested Numpy Arrays:</vt:lpstr>
      <vt:lpstr>Live Coding: Creating nD Numpy Arrays</vt:lpstr>
      <vt:lpstr>The Shape</vt:lpstr>
      <vt:lpstr>Live Coding: Indexing</vt:lpstr>
      <vt:lpstr>Live Coding: Slicing</vt:lpstr>
      <vt:lpstr>Live Coding: Useful Functions</vt:lpstr>
      <vt:lpstr>Live Coding: 2D – Plots</vt:lpstr>
      <vt:lpstr>Good Luck with your Tasks 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Bollig</dc:creator>
  <cp:lastModifiedBy>Jonathan Bollig</cp:lastModifiedBy>
  <cp:revision>4</cp:revision>
  <dcterms:created xsi:type="dcterms:W3CDTF">2025-08-17T13:50:44Z</dcterms:created>
  <dcterms:modified xsi:type="dcterms:W3CDTF">2025-10-07T16:42:15Z</dcterms:modified>
</cp:coreProperties>
</file>