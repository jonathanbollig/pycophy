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3" r:id="rId5"/>
    <p:sldId id="274" r:id="rId6"/>
    <p:sldId id="275" r:id="rId7"/>
    <p:sldId id="272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8CD9D-9F36-4D44-B8AA-BA08DE85F46C}" v="13" dt="2025-10-07T00:17:59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5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7T00:34:41.362" v="1795" actId="47"/>
      <pc:docMkLst>
        <pc:docMk/>
      </pc:docMkLst>
      <pc:sldChg chg="modSp mod modNotesTx">
        <pc:chgData name="Jonathan Bollig" userId="8b5d0afe-f106-45e0-8c3f-fd98fa124db1" providerId="ADAL" clId="{B2469FA9-EBD8-4834-A16D-CBF8EFC907DD}" dt="2025-10-07T00:25:36.974" v="1794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6T19:44:55.910" v="1103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25:36.974" v="1794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10-01T16:46:41.864" v="13"/>
        <pc:sldMkLst>
          <pc:docMk/>
          <pc:sldMk cId="2138807736" sldId="267"/>
        </pc:sldMkLst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 del">
        <pc:chgData name="Jonathan Bollig" userId="8b5d0afe-f106-45e0-8c3f-fd98fa124db1" providerId="ADAL" clId="{B2469FA9-EBD8-4834-A16D-CBF8EFC907DD}" dt="2025-10-07T00:34:41.362" v="1795" actId="47"/>
        <pc:sldMkLst>
          <pc:docMk/>
          <pc:sldMk cId="2113368255" sldId="269"/>
        </pc:sldMkLst>
      </pc:sldChg>
      <pc:sldChg chg="addSp delSp modSp mod">
        <pc:chgData name="Jonathan Bollig" userId="8b5d0afe-f106-45e0-8c3f-fd98fa124db1" providerId="ADAL" clId="{B2469FA9-EBD8-4834-A16D-CBF8EFC907DD}" dt="2025-10-06T22:04:36.494" v="1496" actId="20577"/>
        <pc:sldMkLst>
          <pc:docMk/>
          <pc:sldMk cId="1076091039" sldId="270"/>
        </pc:sldMkLst>
        <pc:spChg chg="mod">
          <ac:chgData name="Jonathan Bollig" userId="8b5d0afe-f106-45e0-8c3f-fd98fa124db1" providerId="ADAL" clId="{B2469FA9-EBD8-4834-A16D-CBF8EFC907DD}" dt="2025-10-06T22:04:36.494" v="1496" actId="20577"/>
          <ac:spMkLst>
            <pc:docMk/>
            <pc:sldMk cId="1076091039" sldId="270"/>
            <ac:spMk id="3" creationId="{35CF9FB7-433F-4ACD-3596-2409EA3876D7}"/>
          </ac:spMkLst>
        </pc:spChg>
        <pc:picChg chg="add del mod">
          <ac:chgData name="Jonathan Bollig" userId="8b5d0afe-f106-45e0-8c3f-fd98fa124db1" providerId="ADAL" clId="{B2469FA9-EBD8-4834-A16D-CBF8EFC907DD}" dt="2025-10-06T20:04:22.973" v="1104" actId="478"/>
          <ac:picMkLst>
            <pc:docMk/>
            <pc:sldMk cId="1076091039" sldId="270"/>
            <ac:picMk id="6" creationId="{CA98E328-B6BD-0B24-C6BC-E1BFBB1146BB}"/>
          </ac:picMkLst>
        </pc:picChg>
        <pc:picChg chg="ord">
          <ac:chgData name="Jonathan Bollig" userId="8b5d0afe-f106-45e0-8c3f-fd98fa124db1" providerId="ADAL" clId="{B2469FA9-EBD8-4834-A16D-CBF8EFC907DD}" dt="2025-10-06T20:04:31.685" v="1108" actId="166"/>
          <ac:picMkLst>
            <pc:docMk/>
            <pc:sldMk cId="1076091039" sldId="270"/>
            <ac:picMk id="7" creationId="{4D8FC780-59F2-1DF1-F50E-6DA9416AFCAD}"/>
          </ac:picMkLst>
        </pc:picChg>
        <pc:picChg chg="add del mod">
          <ac:chgData name="Jonathan Bollig" userId="8b5d0afe-f106-45e0-8c3f-fd98fa124db1" providerId="ADAL" clId="{B2469FA9-EBD8-4834-A16D-CBF8EFC907DD}" dt="2025-10-06T21:53:46.560" v="1380" actId="21"/>
          <ac:picMkLst>
            <pc:docMk/>
            <pc:sldMk cId="1076091039" sldId="270"/>
            <ac:picMk id="8" creationId="{B2DEA0A7-A71C-85C2-060B-1F782FBD9AC6}"/>
          </ac:picMkLst>
        </pc:picChg>
        <pc:picChg chg="add mod">
          <ac:chgData name="Jonathan Bollig" userId="8b5d0afe-f106-45e0-8c3f-fd98fa124db1" providerId="ADAL" clId="{B2469FA9-EBD8-4834-A16D-CBF8EFC907DD}" dt="2025-10-06T22:04:22.906" v="1494" actId="1076"/>
          <ac:picMkLst>
            <pc:docMk/>
            <pc:sldMk cId="1076091039" sldId="270"/>
            <ac:picMk id="12" creationId="{AEF0AA26-CB5D-7BF4-D2EB-9689AFB64803}"/>
          </ac:picMkLst>
        </pc:picChg>
      </pc:sldChg>
      <pc:sldChg chg="addSp delSp modSp mod">
        <pc:chgData name="Jonathan Bollig" userId="8b5d0afe-f106-45e0-8c3f-fd98fa124db1" providerId="ADAL" clId="{B2469FA9-EBD8-4834-A16D-CBF8EFC907DD}" dt="2025-10-06T22:15:20.917" v="1555" actId="1076"/>
        <pc:sldMkLst>
          <pc:docMk/>
          <pc:sldMk cId="3977036221" sldId="271"/>
        </pc:sldMkLst>
        <pc:spChg chg="mod">
          <ac:chgData name="Jonathan Bollig" userId="8b5d0afe-f106-45e0-8c3f-fd98fa124db1" providerId="ADAL" clId="{B2469FA9-EBD8-4834-A16D-CBF8EFC907DD}" dt="2025-10-06T22:15:16.707" v="1554" actId="20577"/>
          <ac:spMkLst>
            <pc:docMk/>
            <pc:sldMk cId="3977036221" sldId="271"/>
            <ac:spMk id="3" creationId="{5A153795-CF63-74A9-2844-B328F4D192BE}"/>
          </ac:spMkLst>
        </pc:spChg>
        <pc:spChg chg="add del mod">
          <ac:chgData name="Jonathan Bollig" userId="8b5d0afe-f106-45e0-8c3f-fd98fa124db1" providerId="ADAL" clId="{B2469FA9-EBD8-4834-A16D-CBF8EFC907DD}" dt="2025-10-06T20:04:59.273" v="1111" actId="478"/>
          <ac:spMkLst>
            <pc:docMk/>
            <pc:sldMk cId="3977036221" sldId="271"/>
            <ac:spMk id="7" creationId="{B7D34A15-1CC4-768F-8C03-FD3B075C9168}"/>
          </ac:spMkLst>
        </pc:spChg>
        <pc:picChg chg="add mod ord">
          <ac:chgData name="Jonathan Bollig" userId="8b5d0afe-f106-45e0-8c3f-fd98fa124db1" providerId="ADAL" clId="{B2469FA9-EBD8-4834-A16D-CBF8EFC907DD}" dt="2025-10-06T22:05:51.074" v="1498" actId="167"/>
          <ac:picMkLst>
            <pc:docMk/>
            <pc:sldMk cId="3977036221" sldId="271"/>
            <ac:picMk id="4" creationId="{443BC6AF-F1BC-F673-DB85-6C66B51D37BA}"/>
          </ac:picMkLst>
        </pc:picChg>
        <pc:picChg chg="add del mod">
          <ac:chgData name="Jonathan Bollig" userId="8b5d0afe-f106-45e0-8c3f-fd98fa124db1" providerId="ADAL" clId="{B2469FA9-EBD8-4834-A16D-CBF8EFC907DD}" dt="2025-10-06T20:04:55.720" v="1109" actId="478"/>
          <ac:picMkLst>
            <pc:docMk/>
            <pc:sldMk cId="3977036221" sldId="271"/>
            <ac:picMk id="6" creationId="{11F0E750-3562-38EA-6285-6E919BAAC681}"/>
          </ac:picMkLst>
        </pc:picChg>
        <pc:picChg chg="add mod">
          <ac:chgData name="Jonathan Bollig" userId="8b5d0afe-f106-45e0-8c3f-fd98fa124db1" providerId="ADAL" clId="{B2469FA9-EBD8-4834-A16D-CBF8EFC907DD}" dt="2025-10-06T22:15:20.917" v="1555" actId="1076"/>
          <ac:picMkLst>
            <pc:docMk/>
            <pc:sldMk cId="3977036221" sldId="271"/>
            <ac:picMk id="9" creationId="{DA27D546-677F-AC1D-BA91-D371FA0E9B5F}"/>
          </ac:picMkLst>
        </pc:picChg>
        <pc:cxnChg chg="add del mod">
          <ac:chgData name="Jonathan Bollig" userId="8b5d0afe-f106-45e0-8c3f-fd98fa124db1" providerId="ADAL" clId="{B2469FA9-EBD8-4834-A16D-CBF8EFC907DD}" dt="2025-10-06T20:04:59.273" v="1111" actId="478"/>
          <ac:cxnSpMkLst>
            <pc:docMk/>
            <pc:sldMk cId="3977036221" sldId="271"/>
            <ac:cxnSpMk id="8" creationId="{8F7EADD8-6CD0-DA9E-A2B5-0F0CD9AD932D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6T22:44:12.400" v="1584" actId="1076"/>
        <pc:sldMkLst>
          <pc:docMk/>
          <pc:sldMk cId="4175629720" sldId="272"/>
        </pc:sldMkLst>
        <pc:spChg chg="mod">
          <ac:chgData name="Jonathan Bollig" userId="8b5d0afe-f106-45e0-8c3f-fd98fa124db1" providerId="ADAL" clId="{B2469FA9-EBD8-4834-A16D-CBF8EFC907DD}" dt="2025-10-06T22:44:05.947" v="1583" actId="20577"/>
          <ac:spMkLst>
            <pc:docMk/>
            <pc:sldMk cId="4175629720" sldId="272"/>
            <ac:spMk id="2" creationId="{448BCF79-F0C2-0B8A-8ADE-BA92458F5916}"/>
          </ac:spMkLst>
        </pc:spChg>
        <pc:spChg chg="mod">
          <ac:chgData name="Jonathan Bollig" userId="8b5d0afe-f106-45e0-8c3f-fd98fa124db1" providerId="ADAL" clId="{B2469FA9-EBD8-4834-A16D-CBF8EFC907DD}" dt="2025-10-06T22:43:44.695" v="1562" actId="20577"/>
          <ac:spMkLst>
            <pc:docMk/>
            <pc:sldMk cId="4175629720" sldId="272"/>
            <ac:spMk id="3" creationId="{3F823DCD-7DB5-A5EE-C203-0395C671470D}"/>
          </ac:spMkLst>
        </pc:spChg>
        <pc:picChg chg="add mod">
          <ac:chgData name="Jonathan Bollig" userId="8b5d0afe-f106-45e0-8c3f-fd98fa124db1" providerId="ADAL" clId="{B2469FA9-EBD8-4834-A16D-CBF8EFC907DD}" dt="2025-10-06T22:44:12.400" v="1584" actId="1076"/>
          <ac:picMkLst>
            <pc:docMk/>
            <pc:sldMk cId="4175629720" sldId="272"/>
            <ac:picMk id="5" creationId="{884ECC9A-2536-2B10-7557-2E06DA2B281C}"/>
          </ac:picMkLst>
        </pc:picChg>
        <pc:picChg chg="add mod">
          <ac:chgData name="Jonathan Bollig" userId="8b5d0afe-f106-45e0-8c3f-fd98fa124db1" providerId="ADAL" clId="{B2469FA9-EBD8-4834-A16D-CBF8EFC907DD}" dt="2025-10-06T22:43:42.394" v="1561" actId="1076"/>
          <ac:picMkLst>
            <pc:docMk/>
            <pc:sldMk cId="4175629720" sldId="272"/>
            <ac:picMk id="7" creationId="{FE550A12-15E6-A09D-130D-CD2BB9062AB4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7T00:16:51.628" v="1678" actId="20577"/>
        <pc:sldMkLst>
          <pc:docMk/>
          <pc:sldMk cId="2864755524" sldId="273"/>
        </pc:sldMkLst>
        <pc:spChg chg="mod">
          <ac:chgData name="Jonathan Bollig" userId="8b5d0afe-f106-45e0-8c3f-fd98fa124db1" providerId="ADAL" clId="{B2469FA9-EBD8-4834-A16D-CBF8EFC907DD}" dt="2025-10-06T12:09:51.751" v="456" actId="20577"/>
          <ac:spMkLst>
            <pc:docMk/>
            <pc:sldMk cId="2864755524" sldId="273"/>
            <ac:spMk id="2" creationId="{DDF9D00E-6F31-EDCB-862E-CE9ED6A12949}"/>
          </ac:spMkLst>
        </pc:spChg>
        <pc:spChg chg="mod">
          <ac:chgData name="Jonathan Bollig" userId="8b5d0afe-f106-45e0-8c3f-fd98fa124db1" providerId="ADAL" clId="{B2469FA9-EBD8-4834-A16D-CBF8EFC907DD}" dt="2025-10-07T00:16:51.628" v="1678" actId="20577"/>
          <ac:spMkLst>
            <pc:docMk/>
            <pc:sldMk cId="2864755524" sldId="273"/>
            <ac:spMk id="3" creationId="{52EE9880-7162-315A-EED0-27C4BB0C699E}"/>
          </ac:spMkLst>
        </pc:spChg>
        <pc:picChg chg="add mod">
          <ac:chgData name="Jonathan Bollig" userId="8b5d0afe-f106-45e0-8c3f-fd98fa124db1" providerId="ADAL" clId="{B2469FA9-EBD8-4834-A16D-CBF8EFC907DD}" dt="2025-10-07T00:16:20.187" v="1591" actId="1076"/>
          <ac:picMkLst>
            <pc:docMk/>
            <pc:sldMk cId="2864755524" sldId="273"/>
            <ac:picMk id="5" creationId="{C5259769-760A-45FF-77B8-E8EBF65ACEDD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6T22:13:30.802" v="1535" actId="21"/>
        <pc:sldMkLst>
          <pc:docMk/>
          <pc:sldMk cId="989463901" sldId="274"/>
        </pc:sldMkLst>
        <pc:spChg chg="mod">
          <ac:chgData name="Jonathan Bollig" userId="8b5d0afe-f106-45e0-8c3f-fd98fa124db1" providerId="ADAL" clId="{B2469FA9-EBD8-4834-A16D-CBF8EFC907DD}" dt="2025-10-06T21:52:04.607" v="1171" actId="20577"/>
          <ac:spMkLst>
            <pc:docMk/>
            <pc:sldMk cId="989463901" sldId="274"/>
            <ac:spMk id="2" creationId="{304967B8-0B09-5706-043D-2981897EF04D}"/>
          </ac:spMkLst>
        </pc:spChg>
        <pc:spChg chg="mod">
          <ac:chgData name="Jonathan Bollig" userId="8b5d0afe-f106-45e0-8c3f-fd98fa124db1" providerId="ADAL" clId="{B2469FA9-EBD8-4834-A16D-CBF8EFC907DD}" dt="2025-10-06T22:12:57.211" v="1531" actId="5793"/>
          <ac:spMkLst>
            <pc:docMk/>
            <pc:sldMk cId="989463901" sldId="274"/>
            <ac:spMk id="3" creationId="{AD015DD9-AD2D-7C6E-8FFC-B500ECE0CE05}"/>
          </ac:spMkLst>
        </pc:spChg>
        <pc:picChg chg="add del mod">
          <ac:chgData name="Jonathan Bollig" userId="8b5d0afe-f106-45e0-8c3f-fd98fa124db1" providerId="ADAL" clId="{B2469FA9-EBD8-4834-A16D-CBF8EFC907DD}" dt="2025-10-06T22:13:30.802" v="1535" actId="21"/>
          <ac:picMkLst>
            <pc:docMk/>
            <pc:sldMk cId="989463901" sldId="274"/>
            <ac:picMk id="5" creationId="{DA27D546-677F-AC1D-BA91-D371FA0E9B5F}"/>
          </ac:picMkLst>
        </pc:picChg>
        <pc:picChg chg="add mod">
          <ac:chgData name="Jonathan Bollig" userId="8b5d0afe-f106-45e0-8c3f-fd98fa124db1" providerId="ADAL" clId="{B2469FA9-EBD8-4834-A16D-CBF8EFC907DD}" dt="2025-10-06T21:54:08.387" v="1413" actId="1076"/>
          <ac:picMkLst>
            <pc:docMk/>
            <pc:sldMk cId="989463901" sldId="274"/>
            <ac:picMk id="8" creationId="{B2DEA0A7-A71C-85C2-060B-1F782FBD9AC6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7T00:25:23.960" v="1790" actId="1440"/>
        <pc:sldMkLst>
          <pc:docMk/>
          <pc:sldMk cId="3602263657" sldId="275"/>
        </pc:sldMkLst>
        <pc:spChg chg="mod">
          <ac:chgData name="Jonathan Bollig" userId="8b5d0afe-f106-45e0-8c3f-fd98fa124db1" providerId="ADAL" clId="{B2469FA9-EBD8-4834-A16D-CBF8EFC907DD}" dt="2025-10-06T21:54:30.119" v="1425" actId="20577"/>
          <ac:spMkLst>
            <pc:docMk/>
            <pc:sldMk cId="3602263657" sldId="275"/>
            <ac:spMk id="2" creationId="{B4136EEA-0D52-2EB3-D50F-C395022CF5DF}"/>
          </ac:spMkLst>
        </pc:spChg>
        <pc:spChg chg="mod">
          <ac:chgData name="Jonathan Bollig" userId="8b5d0afe-f106-45e0-8c3f-fd98fa124db1" providerId="ADAL" clId="{B2469FA9-EBD8-4834-A16D-CBF8EFC907DD}" dt="2025-10-07T00:25:18.387" v="1788" actId="20577"/>
          <ac:spMkLst>
            <pc:docMk/>
            <pc:sldMk cId="3602263657" sldId="275"/>
            <ac:spMk id="3" creationId="{3618FDB5-68A3-4C50-EB2E-0FB836FD8CFC}"/>
          </ac:spMkLst>
        </pc:spChg>
        <pc:spChg chg="add mod">
          <ac:chgData name="Jonathan Bollig" userId="8b5d0afe-f106-45e0-8c3f-fd98fa124db1" providerId="ADAL" clId="{B2469FA9-EBD8-4834-A16D-CBF8EFC907DD}" dt="2025-10-07T00:18:07.053" v="1715" actId="1076"/>
          <ac:spMkLst>
            <pc:docMk/>
            <pc:sldMk cId="3602263657" sldId="275"/>
            <ac:spMk id="6" creationId="{742C4236-09EC-18AF-56B7-810F477805C8}"/>
          </ac:spMkLst>
        </pc:spChg>
        <pc:picChg chg="add mod">
          <ac:chgData name="Jonathan Bollig" userId="8b5d0afe-f106-45e0-8c3f-fd98fa124db1" providerId="ADAL" clId="{B2469FA9-EBD8-4834-A16D-CBF8EFC907DD}" dt="2025-10-07T00:17:52.210" v="1711" actId="14100"/>
          <ac:picMkLst>
            <pc:docMk/>
            <pc:sldMk cId="3602263657" sldId="275"/>
            <ac:picMk id="5" creationId="{A2F958F6-1258-E12E-7374-BE6F27455CD5}"/>
          </ac:picMkLst>
        </pc:picChg>
        <pc:picChg chg="add mod">
          <ac:chgData name="Jonathan Bollig" userId="8b5d0afe-f106-45e0-8c3f-fd98fa124db1" providerId="ADAL" clId="{B2469FA9-EBD8-4834-A16D-CBF8EFC907DD}" dt="2025-10-07T00:25:23.960" v="1790" actId="1440"/>
          <ac:picMkLst>
            <pc:docMk/>
            <pc:sldMk cId="3602263657" sldId="275"/>
            <ac:picMk id="8" creationId="{2CFE8F50-E587-4F67-9E74-1343BFBD40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Data from measuring devices e.g. oscilloscopes, cameras, temperature sensors etc.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0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254" y="1712672"/>
            <a:ext cx="10636555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br>
              <a:rPr lang="en-US" noProof="0" dirty="0"/>
            </a:br>
            <a:r>
              <a:rPr lang="en-US" b="1" noProof="0" dirty="0"/>
              <a:t>Chunk 11: Reading and Writing Files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6357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dirty="0"/>
              <a:t>10</a:t>
            </a:r>
            <a:r>
              <a:rPr lang="en-US" noProof="0" dirty="0"/>
              <a:t>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7EB4C-1A0F-5A7F-A92A-16BD986D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Focus: Delimiter Separated Values (e.g. csv)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F9FB7-433F-4ACD-3596-2409EA387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“Normal” way:</a:t>
            </a:r>
            <a:endParaRPr lang="en-US" dirty="0"/>
          </a:p>
          <a:p>
            <a:pPr lvl="1">
              <a:buFont typeface="Aptos" panose="020B0004020202020204" pitchFamily="34" charset="0"/>
              <a:buChar char="→"/>
            </a:pPr>
            <a:r>
              <a:rPr lang="en-US" noProof="0" dirty="0">
                <a:sym typeface="Wingdings" panose="05000000000000000000" pitchFamily="2" charset="2"/>
              </a:rPr>
              <a:t>Slow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en-US" noProof="0" dirty="0">
                <a:sym typeface="Wingdings" panose="05000000000000000000" pitchFamily="2" charset="2"/>
              </a:rPr>
              <a:t>No conversion to </a:t>
            </a:r>
            <a:r>
              <a:rPr lang="en-US" noProof="0" dirty="0" err="1">
                <a:sym typeface="Wingdings" panose="05000000000000000000" pitchFamily="2" charset="2"/>
              </a:rPr>
              <a:t>numpy</a:t>
            </a:r>
            <a:r>
              <a:rPr lang="en-US" noProof="0" dirty="0">
                <a:sym typeface="Wingdings" panose="05000000000000000000" pitchFamily="2" charset="2"/>
              </a:rPr>
              <a:t> data</a:t>
            </a:r>
            <a:br>
              <a:rPr lang="en-US" noProof="0" dirty="0"/>
            </a:br>
            <a:endParaRPr lang="en-US" noProof="0" dirty="0"/>
          </a:p>
          <a:p>
            <a:r>
              <a:rPr lang="en-US" noProof="0" dirty="0"/>
              <a:t> Better way, works 90 % of time:</a:t>
            </a:r>
            <a:endParaRPr lang="en-US" dirty="0"/>
          </a:p>
          <a:p>
            <a:pPr lvl="1">
              <a:buFont typeface="Aptos" panose="020B0004020202020204" pitchFamily="34" charset="0"/>
              <a:buChar char="→"/>
            </a:pPr>
            <a:r>
              <a:rPr lang="en-US" noProof="0" dirty="0">
                <a:sym typeface="Wingdings" panose="05000000000000000000" pitchFamily="2" charset="2"/>
              </a:rPr>
              <a:t>Lot of helpful options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en-US" noProof="0" dirty="0">
                <a:sym typeface="Wingdings" panose="05000000000000000000" pitchFamily="2" charset="2"/>
              </a:rPr>
              <a:t>Generates a </a:t>
            </a:r>
            <a:r>
              <a:rPr lang="en-US" noProof="0" dirty="0" err="1">
                <a:sym typeface="Wingdings" panose="05000000000000000000" pitchFamily="2" charset="2"/>
              </a:rPr>
              <a:t>numpy</a:t>
            </a:r>
            <a:r>
              <a:rPr lang="en-US" noProof="0" dirty="0">
                <a:sym typeface="Wingdings" panose="05000000000000000000" pitchFamily="2" charset="2"/>
              </a:rPr>
              <a:t> array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en-US" noProof="0" dirty="0">
                <a:sym typeface="Wingdings" panose="05000000000000000000" pitchFamily="2" charset="2"/>
              </a:rPr>
              <a:t>BUT: does not allow “,” as a </a:t>
            </a:r>
            <a:r>
              <a:rPr lang="en-US" dirty="0">
                <a:sym typeface="Wingdings" panose="05000000000000000000" pitchFamily="2" charset="2"/>
              </a:rPr>
              <a:t>decimal separator: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❌ 3,1415</a:t>
            </a:r>
          </a:p>
          <a:p>
            <a:r>
              <a:rPr lang="en-US" dirty="0">
                <a:sym typeface="Wingdings" panose="05000000000000000000" pitchFamily="2" charset="2"/>
              </a:rPr>
              <a:t>Solution: Pandas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CA4361-F0FB-DA3D-3A60-B6EC41F9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173" y="1783384"/>
            <a:ext cx="3054668" cy="621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11AA897-1BF7-8321-04F4-99BC059E2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420" y="5285540"/>
            <a:ext cx="2452528" cy="125822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911DDB9-DF61-F0FD-6C0B-1BC00827C363}"/>
              </a:ext>
            </a:extLst>
          </p:cNvPr>
          <p:cNvSpPr txBox="1"/>
          <p:nvPr/>
        </p:nvSpPr>
        <p:spPr>
          <a:xfrm>
            <a:off x="6603948" y="6254508"/>
            <a:ext cx="4827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[https://www.spiegel.de/wissenschaft/natur/iucn-ueber-pandabaeren</a:t>
            </a:r>
            <a:br>
              <a:rPr lang="en-US" sz="12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-gefaehrdet-statt-stark-gefaehrdet-a-1110974.html]</a:t>
            </a:r>
            <a:endParaRPr lang="en-US" sz="12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D8FC780-59F2-1DF1-F50E-6DA9416AF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596" y="3429000"/>
            <a:ext cx="2635644" cy="432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EF0AA26-CB5D-7BF4-D2EB-9689AFB64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070" y="1466672"/>
            <a:ext cx="1384165" cy="45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9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43BC6AF-F1BC-F673-DB85-6C66B51D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070" y="1466672"/>
            <a:ext cx="1384165" cy="450673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31C4C7-E72C-7BB3-2285-15DC3873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53795-CF63-74A9-2844-B328F4D1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909"/>
            <a:ext cx="10515600" cy="4351338"/>
          </a:xfrm>
        </p:spPr>
        <p:txBody>
          <a:bodyPr/>
          <a:lstStyle/>
          <a:p>
            <a:r>
              <a:rPr lang="en-US" dirty="0"/>
              <a:t>Library for tabular data (built on top of 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Can be very useful, but out of scope for this course</a:t>
            </a:r>
          </a:p>
          <a:p>
            <a:pPr lvl="1"/>
            <a:r>
              <a:rPr lang="en-US" dirty="0"/>
              <a:t>We only use it for reading data</a:t>
            </a:r>
          </a:p>
          <a:p>
            <a:r>
              <a:rPr lang="en-US" dirty="0"/>
              <a:t>Install in </a:t>
            </a:r>
            <a:r>
              <a:rPr lang="en-US" b="1" dirty="0"/>
              <a:t>Anaconda </a:t>
            </a:r>
            <a:r>
              <a:rPr lang="en-US" b="1" dirty="0" err="1"/>
              <a:t>Powershell</a:t>
            </a:r>
            <a:r>
              <a:rPr lang="en-US" b="1" dirty="0"/>
              <a:t> Prompt: 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pandas</a:t>
            </a:r>
          </a:p>
          <a:p>
            <a:r>
              <a:rPr lang="en-US" dirty="0"/>
              <a:t>To read a table: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84E9A0-F57D-7D39-82FD-494CFBB59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067" y="128016"/>
            <a:ext cx="1143860" cy="151790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A27D546-677F-AC1D-BA91-D371FA0E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97" y="4096711"/>
            <a:ext cx="5410737" cy="2524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703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9D00E-6F31-EDCB-862E-CE9ED6A1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and Absolute Paths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EE9880-7162-315A-EED0-27C4BB0C6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420"/>
            <a:ext cx="10515600" cy="5274692"/>
          </a:xfrm>
        </p:spPr>
        <p:txBody>
          <a:bodyPr>
            <a:normAutofit/>
          </a:bodyPr>
          <a:lstStyle/>
          <a:p>
            <a:r>
              <a:rPr lang="en-US" dirty="0"/>
              <a:t>Path: String that specifies a file / directory location:</a:t>
            </a:r>
          </a:p>
          <a:p>
            <a:r>
              <a:rPr lang="en-US" dirty="0"/>
              <a:t>Absolute Path: Path from “the bottom”: 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C:\</a:t>
            </a:r>
            <a:r>
              <a:rPr lang="en-GB" dirty="0">
                <a:highlight>
                  <a:srgbClr val="C0C0C0"/>
                </a:highlight>
              </a:rPr>
              <a:t>2025 Python Course\Task Sheets\data\oscilloscope.csv</a:t>
            </a:r>
            <a:endParaRPr lang="en-US" dirty="0">
              <a:highlight>
                <a:srgbClr val="C0C0C0"/>
              </a:highlight>
            </a:endParaRPr>
          </a:p>
          <a:p>
            <a:r>
              <a:rPr lang="en-US" dirty="0"/>
              <a:t>Current Working Directory (</a:t>
            </a:r>
            <a:r>
              <a:rPr lang="en-US" dirty="0" err="1"/>
              <a:t>cwd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cwd</a:t>
            </a:r>
            <a:r>
              <a:rPr lang="en-US" dirty="0"/>
              <a:t>: The file path where your code is executed: Usually the parent folder of your executed file: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C:\</a:t>
            </a:r>
            <a:r>
              <a:rPr lang="en-GB" dirty="0">
                <a:highlight>
                  <a:srgbClr val="C0C0C0"/>
                </a:highlight>
              </a:rPr>
              <a:t>2025 Python Course\Task Sheets\</a:t>
            </a:r>
            <a:endParaRPr lang="en-US" dirty="0"/>
          </a:p>
          <a:p>
            <a:pPr lvl="1"/>
            <a:r>
              <a:rPr lang="en-US" dirty="0"/>
              <a:t>Find out the </a:t>
            </a:r>
            <a:r>
              <a:rPr lang="en-US" dirty="0" err="1"/>
              <a:t>cwd</a:t>
            </a:r>
            <a:r>
              <a:rPr lang="en-US" dirty="0"/>
              <a:t>:</a:t>
            </a:r>
          </a:p>
          <a:p>
            <a:r>
              <a:rPr lang="en-US" dirty="0"/>
              <a:t>Relative Path: Path relative to the current working directory:</a:t>
            </a:r>
            <a:br>
              <a:rPr lang="en-US" dirty="0"/>
            </a:br>
            <a:r>
              <a:rPr lang="en-GB" dirty="0">
                <a:highlight>
                  <a:srgbClr val="C0C0C0"/>
                </a:highlight>
              </a:rPr>
              <a:t>data\oscilloscope.csv</a:t>
            </a:r>
            <a:endParaRPr lang="en-US" dirty="0"/>
          </a:p>
          <a:p>
            <a:r>
              <a:rPr lang="en-US" dirty="0"/>
              <a:t>File names can be given as a relative or absolute path.</a:t>
            </a:r>
          </a:p>
          <a:p>
            <a:r>
              <a:rPr lang="en-US" dirty="0"/>
              <a:t>Careful: “\” is an escape sequence in a string </a:t>
            </a:r>
            <a:r>
              <a:rPr lang="en-US" dirty="0">
                <a:sym typeface="Wingdings" panose="05000000000000000000" pitchFamily="2" charset="2"/>
              </a:rPr>
              <a:t> use “\\” instead.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259769-760A-45FF-77B8-E8EBF65AC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090" y="3744587"/>
            <a:ext cx="2793420" cy="720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475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967B8-0B09-5706-043D-2981897E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The Try and Error of File Loading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15DD9-AD2D-7C6E-8FFC-B500ECE0C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4521"/>
            <a:ext cx="5750052" cy="4351338"/>
          </a:xfrm>
        </p:spPr>
        <p:txBody>
          <a:bodyPr/>
          <a:lstStyle/>
          <a:p>
            <a:r>
              <a:rPr lang="en-US" dirty="0"/>
              <a:t>Data is often “dirty”:</a:t>
            </a:r>
          </a:p>
          <a:p>
            <a:pPr lvl="1"/>
            <a:r>
              <a:rPr lang="en-US" dirty="0"/>
              <a:t>Weird formats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More data than we need</a:t>
            </a:r>
          </a:p>
          <a:p>
            <a:pPr lvl="1"/>
            <a:r>
              <a:rPr lang="en-US" dirty="0"/>
              <a:t>Headers and footers</a:t>
            </a:r>
          </a:p>
          <a:p>
            <a:pPr lvl="1"/>
            <a:r>
              <a:rPr lang="en-US" dirty="0"/>
              <a:t>Much more stuff, that messes it up</a:t>
            </a:r>
          </a:p>
          <a:p>
            <a:pPr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Usually, a try and error process:</a:t>
            </a:r>
          </a:p>
          <a:p>
            <a:pPr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No universal method 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2DEA0A7-A71C-85C2-060B-1F782FBD9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058" y="1967415"/>
            <a:ext cx="5242283" cy="34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36EEA-0D52-2EB3-D50F-C395022C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Saving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8FDB5-68A3-4C50-EB2E-0FB836FD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readable: Easy with </a:t>
            </a:r>
            <a:r>
              <a:rPr lang="en-US" dirty="0" err="1"/>
              <a:t>numpy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machine readable: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Faster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Error proof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F958F6-1258-E12E-7374-BE6F2745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195" y="2255063"/>
            <a:ext cx="10050544" cy="989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42C4236-09EC-18AF-56B7-810F477805C8}"/>
              </a:ext>
            </a:extLst>
          </p:cNvPr>
          <p:cNvSpPr/>
          <p:nvPr/>
        </p:nvSpPr>
        <p:spPr>
          <a:xfrm>
            <a:off x="1243195" y="2890476"/>
            <a:ext cx="7051388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CFE8F50-E587-4F67-9E74-1343BFBD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099" y="3914350"/>
            <a:ext cx="3791479" cy="885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226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BCF79-F0C2-0B8A-8ADE-BA92458F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Tip: Interactive Matplotlib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823DCD-7DB5-A5EE-C203-0395C6714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 can be made interactive:</a:t>
            </a:r>
          </a:p>
          <a:p>
            <a:r>
              <a:rPr lang="en-US" dirty="0"/>
              <a:t>For this: 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</a:t>
            </a:r>
            <a:r>
              <a:rPr lang="en-US" dirty="0" err="1">
                <a:highlight>
                  <a:srgbClr val="C0C0C0"/>
                </a:highlight>
              </a:rPr>
              <a:t>ipympl</a:t>
            </a:r>
            <a:endParaRPr lang="en-US" dirty="0">
              <a:highlight>
                <a:srgbClr val="C0C0C0"/>
              </a:highlight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Before importing: </a:t>
            </a:r>
            <a:r>
              <a:rPr lang="en-US" dirty="0">
                <a:highlight>
                  <a:srgbClr val="C0C0C0"/>
                </a:highlight>
              </a:rPr>
              <a:t>%matplotlib widget:</a:t>
            </a:r>
          </a:p>
          <a:p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4ECC9A-2536-2B10-7557-2E06DA2B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771" y="1548539"/>
            <a:ext cx="4934531" cy="2563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550A12-15E6-A09D-130D-CD2BB906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455" y="5153918"/>
            <a:ext cx="4774744" cy="801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562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8002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C57A80-3503-4B51-C3C2-36451A1CE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8"/>
          <a:stretch>
            <a:fillRect/>
          </a:stretch>
        </p:blipFill>
        <p:spPr>
          <a:xfrm>
            <a:off x="4371240" y="2263565"/>
            <a:ext cx="3416088" cy="392033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CEB969-99BD-F08A-6C70-3579109C1D47}"/>
              </a:ext>
            </a:extLst>
          </p:cNvPr>
          <p:cNvSpPr txBox="1"/>
          <p:nvPr/>
        </p:nvSpPr>
        <p:spPr>
          <a:xfrm>
            <a:off x="4294432" y="6183904"/>
            <a:ext cx="7059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</a:rPr>
              <a:t>[https://python.plainenglish.io/20-funny-programming-memes-that-will-make-your-day-5793a8e1608b]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 Chunk 11: Reading and Writing Files</vt:lpstr>
      <vt:lpstr>Focus: Delimiter Separated Values (e.g. csv)</vt:lpstr>
      <vt:lpstr>Pandas</vt:lpstr>
      <vt:lpstr>Relative and Absolute Paths</vt:lpstr>
      <vt:lpstr>Live Coding: The Try and Error of File Loading</vt:lpstr>
      <vt:lpstr>File Saving</vt:lpstr>
      <vt:lpstr>Extra Tip: Interactive Matplotlib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8</cp:revision>
  <dcterms:created xsi:type="dcterms:W3CDTF">2025-08-17T13:50:44Z</dcterms:created>
  <dcterms:modified xsi:type="dcterms:W3CDTF">2025-10-09T08:25:53Z</dcterms:modified>
</cp:coreProperties>
</file>