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addSld">
      <pc:chgData name="Jonathan Bollig" userId="8b5d0afe-f106-45e0-8c3f-fd98fa124db1" providerId="ADAL" clId="{B108959E-8160-4214-BA0D-42D2F1070C03}" dt="2025-08-17T13:50:52.306" v="0" actId="680"/>
      <pc:docMkLst>
        <pc:docMk/>
      </pc:docMkLst>
      <pc:sldChg chg="new">
        <pc:chgData name="Jonathan Bollig" userId="8b5d0afe-f106-45e0-8c3f-fd98fa124db1" providerId="ADAL" clId="{B108959E-8160-4214-BA0D-42D2F1070C03}" dt="2025-08-17T13:50:52.306" v="0" actId="680"/>
        <pc:sldMkLst>
          <pc:docMk/>
          <pc:sldMk cId="836289018" sldId="25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17.08.2025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2025-08-17T13:50:54Z</dcterms:modified>
</cp:coreProperties>
</file>