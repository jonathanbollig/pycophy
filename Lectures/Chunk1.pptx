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08959E-8160-4214-BA0D-42D2F1070C03}" v="2" dt="2025-08-17T14:49:31.3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476" autoAdjust="0"/>
  </p:normalViewPr>
  <p:slideViewPr>
    <p:cSldViewPr snapToGrid="0">
      <p:cViewPr varScale="1">
        <p:scale>
          <a:sx n="139" d="100"/>
          <a:sy n="139" d="100"/>
        </p:scale>
        <p:origin x="108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than Bollig" userId="8b5d0afe-f106-45e0-8c3f-fd98fa124db1" providerId="ADAL" clId="{B108959E-8160-4214-BA0D-42D2F1070C03}"/>
    <pc:docChg chg="custSel addSld modSld">
      <pc:chgData name="Jonathan Bollig" userId="8b5d0afe-f106-45e0-8c3f-fd98fa124db1" providerId="ADAL" clId="{B108959E-8160-4214-BA0D-42D2F1070C03}" dt="2025-08-17T16:09:25.356" v="1734" actId="20577"/>
      <pc:docMkLst>
        <pc:docMk/>
      </pc:docMkLst>
      <pc:sldChg chg="modSp new mod">
        <pc:chgData name="Jonathan Bollig" userId="8b5d0afe-f106-45e0-8c3f-fd98fa124db1" providerId="ADAL" clId="{B108959E-8160-4214-BA0D-42D2F1070C03}" dt="2025-08-17T14:49:54.498" v="725" actId="20577"/>
        <pc:sldMkLst>
          <pc:docMk/>
          <pc:sldMk cId="836289018" sldId="256"/>
        </pc:sldMkLst>
        <pc:spChg chg="mod">
          <ac:chgData name="Jonathan Bollig" userId="8b5d0afe-f106-45e0-8c3f-fd98fa124db1" providerId="ADAL" clId="{B108959E-8160-4214-BA0D-42D2F1070C03}" dt="2025-08-17T14:49:39.923" v="714" actId="20577"/>
          <ac:spMkLst>
            <pc:docMk/>
            <pc:sldMk cId="836289018" sldId="256"/>
            <ac:spMk id="2" creationId="{40F72F59-52B3-6063-A2E3-2AA45125A99B}"/>
          </ac:spMkLst>
        </pc:spChg>
        <pc:spChg chg="mod">
          <ac:chgData name="Jonathan Bollig" userId="8b5d0afe-f106-45e0-8c3f-fd98fa124db1" providerId="ADAL" clId="{B108959E-8160-4214-BA0D-42D2F1070C03}" dt="2025-08-17T14:49:54.498" v="725" actId="20577"/>
          <ac:spMkLst>
            <pc:docMk/>
            <pc:sldMk cId="836289018" sldId="256"/>
            <ac:spMk id="3" creationId="{62F76653-44B5-8707-B179-FDB90CB514B7}"/>
          </ac:spMkLst>
        </pc:spChg>
      </pc:sldChg>
      <pc:sldChg chg="modSp new mod">
        <pc:chgData name="Jonathan Bollig" userId="8b5d0afe-f106-45e0-8c3f-fd98fa124db1" providerId="ADAL" clId="{B108959E-8160-4214-BA0D-42D2F1070C03}" dt="2025-08-17T16:08:13.844" v="1626" actId="20577"/>
        <pc:sldMkLst>
          <pc:docMk/>
          <pc:sldMk cId="3656329933" sldId="257"/>
        </pc:sldMkLst>
        <pc:spChg chg="mod">
          <ac:chgData name="Jonathan Bollig" userId="8b5d0afe-f106-45e0-8c3f-fd98fa124db1" providerId="ADAL" clId="{B108959E-8160-4214-BA0D-42D2F1070C03}" dt="2025-08-17T16:08:13.844" v="1626" actId="20577"/>
          <ac:spMkLst>
            <pc:docMk/>
            <pc:sldMk cId="3656329933" sldId="257"/>
            <ac:spMk id="2" creationId="{12CD386F-59C6-F67B-7DCD-F1BC663E3B72}"/>
          </ac:spMkLst>
        </pc:spChg>
        <pc:spChg chg="mod">
          <ac:chgData name="Jonathan Bollig" userId="8b5d0afe-f106-45e0-8c3f-fd98fa124db1" providerId="ADAL" clId="{B108959E-8160-4214-BA0D-42D2F1070C03}" dt="2025-08-17T14:47:57.676" v="647" actId="20577"/>
          <ac:spMkLst>
            <pc:docMk/>
            <pc:sldMk cId="3656329933" sldId="257"/>
            <ac:spMk id="3" creationId="{916BD547-131A-7854-8F80-981FAD9C3A75}"/>
          </ac:spMkLst>
        </pc:spChg>
      </pc:sldChg>
      <pc:sldChg chg="addSp delSp modSp new mod">
        <pc:chgData name="Jonathan Bollig" userId="8b5d0afe-f106-45e0-8c3f-fd98fa124db1" providerId="ADAL" clId="{B108959E-8160-4214-BA0D-42D2F1070C03}" dt="2025-08-17T16:09:25.356" v="1734" actId="20577"/>
        <pc:sldMkLst>
          <pc:docMk/>
          <pc:sldMk cId="544279955" sldId="258"/>
        </pc:sldMkLst>
        <pc:spChg chg="mod">
          <ac:chgData name="Jonathan Bollig" userId="8b5d0afe-f106-45e0-8c3f-fd98fa124db1" providerId="ADAL" clId="{B108959E-8160-4214-BA0D-42D2F1070C03}" dt="2025-08-17T16:08:08.668" v="1618" actId="20577"/>
          <ac:spMkLst>
            <pc:docMk/>
            <pc:sldMk cId="544279955" sldId="258"/>
            <ac:spMk id="2" creationId="{39CEC020-67CE-83BA-52A4-53DB4E738D1E}"/>
          </ac:spMkLst>
        </pc:spChg>
        <pc:spChg chg="mod">
          <ac:chgData name="Jonathan Bollig" userId="8b5d0afe-f106-45e0-8c3f-fd98fa124db1" providerId="ADAL" clId="{B108959E-8160-4214-BA0D-42D2F1070C03}" dt="2025-08-17T16:09:25.356" v="1734" actId="20577"/>
          <ac:spMkLst>
            <pc:docMk/>
            <pc:sldMk cId="544279955" sldId="258"/>
            <ac:spMk id="3" creationId="{A2763ED7-8DD3-93DC-2F3B-D6B7FEB3B367}"/>
          </ac:spMkLst>
        </pc:spChg>
        <pc:picChg chg="add del mod">
          <ac:chgData name="Jonathan Bollig" userId="8b5d0afe-f106-45e0-8c3f-fd98fa124db1" providerId="ADAL" clId="{B108959E-8160-4214-BA0D-42D2F1070C03}" dt="2025-08-17T15:57:39.699" v="1541" actId="478"/>
          <ac:picMkLst>
            <pc:docMk/>
            <pc:sldMk cId="544279955" sldId="258"/>
            <ac:picMk id="5" creationId="{9FC64D72-24A1-5A97-E437-48787B15B862}"/>
          </ac:picMkLst>
        </pc:picChg>
        <pc:picChg chg="add mod">
          <ac:chgData name="Jonathan Bollig" userId="8b5d0afe-f106-45e0-8c3f-fd98fa124db1" providerId="ADAL" clId="{B108959E-8160-4214-BA0D-42D2F1070C03}" dt="2025-08-17T15:59:27.122" v="1579" actId="1440"/>
          <ac:picMkLst>
            <pc:docMk/>
            <pc:sldMk cId="544279955" sldId="258"/>
            <ac:picMk id="7" creationId="{E1D75445-F62B-736D-2C1E-98F04E1BC60E}"/>
          </ac:picMkLst>
        </pc:picChg>
      </pc:sldChg>
      <pc:sldChg chg="modSp new mod">
        <pc:chgData name="Jonathan Bollig" userId="8b5d0afe-f106-45e0-8c3f-fd98fa124db1" providerId="ADAL" clId="{B108959E-8160-4214-BA0D-42D2F1070C03}" dt="2025-08-17T15:01:30.527" v="1536" actId="20577"/>
        <pc:sldMkLst>
          <pc:docMk/>
          <pc:sldMk cId="2169503629" sldId="259"/>
        </pc:sldMkLst>
        <pc:spChg chg="mod">
          <ac:chgData name="Jonathan Bollig" userId="8b5d0afe-f106-45e0-8c3f-fd98fa124db1" providerId="ADAL" clId="{B108959E-8160-4214-BA0D-42D2F1070C03}" dt="2025-08-17T14:57:58.468" v="1466" actId="20577"/>
          <ac:spMkLst>
            <pc:docMk/>
            <pc:sldMk cId="2169503629" sldId="259"/>
            <ac:spMk id="2" creationId="{6F7A0B5F-607C-4C36-ECF8-BBF9DF9AD9EA}"/>
          </ac:spMkLst>
        </pc:spChg>
        <pc:spChg chg="mod">
          <ac:chgData name="Jonathan Bollig" userId="8b5d0afe-f106-45e0-8c3f-fd98fa124db1" providerId="ADAL" clId="{B108959E-8160-4214-BA0D-42D2F1070C03}" dt="2025-08-17T15:01:30.527" v="1536" actId="20577"/>
          <ac:spMkLst>
            <pc:docMk/>
            <pc:sldMk cId="2169503629" sldId="259"/>
            <ac:spMk id="3" creationId="{90A723FE-AE4A-BC31-F8DA-B479D4E846FF}"/>
          </ac:spMkLst>
        </pc:spChg>
      </pc:sldChg>
      <pc:sldChg chg="new">
        <pc:chgData name="Jonathan Bollig" userId="8b5d0afe-f106-45e0-8c3f-fd98fa124db1" providerId="ADAL" clId="{B108959E-8160-4214-BA0D-42D2F1070C03}" dt="2025-08-17T14:55:19.056" v="1223" actId="680"/>
        <pc:sldMkLst>
          <pc:docMk/>
          <pc:sldMk cId="2533283895" sldId="26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FCF529-6DEB-E4D7-0BD9-323EA01FE6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0A0E300-420E-2525-45D3-8E24E86553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4E483A-3866-69B8-A89A-06A5A3E30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17.08.2025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807D74D-6C79-794C-3A7B-4CD9682F7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D767471-AF72-F522-F9C8-D1A8101E3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9403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F82442-23ED-51AB-B11E-C02EE9E3C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55FB6CC-3344-41C2-A7A9-FD97D9669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307B756-CC70-5D1A-65F0-BA36F617D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17.08.2025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A85BC57-ADDF-8A28-E847-CC5388E87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BB58D5-33D2-895E-A1A1-B41693431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1485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901EFF-BBAC-2399-8E9A-E8BAA4E44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2BE4AE0-C619-049A-0BFF-AABE41A1A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9797E34-3D02-2C07-C28B-87084EE45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17.08.2025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153033-0611-C734-89B6-24CF035A1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52151C-1EF6-0973-739A-CBA570628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2549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3067E4-4EE1-0B07-E683-D619F240D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7B02DFB-CB33-5ECE-A637-0EBDBC1A75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303045C-02DD-7BE7-9D86-2EE9AC88C4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DC612DC-44A9-D801-F1BC-F14FD9587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17.08.2025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08FCD2-BFCE-54F3-9D30-4AA255654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B735D20-9B8C-8A3B-63B6-035CC49E2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6976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5CBE7C-525A-D42E-E43F-0886C6464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639B155-7C21-DB95-30C2-DFCF327631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63A585B-18F2-C2E6-525C-F3883BD398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604D96C-CC87-E3F5-6F91-706502CB03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7C7A36B-3651-D77A-A0B4-353DF95295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4156916-057E-51F8-534D-84F55E027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17.08.2025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1DEEBCE-5AD5-1E00-C91F-1DCDCF02A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89CAFB6-90CF-5D1B-FD47-FEA656B88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6234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F4A36E-BFB2-E755-260D-DC02A1158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9899B6E-645D-169A-C3CC-DACA9EC37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17.08.2025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79B3EA0-178A-0100-B821-DBBB3C8E0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CF4684F-962A-8067-27D8-5FB58870D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0768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ED9DF99-987F-078B-23F2-AD0C4F0C8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17.08.2025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CEA8323-CC55-B01B-2104-F1FD0E3EB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BA6C53B-2330-836A-D0BC-2E01904D1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2230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F77C76-5BC9-E091-FC9B-7EAB5780A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8D8A66E-18EF-064A-EB20-9A88AC8F4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15291D1-EE4A-7FCA-2355-022D506ABD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7E07462-E862-1A7D-3909-8E6323F76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17.08.2025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A74FE35-B109-0707-821C-FBF101671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C136A12-4DCB-232D-7C95-F83C27773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7852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987360-94B1-2F3A-B700-56EDD9945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A9C14D8-D370-D9C7-6410-4FBED8CAE4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D3279D0-F11A-49B0-40AD-F12A7DE041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8BEC391-9770-5D80-C8C5-6C61CAD43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17.08.2025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D7A2F6D-EA0A-15A4-4DC8-DF3E9C11F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7510ED1-8967-4C84-EA21-7BB69B1F4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5622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82EFBA-051E-825F-CC2D-B65084EF0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AECEC60-3BB2-2938-8C9A-E34393D9A2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9C506D0-407A-6516-0839-997884630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17.08.2025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2ACE59F-C71F-8D11-72A2-C5901636F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9BA130-BB20-D464-AC08-B1794AD36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8142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61BD65F-595C-B872-7ED9-463BC365DC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74D87C7-FA6C-26D2-FD57-AAE3DC3EDB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4B85D20-1712-38B6-B0DE-C61507896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17.08.2025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376EB8-8D04-2976-85D4-2ADF4FA3A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540E5B9-8C2B-0AD6-70BD-4E96EAFC2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2221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3DDC3FE-CC3F-9BDA-0DA8-AC0AE97EC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A997B66-C9C9-C5C2-4F68-B1ED0F53F1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C88C302-6259-AA12-6D15-F895C1B9C2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A51F25-4808-47F4-BF6E-BCDC230DB01C}" type="datetimeFigureOut">
              <a:rPr lang="de-DE" smtClean="0"/>
              <a:t>17.08.2025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A50A006-B53F-FC11-600B-D61C8B8E3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9E1156-7578-F688-1D91-BA880DD71E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4266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F72F59-52B3-6063-A2E3-2AA45125A9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 Course for Physicists</a:t>
            </a:r>
            <a:br>
              <a:rPr lang="en-US" dirty="0"/>
            </a:br>
            <a:r>
              <a:rPr lang="en-US" dirty="0"/>
              <a:t>– Chunk 1: Introduction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2F76653-44B5-8707-B179-FDB90CB514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Jonathan Bollig</a:t>
            </a:r>
          </a:p>
          <a:p>
            <a:r>
              <a:rPr lang="en-US" dirty="0"/>
              <a:t>08.10.2025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36289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CD386F-59C6-F67B-7DCD-F1BC663E3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Information – Times and Dates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16BD547-131A-7854-8F80-981FAD9C3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Dates: </a:t>
            </a:r>
          </a:p>
          <a:p>
            <a:pPr lvl="1"/>
            <a:r>
              <a:rPr lang="en-US" dirty="0"/>
              <a:t>Regular: Wednesday to Friday</a:t>
            </a:r>
          </a:p>
          <a:p>
            <a:pPr lvl="1"/>
            <a:r>
              <a:rPr lang="en-US" dirty="0"/>
              <a:t>Maybe Saturday if delayed or for extra “chunks” (Improvised if demanded)</a:t>
            </a:r>
          </a:p>
          <a:p>
            <a:r>
              <a:rPr lang="en-US" dirty="0"/>
              <a:t>Times: </a:t>
            </a:r>
          </a:p>
          <a:p>
            <a:pPr lvl="1"/>
            <a:r>
              <a:rPr lang="en-US" dirty="0"/>
              <a:t>Start at 09:30</a:t>
            </a:r>
          </a:p>
          <a:p>
            <a:pPr lvl="1"/>
            <a:r>
              <a:rPr lang="en-US" dirty="0"/>
              <a:t>Lunchbreak 12:30 – 13:30</a:t>
            </a:r>
          </a:p>
          <a:p>
            <a:pPr lvl="1"/>
            <a:r>
              <a:rPr lang="en-US" dirty="0"/>
              <a:t>Finish: ~16:30</a:t>
            </a:r>
          </a:p>
          <a:p>
            <a:r>
              <a:rPr lang="en-US" dirty="0"/>
              <a:t>Lecturing type:</a:t>
            </a:r>
          </a:p>
          <a:p>
            <a:pPr lvl="1"/>
            <a:r>
              <a:rPr lang="en-US" dirty="0"/>
              <a:t>15-minute lectures (Chunks) with 45-minute practice sessions</a:t>
            </a:r>
          </a:p>
          <a:p>
            <a:pPr lvl="1"/>
            <a:r>
              <a:rPr lang="en-US" dirty="0"/>
              <a:t>3 chunks before and 3 after lunch </a:t>
            </a:r>
            <a:r>
              <a:rPr lang="en-US" dirty="0">
                <a:sym typeface="Wingdings" panose="05000000000000000000" pitchFamily="2" charset="2"/>
              </a:rPr>
              <a:t> 18 chunks in total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56329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CEC020-67CE-83BA-52A4-53DB4E738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Information – Lecturing Type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763ED7-8DD3-93DC-2F3B-D6B7FEB3B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99787"/>
          </a:xfrm>
        </p:spPr>
        <p:txBody>
          <a:bodyPr>
            <a:normAutofit/>
          </a:bodyPr>
          <a:lstStyle/>
          <a:p>
            <a:r>
              <a:rPr lang="en-US" noProof="0" dirty="0"/>
              <a:t>15 Minute Lectures: Concise introductions to topics (YT tutorial style)</a:t>
            </a:r>
          </a:p>
          <a:p>
            <a:pPr lvl="1"/>
            <a:r>
              <a:rPr lang="en-US" noProof="0" dirty="0"/>
              <a:t>PDFs are uploaded</a:t>
            </a:r>
          </a:p>
          <a:p>
            <a:r>
              <a:rPr lang="en-US" noProof="0" dirty="0"/>
              <a:t>45 Minute self practice:</a:t>
            </a:r>
          </a:p>
          <a:p>
            <a:pPr lvl="1"/>
            <a:r>
              <a:rPr lang="en-US" noProof="0" dirty="0"/>
              <a:t>Usage of </a:t>
            </a:r>
            <a:r>
              <a:rPr lang="en-US" noProof="0" dirty="0" err="1"/>
              <a:t>Jupyter</a:t>
            </a:r>
            <a:r>
              <a:rPr lang="en-US" noProof="0" dirty="0"/>
              <a:t> Notebooks: Tasks and solutions in one place.</a:t>
            </a:r>
          </a:p>
          <a:p>
            <a:pPr lvl="1"/>
            <a:endParaRPr lang="en-US" noProof="0" dirty="0"/>
          </a:p>
          <a:p>
            <a:pPr lvl="1"/>
            <a:endParaRPr lang="en-US" noProof="0" dirty="0"/>
          </a:p>
          <a:p>
            <a:pPr lvl="1"/>
            <a:endParaRPr lang="en-US" noProof="0" dirty="0"/>
          </a:p>
          <a:p>
            <a:pPr lvl="1"/>
            <a:endParaRPr lang="en-US" noProof="0" dirty="0"/>
          </a:p>
          <a:p>
            <a:pPr lvl="1"/>
            <a:r>
              <a:rPr lang="en-US" noProof="0" dirty="0"/>
              <a:t>Cheat Sheet at the top</a:t>
            </a:r>
          </a:p>
          <a:p>
            <a:pPr lvl="1"/>
            <a:r>
              <a:rPr lang="en-US" noProof="0" dirty="0"/>
              <a:t>Easy, medium and advanced tasks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1D75445-F62B-736D-2C1E-98F04E1BC6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0703" y="4005866"/>
            <a:ext cx="4832559" cy="14797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44279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925054-C76E-45A7-4239-2BA56785F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7F7788F-7BB4-2420-6F85-726B9B09E4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3283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7A0B5F-607C-4C36-ECF8-BBF9DF9AD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notes on solving task sheets	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0A723FE-AE4A-BC31-F8DA-B479D4E846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Splitting into second room</a:t>
            </a:r>
          </a:p>
          <a:p>
            <a:r>
              <a:rPr lang="en-US" dirty="0"/>
              <a:t>How to go about solving task sheets</a:t>
            </a:r>
          </a:p>
          <a:p>
            <a:pPr lvl="1"/>
            <a:r>
              <a:rPr lang="en-US" dirty="0"/>
              <a:t>Try yourself</a:t>
            </a:r>
          </a:p>
          <a:p>
            <a:pPr lvl="1"/>
            <a:r>
              <a:rPr lang="en-US" dirty="0"/>
              <a:t>Ask google (</a:t>
            </a:r>
            <a:r>
              <a:rPr lang="en-US" dirty="0" err="1"/>
              <a:t>Stackoverflow</a:t>
            </a:r>
            <a:r>
              <a:rPr lang="en-US" dirty="0"/>
              <a:t> &lt;3) (google meme)</a:t>
            </a:r>
          </a:p>
          <a:p>
            <a:pPr lvl="1"/>
            <a:r>
              <a:rPr lang="en-US" dirty="0"/>
              <a:t>Ask your neighbor (maybe before googling)</a:t>
            </a:r>
          </a:p>
          <a:p>
            <a:pPr lvl="1"/>
            <a:r>
              <a:rPr lang="en-US" dirty="0"/>
              <a:t>Ask assistants</a:t>
            </a:r>
          </a:p>
          <a:p>
            <a:pPr lvl="1"/>
            <a:r>
              <a:rPr lang="en-US" dirty="0"/>
              <a:t>(Maybe) ask LLM (ChatGPT / Perplexity / Copilot)</a:t>
            </a:r>
          </a:p>
          <a:p>
            <a:r>
              <a:rPr lang="en-US" dirty="0"/>
              <a:t>Struggling and debugging are 90% of a coders work</a:t>
            </a:r>
          </a:p>
          <a:p>
            <a:pPr lvl="1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69503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</Words>
  <Application>Microsoft Office PowerPoint</Application>
  <PresentationFormat>Breitbild</PresentationFormat>
  <Paragraphs>34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Wingdings</vt:lpstr>
      <vt:lpstr>Office</vt:lpstr>
      <vt:lpstr>Python Course for Physicists – Chunk 1: Introduction</vt:lpstr>
      <vt:lpstr>General Information – Times and Dates</vt:lpstr>
      <vt:lpstr>General Information – Lecturing Type</vt:lpstr>
      <vt:lpstr>PowerPoint-Präsentation</vt:lpstr>
      <vt:lpstr>Some notes on solving task sheets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Bollig</dc:creator>
  <cp:lastModifiedBy>Jonathan Bollig</cp:lastModifiedBy>
  <cp:revision>1</cp:revision>
  <dcterms:created xsi:type="dcterms:W3CDTF">2025-08-17T13:50:44Z</dcterms:created>
  <dcterms:modified xsi:type="dcterms:W3CDTF">2025-08-17T16:09:29Z</dcterms:modified>
</cp:coreProperties>
</file>