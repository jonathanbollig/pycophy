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70" r:id="rId3"/>
    <p:sldId id="279" r:id="rId4"/>
    <p:sldId id="278" r:id="rId5"/>
    <p:sldId id="271" r:id="rId6"/>
    <p:sldId id="272" r:id="rId7"/>
    <p:sldId id="273" r:id="rId8"/>
    <p:sldId id="274" r:id="rId9"/>
    <p:sldId id="275" r:id="rId10"/>
    <p:sldId id="276" r:id="rId11"/>
    <p:sldId id="277" r:id="rId12"/>
    <p:sldId id="269" r:id="rId1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D073FE7-5F05-449E-91BF-A62A8DD301EB}" v="32" dt="2025-10-01T23:37:39.8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6476" autoAdjust="0"/>
  </p:normalViewPr>
  <p:slideViewPr>
    <p:cSldViewPr snapToGrid="0">
      <p:cViewPr varScale="1">
        <p:scale>
          <a:sx n="139" d="100"/>
          <a:sy n="139" d="100"/>
        </p:scale>
        <p:origin x="108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nathan Bollig" userId="8b5d0afe-f106-45e0-8c3f-fd98fa124db1" providerId="ADAL" clId="{C3A55AB0-6544-4EF6-B5EC-CEC27959DC72}"/>
    <pc:docChg chg="addSld delSld modSld">
      <pc:chgData name="Jonathan Bollig" userId="8b5d0afe-f106-45e0-8c3f-fd98fa124db1" providerId="ADAL" clId="{C3A55AB0-6544-4EF6-B5EC-CEC27959DC72}" dt="2025-08-18T12:44:17.988" v="12" actId="47"/>
      <pc:docMkLst>
        <pc:docMk/>
      </pc:docMkLst>
      <pc:sldChg chg="modSp mod">
        <pc:chgData name="Jonathan Bollig" userId="8b5d0afe-f106-45e0-8c3f-fd98fa124db1" providerId="ADAL" clId="{C3A55AB0-6544-4EF6-B5EC-CEC27959DC72}" dt="2025-08-18T12:33:03.261" v="11" actId="20577"/>
        <pc:sldMkLst>
          <pc:docMk/>
          <pc:sldMk cId="836289018" sldId="256"/>
        </pc:sldMkLst>
      </pc:sldChg>
      <pc:sldChg chg="del">
        <pc:chgData name="Jonathan Bollig" userId="8b5d0afe-f106-45e0-8c3f-fd98fa124db1" providerId="ADAL" clId="{C3A55AB0-6544-4EF6-B5EC-CEC27959DC72}" dt="2025-08-18T12:44:17.988" v="12" actId="47"/>
        <pc:sldMkLst>
          <pc:docMk/>
          <pc:sldMk cId="2169503629" sldId="259"/>
        </pc:sldMkLst>
      </pc:sldChg>
      <pc:sldChg chg="add">
        <pc:chgData name="Jonathan Bollig" userId="8b5d0afe-f106-45e0-8c3f-fd98fa124db1" providerId="ADAL" clId="{C3A55AB0-6544-4EF6-B5EC-CEC27959DC72}" dt="2025-08-18T12:32:51.254" v="0"/>
        <pc:sldMkLst>
          <pc:docMk/>
          <pc:sldMk cId="289564934" sldId="265"/>
        </pc:sldMkLst>
      </pc:sldChg>
    </pc:docChg>
  </pc:docChgLst>
  <pc:docChgLst>
    <pc:chgData name="Jonathan Bollig" userId="8b5d0afe-f106-45e0-8c3f-fd98fa124db1" providerId="ADAL" clId="{891409C9-2319-433B-8001-2E1CE368518E}"/>
    <pc:docChg chg="custSel delSld modSld">
      <pc:chgData name="Jonathan Bollig" userId="8b5d0afe-f106-45e0-8c3f-fd98fa124db1" providerId="ADAL" clId="{891409C9-2319-433B-8001-2E1CE368518E}" dt="2025-08-18T10:03:43.371" v="44" actId="1076"/>
      <pc:docMkLst>
        <pc:docMk/>
      </pc:docMkLst>
      <pc:sldChg chg="modSp mod">
        <pc:chgData name="Jonathan Bollig" userId="8b5d0afe-f106-45e0-8c3f-fd98fa124db1" providerId="ADAL" clId="{891409C9-2319-433B-8001-2E1CE368518E}" dt="2025-08-18T10:03:07.320" v="7" actId="20577"/>
        <pc:sldMkLst>
          <pc:docMk/>
          <pc:sldMk cId="836289018" sldId="256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3656329933" sldId="257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544279955" sldId="258"/>
        </pc:sldMkLst>
      </pc:sldChg>
      <pc:sldChg chg="delSp modSp mod">
        <pc:chgData name="Jonathan Bollig" userId="8b5d0afe-f106-45e0-8c3f-fd98fa124db1" providerId="ADAL" clId="{891409C9-2319-433B-8001-2E1CE368518E}" dt="2025-08-18T10:03:43.371" v="44" actId="1076"/>
        <pc:sldMkLst>
          <pc:docMk/>
          <pc:sldMk cId="2169503629" sldId="259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2533283895" sldId="260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847849653" sldId="261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1908144578" sldId="262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4076698392" sldId="263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3708449378" sldId="264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933916611" sldId="265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2117799034" sldId="266"/>
        </pc:sldMkLst>
      </pc:sldChg>
    </pc:docChg>
  </pc:docChgLst>
  <pc:docChgLst>
    <pc:chgData name="Jonathan Bollig" userId="8b5d0afe-f106-45e0-8c3f-fd98fa124db1" providerId="ADAL" clId="{B108959E-8160-4214-BA0D-42D2F1070C03}"/>
    <pc:docChg chg="undo custSel addSld modSld sldOrd">
      <pc:chgData name="Jonathan Bollig" userId="8b5d0afe-f106-45e0-8c3f-fd98fa124db1" providerId="ADAL" clId="{B108959E-8160-4214-BA0D-42D2F1070C03}" dt="2025-08-18T09:38:51.161" v="3588" actId="20577"/>
      <pc:docMkLst>
        <pc:docMk/>
      </pc:docMkLst>
      <pc:sldChg chg="modSp new mod">
        <pc:chgData name="Jonathan Bollig" userId="8b5d0afe-f106-45e0-8c3f-fd98fa124db1" providerId="ADAL" clId="{B108959E-8160-4214-BA0D-42D2F1070C03}" dt="2025-08-17T16:47:18.038" v="2214" actId="790"/>
        <pc:sldMkLst>
          <pc:docMk/>
          <pc:sldMk cId="836289018" sldId="256"/>
        </pc:sldMkLst>
      </pc:sldChg>
      <pc:sldChg chg="modSp new mod">
        <pc:chgData name="Jonathan Bollig" userId="8b5d0afe-f106-45e0-8c3f-fd98fa124db1" providerId="ADAL" clId="{B108959E-8160-4214-BA0D-42D2F1070C03}" dt="2025-08-17T16:47:18.038" v="2214" actId="790"/>
        <pc:sldMkLst>
          <pc:docMk/>
          <pc:sldMk cId="3656329933" sldId="257"/>
        </pc:sldMkLst>
      </pc:sldChg>
      <pc:sldChg chg="addSp delSp modSp new mod modNotesTx">
        <pc:chgData name="Jonathan Bollig" userId="8b5d0afe-f106-45e0-8c3f-fd98fa124db1" providerId="ADAL" clId="{B108959E-8160-4214-BA0D-42D2F1070C03}" dt="2025-08-18T09:08:46.312" v="2773" actId="20577"/>
        <pc:sldMkLst>
          <pc:docMk/>
          <pc:sldMk cId="544279955" sldId="258"/>
        </pc:sldMkLst>
      </pc:sldChg>
      <pc:sldChg chg="addSp modSp new mod">
        <pc:chgData name="Jonathan Bollig" userId="8b5d0afe-f106-45e0-8c3f-fd98fa124db1" providerId="ADAL" clId="{B108959E-8160-4214-BA0D-42D2F1070C03}" dt="2025-08-17T17:17:31.026" v="2605" actId="20577"/>
        <pc:sldMkLst>
          <pc:docMk/>
          <pc:sldMk cId="2169503629" sldId="259"/>
        </pc:sldMkLst>
      </pc:sldChg>
      <pc:sldChg chg="modSp new mod">
        <pc:chgData name="Jonathan Bollig" userId="8b5d0afe-f106-45e0-8c3f-fd98fa124db1" providerId="ADAL" clId="{B108959E-8160-4214-BA0D-42D2F1070C03}" dt="2025-08-18T09:38:51.161" v="3588" actId="20577"/>
        <pc:sldMkLst>
          <pc:docMk/>
          <pc:sldMk cId="2533283895" sldId="260"/>
        </pc:sldMkLst>
      </pc:sldChg>
      <pc:sldChg chg="addSp delSp modSp new mod setBg">
        <pc:chgData name="Jonathan Bollig" userId="8b5d0afe-f106-45e0-8c3f-fd98fa124db1" providerId="ADAL" clId="{B108959E-8160-4214-BA0D-42D2F1070C03}" dt="2025-08-17T17:07:09.185" v="2483" actId="5793"/>
        <pc:sldMkLst>
          <pc:docMk/>
          <pc:sldMk cId="847849653" sldId="261"/>
        </pc:sldMkLst>
      </pc:sldChg>
      <pc:sldChg chg="modSp new mod">
        <pc:chgData name="Jonathan Bollig" userId="8b5d0afe-f106-45e0-8c3f-fd98fa124db1" providerId="ADAL" clId="{B108959E-8160-4214-BA0D-42D2F1070C03}" dt="2025-08-17T16:47:18.038" v="2214" actId="790"/>
        <pc:sldMkLst>
          <pc:docMk/>
          <pc:sldMk cId="1908144578" sldId="262"/>
        </pc:sldMkLst>
      </pc:sldChg>
      <pc:sldChg chg="modSp new mod">
        <pc:chgData name="Jonathan Bollig" userId="8b5d0afe-f106-45e0-8c3f-fd98fa124db1" providerId="ADAL" clId="{B108959E-8160-4214-BA0D-42D2F1070C03}" dt="2025-08-17T16:47:18.038" v="2214" actId="790"/>
        <pc:sldMkLst>
          <pc:docMk/>
          <pc:sldMk cId="4076698392" sldId="263"/>
        </pc:sldMkLst>
      </pc:sldChg>
      <pc:sldChg chg="modSp new mod">
        <pc:chgData name="Jonathan Bollig" userId="8b5d0afe-f106-45e0-8c3f-fd98fa124db1" providerId="ADAL" clId="{B108959E-8160-4214-BA0D-42D2F1070C03}" dt="2025-08-17T17:04:25.114" v="2368" actId="20577"/>
        <pc:sldMkLst>
          <pc:docMk/>
          <pc:sldMk cId="3708449378" sldId="264"/>
        </pc:sldMkLst>
      </pc:sldChg>
      <pc:sldChg chg="addSp delSp modSp new mod modNotesTx">
        <pc:chgData name="Jonathan Bollig" userId="8b5d0afe-f106-45e0-8c3f-fd98fa124db1" providerId="ADAL" clId="{B108959E-8160-4214-BA0D-42D2F1070C03}" dt="2025-08-18T09:38:09.362" v="3531" actId="20577"/>
        <pc:sldMkLst>
          <pc:docMk/>
          <pc:sldMk cId="933916611" sldId="265"/>
        </pc:sldMkLst>
      </pc:sldChg>
      <pc:sldChg chg="modSp new mod ord">
        <pc:chgData name="Jonathan Bollig" userId="8b5d0afe-f106-45e0-8c3f-fd98fa124db1" providerId="ADAL" clId="{B108959E-8160-4214-BA0D-42D2F1070C03}" dt="2025-08-18T09:21:09.777" v="2944" actId="20577"/>
        <pc:sldMkLst>
          <pc:docMk/>
          <pc:sldMk cId="2117799034" sldId="266"/>
        </pc:sldMkLst>
      </pc:sldChg>
    </pc:docChg>
  </pc:docChgLst>
  <pc:docChgLst>
    <pc:chgData name="Jonathan Bollig" userId="8b5d0afe-f106-45e0-8c3f-fd98fa124db1" providerId="ADAL" clId="{B2469FA9-EBD8-4834-A16D-CBF8EFC907DD}"/>
    <pc:docChg chg="undo custSel addSld delSld modSld sldOrd">
      <pc:chgData name="Jonathan Bollig" userId="8b5d0afe-f106-45e0-8c3f-fd98fa124db1" providerId="ADAL" clId="{B2469FA9-EBD8-4834-A16D-CBF8EFC907DD}" dt="2025-10-04T14:10:14.761" v="2676" actId="20577"/>
      <pc:docMkLst>
        <pc:docMk/>
      </pc:docMkLst>
      <pc:sldChg chg="modSp mod modNotesTx">
        <pc:chgData name="Jonathan Bollig" userId="8b5d0afe-f106-45e0-8c3f-fd98fa124db1" providerId="ADAL" clId="{B2469FA9-EBD8-4834-A16D-CBF8EFC907DD}" dt="2025-10-04T14:10:14.761" v="2676" actId="20577"/>
        <pc:sldMkLst>
          <pc:docMk/>
          <pc:sldMk cId="836289018" sldId="256"/>
        </pc:sldMkLst>
        <pc:spChg chg="mod">
          <ac:chgData name="Jonathan Bollig" userId="8b5d0afe-f106-45e0-8c3f-fd98fa124db1" providerId="ADAL" clId="{B2469FA9-EBD8-4834-A16D-CBF8EFC907DD}" dt="2025-10-04T14:10:14.761" v="2676" actId="20577"/>
          <ac:spMkLst>
            <pc:docMk/>
            <pc:sldMk cId="836289018" sldId="256"/>
            <ac:spMk id="2" creationId="{40F72F59-52B3-6063-A2E3-2AA45125A99B}"/>
          </ac:spMkLst>
        </pc:spChg>
      </pc:sldChg>
      <pc:sldChg chg="add del">
        <pc:chgData name="Jonathan Bollig" userId="8b5d0afe-f106-45e0-8c3f-fd98fa124db1" providerId="ADAL" clId="{B2469FA9-EBD8-4834-A16D-CBF8EFC907DD}" dt="2025-09-30T13:11:50.306" v="1412" actId="47"/>
        <pc:sldMkLst>
          <pc:docMk/>
          <pc:sldMk cId="2169503629" sldId="259"/>
        </pc:sldMkLst>
      </pc:sldChg>
      <pc:sldChg chg="add del">
        <pc:chgData name="Jonathan Bollig" userId="8b5d0afe-f106-45e0-8c3f-fd98fa124db1" providerId="ADAL" clId="{B2469FA9-EBD8-4834-A16D-CBF8EFC907DD}" dt="2025-09-30T12:04:33.972" v="134" actId="47"/>
        <pc:sldMkLst>
          <pc:docMk/>
          <pc:sldMk cId="932306145" sldId="260"/>
        </pc:sldMkLst>
      </pc:sldChg>
      <pc:sldChg chg="addSp delSp modSp new add del mod">
        <pc:chgData name="Jonathan Bollig" userId="8b5d0afe-f106-45e0-8c3f-fd98fa124db1" providerId="ADAL" clId="{B2469FA9-EBD8-4834-A16D-CBF8EFC907DD}" dt="2025-09-29T16:04:28.676" v="59" actId="2696"/>
        <pc:sldMkLst>
          <pc:docMk/>
          <pc:sldMk cId="1788226598" sldId="261"/>
        </pc:sldMkLst>
      </pc:sldChg>
      <pc:sldChg chg="delSp modSp new add del mod">
        <pc:chgData name="Jonathan Bollig" userId="8b5d0afe-f106-45e0-8c3f-fd98fa124db1" providerId="ADAL" clId="{B2469FA9-EBD8-4834-A16D-CBF8EFC907DD}" dt="2025-09-29T16:04:28.676" v="59" actId="2696"/>
        <pc:sldMkLst>
          <pc:docMk/>
          <pc:sldMk cId="4268657297" sldId="262"/>
        </pc:sldMkLst>
      </pc:sldChg>
      <pc:sldChg chg="del">
        <pc:chgData name="Jonathan Bollig" userId="8b5d0afe-f106-45e0-8c3f-fd98fa124db1" providerId="ADAL" clId="{B2469FA9-EBD8-4834-A16D-CBF8EFC907DD}" dt="2025-09-29T15:37:05.869" v="0" actId="47"/>
        <pc:sldMkLst>
          <pc:docMk/>
          <pc:sldMk cId="289564934" sldId="265"/>
        </pc:sldMkLst>
      </pc:sldChg>
      <pc:sldChg chg="addSp modSp add mod ord modNotesTx">
        <pc:chgData name="Jonathan Bollig" userId="8b5d0afe-f106-45e0-8c3f-fd98fa124db1" providerId="ADAL" clId="{B2469FA9-EBD8-4834-A16D-CBF8EFC907DD}" dt="2025-10-01T21:13:28.871" v="2142" actId="20577"/>
        <pc:sldMkLst>
          <pc:docMk/>
          <pc:sldMk cId="1952279139" sldId="269"/>
        </pc:sldMkLst>
        <pc:spChg chg="add mod">
          <ac:chgData name="Jonathan Bollig" userId="8b5d0afe-f106-45e0-8c3f-fd98fa124db1" providerId="ADAL" clId="{B2469FA9-EBD8-4834-A16D-CBF8EFC907DD}" dt="2025-10-01T11:54:51.612" v="1429" actId="5793"/>
          <ac:spMkLst>
            <pc:docMk/>
            <pc:sldMk cId="1952279139" sldId="269"/>
            <ac:spMk id="4" creationId="{51C6A5DA-6E82-C41B-CB13-F5E6793006A5}"/>
          </ac:spMkLst>
        </pc:spChg>
      </pc:sldChg>
      <pc:sldChg chg="addSp delSp modSp new mod">
        <pc:chgData name="Jonathan Bollig" userId="8b5d0afe-f106-45e0-8c3f-fd98fa124db1" providerId="ADAL" clId="{B2469FA9-EBD8-4834-A16D-CBF8EFC907DD}" dt="2025-10-01T15:07:05.539" v="1605" actId="20577"/>
        <pc:sldMkLst>
          <pc:docMk/>
          <pc:sldMk cId="494941062" sldId="270"/>
        </pc:sldMkLst>
        <pc:spChg chg="mod">
          <ac:chgData name="Jonathan Bollig" userId="8b5d0afe-f106-45e0-8c3f-fd98fa124db1" providerId="ADAL" clId="{B2469FA9-EBD8-4834-A16D-CBF8EFC907DD}" dt="2025-09-30T12:03:22.027" v="128" actId="20577"/>
          <ac:spMkLst>
            <pc:docMk/>
            <pc:sldMk cId="494941062" sldId="270"/>
            <ac:spMk id="2" creationId="{2E33FA72-E98C-300A-2AC3-CB33018D5102}"/>
          </ac:spMkLst>
        </pc:spChg>
        <pc:spChg chg="mod">
          <ac:chgData name="Jonathan Bollig" userId="8b5d0afe-f106-45e0-8c3f-fd98fa124db1" providerId="ADAL" clId="{B2469FA9-EBD8-4834-A16D-CBF8EFC907DD}" dt="2025-10-01T15:07:05.539" v="1605" actId="20577"/>
          <ac:spMkLst>
            <pc:docMk/>
            <pc:sldMk cId="494941062" sldId="270"/>
            <ac:spMk id="3" creationId="{03F5C1D7-583E-DCFE-433C-E54A59C50E4B}"/>
          </ac:spMkLst>
        </pc:spChg>
        <pc:picChg chg="add mod">
          <ac:chgData name="Jonathan Bollig" userId="8b5d0afe-f106-45e0-8c3f-fd98fa124db1" providerId="ADAL" clId="{B2469FA9-EBD8-4834-A16D-CBF8EFC907DD}" dt="2025-09-30T12:07:46.196" v="194" actId="1440"/>
          <ac:picMkLst>
            <pc:docMk/>
            <pc:sldMk cId="494941062" sldId="270"/>
            <ac:picMk id="5" creationId="{973E4D8F-98E9-F545-A82E-F833A30A3922}"/>
          </ac:picMkLst>
        </pc:picChg>
        <pc:picChg chg="add mod">
          <ac:chgData name="Jonathan Bollig" userId="8b5d0afe-f106-45e0-8c3f-fd98fa124db1" providerId="ADAL" clId="{B2469FA9-EBD8-4834-A16D-CBF8EFC907DD}" dt="2025-09-30T12:07:49.374" v="195" actId="1076"/>
          <ac:picMkLst>
            <pc:docMk/>
            <pc:sldMk cId="494941062" sldId="270"/>
            <ac:picMk id="8" creationId="{2EF60FBC-E467-B8D1-2236-450515492354}"/>
          </ac:picMkLst>
        </pc:picChg>
        <pc:picChg chg="add mod">
          <ac:chgData name="Jonathan Bollig" userId="8b5d0afe-f106-45e0-8c3f-fd98fa124db1" providerId="ADAL" clId="{B2469FA9-EBD8-4834-A16D-CBF8EFC907DD}" dt="2025-09-30T12:07:46.196" v="194" actId="1440"/>
          <ac:picMkLst>
            <pc:docMk/>
            <pc:sldMk cId="494941062" sldId="270"/>
            <ac:picMk id="10" creationId="{44A07214-53CA-0EB3-30F1-AF0EE527B7D0}"/>
          </ac:picMkLst>
        </pc:picChg>
        <pc:picChg chg="add mod modCrop">
          <ac:chgData name="Jonathan Bollig" userId="8b5d0afe-f106-45e0-8c3f-fd98fa124db1" providerId="ADAL" clId="{B2469FA9-EBD8-4834-A16D-CBF8EFC907DD}" dt="2025-09-30T12:07:46.196" v="194" actId="1440"/>
          <ac:picMkLst>
            <pc:docMk/>
            <pc:sldMk cId="494941062" sldId="270"/>
            <ac:picMk id="17" creationId="{62F68DB7-98CA-22B6-91AB-716192CD50D1}"/>
          </ac:picMkLst>
        </pc:picChg>
        <pc:picChg chg="add mod">
          <ac:chgData name="Jonathan Bollig" userId="8b5d0afe-f106-45e0-8c3f-fd98fa124db1" providerId="ADAL" clId="{B2469FA9-EBD8-4834-A16D-CBF8EFC907DD}" dt="2025-09-30T12:09:25.512" v="232" actId="1440"/>
          <ac:picMkLst>
            <pc:docMk/>
            <pc:sldMk cId="494941062" sldId="270"/>
            <ac:picMk id="19" creationId="{F0CA82AF-3863-00F5-B622-12B18F659D71}"/>
          </ac:picMkLst>
        </pc:picChg>
        <pc:cxnChg chg="add mod">
          <ac:chgData name="Jonathan Bollig" userId="8b5d0afe-f106-45e0-8c3f-fd98fa124db1" providerId="ADAL" clId="{B2469FA9-EBD8-4834-A16D-CBF8EFC907DD}" dt="2025-09-30T12:05:06.628" v="156" actId="1076"/>
          <ac:cxnSpMkLst>
            <pc:docMk/>
            <pc:sldMk cId="494941062" sldId="270"/>
            <ac:cxnSpMk id="6" creationId="{17829158-7E18-F9F8-3145-A5283E123E71}"/>
          </ac:cxnSpMkLst>
        </pc:cxnChg>
        <pc:cxnChg chg="add mod">
          <ac:chgData name="Jonathan Bollig" userId="8b5d0afe-f106-45e0-8c3f-fd98fa124db1" providerId="ADAL" clId="{B2469FA9-EBD8-4834-A16D-CBF8EFC907DD}" dt="2025-09-30T12:06:59.281" v="183" actId="1076"/>
          <ac:cxnSpMkLst>
            <pc:docMk/>
            <pc:sldMk cId="494941062" sldId="270"/>
            <ac:cxnSpMk id="13" creationId="{85BD2B1C-B5F1-2A7A-866C-364F34466B49}"/>
          </ac:cxnSpMkLst>
        </pc:cxnChg>
      </pc:sldChg>
      <pc:sldChg chg="addSp delSp modSp new mod">
        <pc:chgData name="Jonathan Bollig" userId="8b5d0afe-f106-45e0-8c3f-fd98fa124db1" providerId="ADAL" clId="{B2469FA9-EBD8-4834-A16D-CBF8EFC907DD}" dt="2025-10-01T15:42:39.646" v="1999" actId="1076"/>
        <pc:sldMkLst>
          <pc:docMk/>
          <pc:sldMk cId="4032930627" sldId="271"/>
        </pc:sldMkLst>
        <pc:spChg chg="mod">
          <ac:chgData name="Jonathan Bollig" userId="8b5d0afe-f106-45e0-8c3f-fd98fa124db1" providerId="ADAL" clId="{B2469FA9-EBD8-4834-A16D-CBF8EFC907DD}" dt="2025-09-30T12:11:03.867" v="323" actId="20577"/>
          <ac:spMkLst>
            <pc:docMk/>
            <pc:sldMk cId="4032930627" sldId="271"/>
            <ac:spMk id="2" creationId="{2523FA2C-2A1D-0A32-B3DF-9D37FE9EB853}"/>
          </ac:spMkLst>
        </pc:spChg>
        <pc:spChg chg="mod">
          <ac:chgData name="Jonathan Bollig" userId="8b5d0afe-f106-45e0-8c3f-fd98fa124db1" providerId="ADAL" clId="{B2469FA9-EBD8-4834-A16D-CBF8EFC907DD}" dt="2025-09-30T12:11:22.043" v="367" actId="20577"/>
          <ac:spMkLst>
            <pc:docMk/>
            <pc:sldMk cId="4032930627" sldId="271"/>
            <ac:spMk id="3" creationId="{72EC9643-9C3C-5A5C-2F7E-464DCF9B0D57}"/>
          </ac:spMkLst>
        </pc:spChg>
        <pc:spChg chg="add mod">
          <ac:chgData name="Jonathan Bollig" userId="8b5d0afe-f106-45e0-8c3f-fd98fa124db1" providerId="ADAL" clId="{B2469FA9-EBD8-4834-A16D-CBF8EFC907DD}" dt="2025-10-01T15:42:09.599" v="1961" actId="13822"/>
          <ac:spMkLst>
            <pc:docMk/>
            <pc:sldMk cId="4032930627" sldId="271"/>
            <ac:spMk id="4" creationId="{014D8CCE-3557-0CBE-AB35-21F4C588860C}"/>
          </ac:spMkLst>
        </pc:spChg>
        <pc:spChg chg="add mod">
          <ac:chgData name="Jonathan Bollig" userId="8b5d0afe-f106-45e0-8c3f-fd98fa124db1" providerId="ADAL" clId="{B2469FA9-EBD8-4834-A16D-CBF8EFC907DD}" dt="2025-10-01T15:42:39.646" v="1999" actId="1076"/>
          <ac:spMkLst>
            <pc:docMk/>
            <pc:sldMk cId="4032930627" sldId="271"/>
            <ac:spMk id="6" creationId="{5019B27F-4D5B-57F9-9DCB-2940D4BD737D}"/>
          </ac:spMkLst>
        </pc:spChg>
        <pc:spChg chg="add mod">
          <ac:chgData name="Jonathan Bollig" userId="8b5d0afe-f106-45e0-8c3f-fd98fa124db1" providerId="ADAL" clId="{B2469FA9-EBD8-4834-A16D-CBF8EFC907DD}" dt="2025-09-30T12:34:12.542" v="865" actId="1076"/>
          <ac:spMkLst>
            <pc:docMk/>
            <pc:sldMk cId="4032930627" sldId="271"/>
            <ac:spMk id="13" creationId="{18011108-EAE4-A275-0A16-B642D40704D3}"/>
          </ac:spMkLst>
        </pc:spChg>
        <pc:picChg chg="add mod">
          <ac:chgData name="Jonathan Bollig" userId="8b5d0afe-f106-45e0-8c3f-fd98fa124db1" providerId="ADAL" clId="{B2469FA9-EBD8-4834-A16D-CBF8EFC907DD}" dt="2025-09-30T12:10:32.449" v="276" actId="1076"/>
          <ac:picMkLst>
            <pc:docMk/>
            <pc:sldMk cId="4032930627" sldId="271"/>
            <ac:picMk id="5" creationId="{AC5B6BAB-2627-83B4-3B7C-C374C2F1677D}"/>
          </ac:picMkLst>
        </pc:picChg>
        <pc:picChg chg="add mod">
          <ac:chgData name="Jonathan Bollig" userId="8b5d0afe-f106-45e0-8c3f-fd98fa124db1" providerId="ADAL" clId="{B2469FA9-EBD8-4834-A16D-CBF8EFC907DD}" dt="2025-09-30T12:10:56.850" v="279" actId="14100"/>
          <ac:picMkLst>
            <pc:docMk/>
            <pc:sldMk cId="4032930627" sldId="271"/>
            <ac:picMk id="7" creationId="{4EAA1E3F-A672-06FA-F90D-C8E737F9689C}"/>
          </ac:picMkLst>
        </pc:picChg>
        <pc:picChg chg="add mod modCrop">
          <ac:chgData name="Jonathan Bollig" userId="8b5d0afe-f106-45e0-8c3f-fd98fa124db1" providerId="ADAL" clId="{B2469FA9-EBD8-4834-A16D-CBF8EFC907DD}" dt="2025-09-30T12:14:12.087" v="380" actId="1076"/>
          <ac:picMkLst>
            <pc:docMk/>
            <pc:sldMk cId="4032930627" sldId="271"/>
            <ac:picMk id="11" creationId="{FA55AD83-437D-21F3-EE34-60617C9ECFA7}"/>
          </ac:picMkLst>
        </pc:picChg>
        <pc:picChg chg="add mod modCrop">
          <ac:chgData name="Jonathan Bollig" userId="8b5d0afe-f106-45e0-8c3f-fd98fa124db1" providerId="ADAL" clId="{B2469FA9-EBD8-4834-A16D-CBF8EFC907DD}" dt="2025-09-30T12:14:19.685" v="381" actId="1076"/>
          <ac:picMkLst>
            <pc:docMk/>
            <pc:sldMk cId="4032930627" sldId="271"/>
            <ac:picMk id="12" creationId="{8D9C6C91-3EC3-D5DD-291A-A87AEFC30B71}"/>
          </ac:picMkLst>
        </pc:picChg>
      </pc:sldChg>
      <pc:sldChg chg="addSp delSp modSp new mod">
        <pc:chgData name="Jonathan Bollig" userId="8b5d0afe-f106-45e0-8c3f-fd98fa124db1" providerId="ADAL" clId="{B2469FA9-EBD8-4834-A16D-CBF8EFC907DD}" dt="2025-10-01T21:11:57.865" v="2087" actId="14100"/>
        <pc:sldMkLst>
          <pc:docMk/>
          <pc:sldMk cId="3145733069" sldId="272"/>
        </pc:sldMkLst>
        <pc:spChg chg="add mod">
          <ac:chgData name="Jonathan Bollig" userId="8b5d0afe-f106-45e0-8c3f-fd98fa124db1" providerId="ADAL" clId="{B2469FA9-EBD8-4834-A16D-CBF8EFC907DD}" dt="2025-10-01T21:11:44.193" v="2082" actId="20577"/>
          <ac:spMkLst>
            <pc:docMk/>
            <pc:sldMk cId="3145733069" sldId="272"/>
            <ac:spMk id="2" creationId="{5A57062A-3CE9-DEAD-81E9-14CF7F46DA7B}"/>
          </ac:spMkLst>
        </pc:spChg>
        <pc:spChg chg="add mod">
          <ac:chgData name="Jonathan Bollig" userId="8b5d0afe-f106-45e0-8c3f-fd98fa124db1" providerId="ADAL" clId="{B2469FA9-EBD8-4834-A16D-CBF8EFC907DD}" dt="2025-09-30T12:16:48.377" v="388"/>
          <ac:spMkLst>
            <pc:docMk/>
            <pc:sldMk cId="3145733069" sldId="272"/>
            <ac:spMk id="7" creationId="{C13A6555-531A-2ADA-D647-0D9459D986DB}"/>
          </ac:spMkLst>
        </pc:spChg>
        <pc:picChg chg="add mod">
          <ac:chgData name="Jonathan Bollig" userId="8b5d0afe-f106-45e0-8c3f-fd98fa124db1" providerId="ADAL" clId="{B2469FA9-EBD8-4834-A16D-CBF8EFC907DD}" dt="2025-09-30T12:16:48.377" v="388"/>
          <ac:picMkLst>
            <pc:docMk/>
            <pc:sldMk cId="3145733069" sldId="272"/>
            <ac:picMk id="8" creationId="{90B7E8AE-A8A2-7DBA-F29C-3C4149CC9C06}"/>
          </ac:picMkLst>
        </pc:picChg>
        <pc:picChg chg="add mod">
          <ac:chgData name="Jonathan Bollig" userId="8b5d0afe-f106-45e0-8c3f-fd98fa124db1" providerId="ADAL" clId="{B2469FA9-EBD8-4834-A16D-CBF8EFC907DD}" dt="2025-09-30T12:16:48.377" v="388"/>
          <ac:picMkLst>
            <pc:docMk/>
            <pc:sldMk cId="3145733069" sldId="272"/>
            <ac:picMk id="9" creationId="{B3B670D8-3095-CF2A-CED3-F23ACBDFBE14}"/>
          </ac:picMkLst>
        </pc:picChg>
        <pc:picChg chg="add mod">
          <ac:chgData name="Jonathan Bollig" userId="8b5d0afe-f106-45e0-8c3f-fd98fa124db1" providerId="ADAL" clId="{B2469FA9-EBD8-4834-A16D-CBF8EFC907DD}" dt="2025-09-30T12:17:56.012" v="397" actId="1440"/>
          <ac:picMkLst>
            <pc:docMk/>
            <pc:sldMk cId="3145733069" sldId="272"/>
            <ac:picMk id="11" creationId="{707189CF-54D6-3E43-336F-62F68078FB1E}"/>
          </ac:picMkLst>
        </pc:picChg>
        <pc:picChg chg="add mod">
          <ac:chgData name="Jonathan Bollig" userId="8b5d0afe-f106-45e0-8c3f-fd98fa124db1" providerId="ADAL" clId="{B2469FA9-EBD8-4834-A16D-CBF8EFC907DD}" dt="2025-09-30T12:17:56.012" v="397" actId="1440"/>
          <ac:picMkLst>
            <pc:docMk/>
            <pc:sldMk cId="3145733069" sldId="272"/>
            <ac:picMk id="13" creationId="{63D40F3F-9141-19C2-B96B-B80FB58857CF}"/>
          </ac:picMkLst>
        </pc:picChg>
        <pc:cxnChg chg="add mod">
          <ac:chgData name="Jonathan Bollig" userId="8b5d0afe-f106-45e0-8c3f-fd98fa124db1" providerId="ADAL" clId="{B2469FA9-EBD8-4834-A16D-CBF8EFC907DD}" dt="2025-10-01T21:11:57.865" v="2087" actId="14100"/>
          <ac:cxnSpMkLst>
            <pc:docMk/>
            <pc:sldMk cId="3145733069" sldId="272"/>
            <ac:cxnSpMk id="3" creationId="{8A84E87D-EFB4-D2C4-8A5D-BACE775DE691}"/>
          </ac:cxnSpMkLst>
        </pc:cxnChg>
        <pc:cxnChg chg="add mod">
          <ac:chgData name="Jonathan Bollig" userId="8b5d0afe-f106-45e0-8c3f-fd98fa124db1" providerId="ADAL" clId="{B2469FA9-EBD8-4834-A16D-CBF8EFC907DD}" dt="2025-09-30T12:17:51.546" v="396" actId="1076"/>
          <ac:cxnSpMkLst>
            <pc:docMk/>
            <pc:sldMk cId="3145733069" sldId="272"/>
            <ac:cxnSpMk id="14" creationId="{F296950F-44D0-7F1A-EC74-A8685185796D}"/>
          </ac:cxnSpMkLst>
        </pc:cxnChg>
      </pc:sldChg>
      <pc:sldChg chg="addSp delSp modSp new mod modNotesTx">
        <pc:chgData name="Jonathan Bollig" userId="8b5d0afe-f106-45e0-8c3f-fd98fa124db1" providerId="ADAL" clId="{B2469FA9-EBD8-4834-A16D-CBF8EFC907DD}" dt="2025-10-01T23:41:36.681" v="2566" actId="20577"/>
        <pc:sldMkLst>
          <pc:docMk/>
          <pc:sldMk cId="404308816" sldId="273"/>
        </pc:sldMkLst>
        <pc:spChg chg="mod">
          <ac:chgData name="Jonathan Bollig" userId="8b5d0afe-f106-45e0-8c3f-fd98fa124db1" providerId="ADAL" clId="{B2469FA9-EBD8-4834-A16D-CBF8EFC907DD}" dt="2025-09-30T12:30:56.267" v="632" actId="20577"/>
          <ac:spMkLst>
            <pc:docMk/>
            <pc:sldMk cId="404308816" sldId="273"/>
            <ac:spMk id="2" creationId="{15323CD0-6A66-DAFE-2D83-296D82F2A232}"/>
          </ac:spMkLst>
        </pc:spChg>
        <pc:spChg chg="mod">
          <ac:chgData name="Jonathan Bollig" userId="8b5d0afe-f106-45e0-8c3f-fd98fa124db1" providerId="ADAL" clId="{B2469FA9-EBD8-4834-A16D-CBF8EFC907DD}" dt="2025-09-30T12:38:33.012" v="950" actId="20577"/>
          <ac:spMkLst>
            <pc:docMk/>
            <pc:sldMk cId="404308816" sldId="273"/>
            <ac:spMk id="3" creationId="{3F24F9F5-277C-D386-EF5E-76BB60B6D526}"/>
          </ac:spMkLst>
        </pc:spChg>
        <pc:spChg chg="add mod">
          <ac:chgData name="Jonathan Bollig" userId="8b5d0afe-f106-45e0-8c3f-fd98fa124db1" providerId="ADAL" clId="{B2469FA9-EBD8-4834-A16D-CBF8EFC907DD}" dt="2025-09-30T12:38:44.925" v="951" actId="1076"/>
          <ac:spMkLst>
            <pc:docMk/>
            <pc:sldMk cId="404308816" sldId="273"/>
            <ac:spMk id="16" creationId="{CB1FD1BF-A8F0-645C-E782-CF6E6B4833BA}"/>
          </ac:spMkLst>
        </pc:spChg>
        <pc:spChg chg="add mod">
          <ac:chgData name="Jonathan Bollig" userId="8b5d0afe-f106-45e0-8c3f-fd98fa124db1" providerId="ADAL" clId="{B2469FA9-EBD8-4834-A16D-CBF8EFC907DD}" dt="2025-09-30T12:39:48.192" v="963" actId="1076"/>
          <ac:spMkLst>
            <pc:docMk/>
            <pc:sldMk cId="404308816" sldId="273"/>
            <ac:spMk id="19" creationId="{FD560D27-8F6A-ADFF-CF9D-8203C7C98CF3}"/>
          </ac:spMkLst>
        </pc:spChg>
        <pc:picChg chg="add mod">
          <ac:chgData name="Jonathan Bollig" userId="8b5d0afe-f106-45e0-8c3f-fd98fa124db1" providerId="ADAL" clId="{B2469FA9-EBD8-4834-A16D-CBF8EFC907DD}" dt="2025-10-01T15:41:26.627" v="1959" actId="1440"/>
          <ac:picMkLst>
            <pc:docMk/>
            <pc:sldMk cId="404308816" sldId="273"/>
            <ac:picMk id="5" creationId="{E6FDE3D5-76BF-9092-53D9-6449BC060902}"/>
          </ac:picMkLst>
        </pc:picChg>
        <pc:picChg chg="add mod">
          <ac:chgData name="Jonathan Bollig" userId="8b5d0afe-f106-45e0-8c3f-fd98fa124db1" providerId="ADAL" clId="{B2469FA9-EBD8-4834-A16D-CBF8EFC907DD}" dt="2025-09-30T12:33:46.898" v="858" actId="1076"/>
          <ac:picMkLst>
            <pc:docMk/>
            <pc:sldMk cId="404308816" sldId="273"/>
            <ac:picMk id="9" creationId="{2FDB8572-E43F-CF8C-8128-E8A49F7958AA}"/>
          </ac:picMkLst>
        </pc:picChg>
        <pc:picChg chg="add mod">
          <ac:chgData name="Jonathan Bollig" userId="8b5d0afe-f106-45e0-8c3f-fd98fa124db1" providerId="ADAL" clId="{B2469FA9-EBD8-4834-A16D-CBF8EFC907DD}" dt="2025-09-30T12:33:50.244" v="859" actId="1076"/>
          <ac:picMkLst>
            <pc:docMk/>
            <pc:sldMk cId="404308816" sldId="273"/>
            <ac:picMk id="11" creationId="{48CDDF7D-125F-AE61-5658-F841A7D783AD}"/>
          </ac:picMkLst>
        </pc:picChg>
        <pc:picChg chg="add mod">
          <ac:chgData name="Jonathan Bollig" userId="8b5d0afe-f106-45e0-8c3f-fd98fa124db1" providerId="ADAL" clId="{B2469FA9-EBD8-4834-A16D-CBF8EFC907DD}" dt="2025-09-30T12:39:14.763" v="955" actId="1440"/>
          <ac:picMkLst>
            <pc:docMk/>
            <pc:sldMk cId="404308816" sldId="273"/>
            <ac:picMk id="15" creationId="{108D46A4-E8F4-928C-E57A-5F067EF29D92}"/>
          </ac:picMkLst>
        </pc:picChg>
        <pc:picChg chg="add mod">
          <ac:chgData name="Jonathan Bollig" userId="8b5d0afe-f106-45e0-8c3f-fd98fa124db1" providerId="ADAL" clId="{B2469FA9-EBD8-4834-A16D-CBF8EFC907DD}" dt="2025-09-30T12:39:38.670" v="960" actId="1076"/>
          <ac:picMkLst>
            <pc:docMk/>
            <pc:sldMk cId="404308816" sldId="273"/>
            <ac:picMk id="18" creationId="{664B0FEC-8D8F-63DB-A641-8B184DD7E370}"/>
          </ac:picMkLst>
        </pc:picChg>
        <pc:cxnChg chg="add mod">
          <ac:chgData name="Jonathan Bollig" userId="8b5d0afe-f106-45e0-8c3f-fd98fa124db1" providerId="ADAL" clId="{B2469FA9-EBD8-4834-A16D-CBF8EFC907DD}" dt="2025-09-30T12:33:44.461" v="857" actId="1076"/>
          <ac:cxnSpMkLst>
            <pc:docMk/>
            <pc:sldMk cId="404308816" sldId="273"/>
            <ac:cxnSpMk id="12" creationId="{16E7E81C-8B62-E75D-E4A1-4C93705885B1}"/>
          </ac:cxnSpMkLst>
        </pc:cxnChg>
        <pc:cxnChg chg="add mod">
          <ac:chgData name="Jonathan Bollig" userId="8b5d0afe-f106-45e0-8c3f-fd98fa124db1" providerId="ADAL" clId="{B2469FA9-EBD8-4834-A16D-CBF8EFC907DD}" dt="2025-09-30T12:33:42.170" v="856" actId="1076"/>
          <ac:cxnSpMkLst>
            <pc:docMk/>
            <pc:sldMk cId="404308816" sldId="273"/>
            <ac:cxnSpMk id="13" creationId="{405101E5-3ED3-C2A7-C027-1F8B4B27EB14}"/>
          </ac:cxnSpMkLst>
        </pc:cxnChg>
      </pc:sldChg>
      <pc:sldChg chg="addSp modSp new mod modNotesTx">
        <pc:chgData name="Jonathan Bollig" userId="8b5d0afe-f106-45e0-8c3f-fd98fa124db1" providerId="ADAL" clId="{B2469FA9-EBD8-4834-A16D-CBF8EFC907DD}" dt="2025-10-01T23:00:37.205" v="2259" actId="20577"/>
        <pc:sldMkLst>
          <pc:docMk/>
          <pc:sldMk cId="4148233273" sldId="274"/>
        </pc:sldMkLst>
        <pc:spChg chg="mod">
          <ac:chgData name="Jonathan Bollig" userId="8b5d0afe-f106-45e0-8c3f-fd98fa124db1" providerId="ADAL" clId="{B2469FA9-EBD8-4834-A16D-CBF8EFC907DD}" dt="2025-10-01T22:56:45.813" v="2160" actId="20577"/>
          <ac:spMkLst>
            <pc:docMk/>
            <pc:sldMk cId="4148233273" sldId="274"/>
            <ac:spMk id="2" creationId="{B3CBD481-0074-09AF-8B7C-16F8D706B937}"/>
          </ac:spMkLst>
        </pc:spChg>
        <pc:spChg chg="mod">
          <ac:chgData name="Jonathan Bollig" userId="8b5d0afe-f106-45e0-8c3f-fd98fa124db1" providerId="ADAL" clId="{B2469FA9-EBD8-4834-A16D-CBF8EFC907DD}" dt="2025-10-01T22:57:13.325" v="2201" actId="20577"/>
          <ac:spMkLst>
            <pc:docMk/>
            <pc:sldMk cId="4148233273" sldId="274"/>
            <ac:spMk id="3" creationId="{505D3317-ECEE-3E57-39B7-BD06280FCCD7}"/>
          </ac:spMkLst>
        </pc:spChg>
        <pc:picChg chg="add mod">
          <ac:chgData name="Jonathan Bollig" userId="8b5d0afe-f106-45e0-8c3f-fd98fa124db1" providerId="ADAL" clId="{B2469FA9-EBD8-4834-A16D-CBF8EFC907DD}" dt="2025-10-01T22:57:16.788" v="2202" actId="1076"/>
          <ac:picMkLst>
            <pc:docMk/>
            <pc:sldMk cId="4148233273" sldId="274"/>
            <ac:picMk id="5" creationId="{8B422CF8-67CD-D647-62EB-765EE67FC5CD}"/>
          </ac:picMkLst>
        </pc:picChg>
        <pc:picChg chg="add mod">
          <ac:chgData name="Jonathan Bollig" userId="8b5d0afe-f106-45e0-8c3f-fd98fa124db1" providerId="ADAL" clId="{B2469FA9-EBD8-4834-A16D-CBF8EFC907DD}" dt="2025-10-01T23:00:24.521" v="2210" actId="1076"/>
          <ac:picMkLst>
            <pc:docMk/>
            <pc:sldMk cId="4148233273" sldId="274"/>
            <ac:picMk id="6" creationId="{93AE58E7-5EDC-B6BF-969B-2A5F5E68E7C5}"/>
          </ac:picMkLst>
        </pc:picChg>
        <pc:picChg chg="add mod">
          <ac:chgData name="Jonathan Bollig" userId="8b5d0afe-f106-45e0-8c3f-fd98fa124db1" providerId="ADAL" clId="{B2469FA9-EBD8-4834-A16D-CBF8EFC907DD}" dt="2025-10-01T22:57:23.671" v="2205" actId="1076"/>
          <ac:picMkLst>
            <pc:docMk/>
            <pc:sldMk cId="4148233273" sldId="274"/>
            <ac:picMk id="7" creationId="{D9149754-45B3-C001-976F-A39BDAFE3708}"/>
          </ac:picMkLst>
        </pc:picChg>
        <pc:picChg chg="add mod">
          <ac:chgData name="Jonathan Bollig" userId="8b5d0afe-f106-45e0-8c3f-fd98fa124db1" providerId="ADAL" clId="{B2469FA9-EBD8-4834-A16D-CBF8EFC907DD}" dt="2025-10-01T22:57:21.108" v="2204" actId="1076"/>
          <ac:picMkLst>
            <pc:docMk/>
            <pc:sldMk cId="4148233273" sldId="274"/>
            <ac:picMk id="9" creationId="{3704010C-3AFB-4981-979E-99EA1D5B8946}"/>
          </ac:picMkLst>
        </pc:picChg>
      </pc:sldChg>
      <pc:sldChg chg="addSp modSp new mod">
        <pc:chgData name="Jonathan Bollig" userId="8b5d0afe-f106-45e0-8c3f-fd98fa124db1" providerId="ADAL" clId="{B2469FA9-EBD8-4834-A16D-CBF8EFC907DD}" dt="2025-09-30T13:00:42.933" v="1139" actId="14100"/>
        <pc:sldMkLst>
          <pc:docMk/>
          <pc:sldMk cId="4261150730" sldId="275"/>
        </pc:sldMkLst>
        <pc:spChg chg="mod">
          <ac:chgData name="Jonathan Bollig" userId="8b5d0afe-f106-45e0-8c3f-fd98fa124db1" providerId="ADAL" clId="{B2469FA9-EBD8-4834-A16D-CBF8EFC907DD}" dt="2025-09-30T13:00:21.559" v="1134" actId="20577"/>
          <ac:spMkLst>
            <pc:docMk/>
            <pc:sldMk cId="4261150730" sldId="275"/>
            <ac:spMk id="2" creationId="{736B112D-0CCE-4420-5959-5817AA3E3739}"/>
          </ac:spMkLst>
        </pc:spChg>
        <pc:picChg chg="add mod">
          <ac:chgData name="Jonathan Bollig" userId="8b5d0afe-f106-45e0-8c3f-fd98fa124db1" providerId="ADAL" clId="{B2469FA9-EBD8-4834-A16D-CBF8EFC907DD}" dt="2025-09-30T13:00:42.933" v="1139" actId="14100"/>
          <ac:picMkLst>
            <pc:docMk/>
            <pc:sldMk cId="4261150730" sldId="275"/>
            <ac:picMk id="5" creationId="{7BE6B2F9-D324-C0BF-D945-D905F54A9EFA}"/>
          </ac:picMkLst>
        </pc:picChg>
      </pc:sldChg>
      <pc:sldChg chg="addSp modSp new mod">
        <pc:chgData name="Jonathan Bollig" userId="8b5d0afe-f106-45e0-8c3f-fd98fa124db1" providerId="ADAL" clId="{B2469FA9-EBD8-4834-A16D-CBF8EFC907DD}" dt="2025-10-01T23:42:12.950" v="2567" actId="20577"/>
        <pc:sldMkLst>
          <pc:docMk/>
          <pc:sldMk cId="3364527873" sldId="276"/>
        </pc:sldMkLst>
        <pc:spChg chg="mod">
          <ac:chgData name="Jonathan Bollig" userId="8b5d0afe-f106-45e0-8c3f-fd98fa124db1" providerId="ADAL" clId="{B2469FA9-EBD8-4834-A16D-CBF8EFC907DD}" dt="2025-09-30T13:01:46.155" v="1192" actId="20577"/>
          <ac:spMkLst>
            <pc:docMk/>
            <pc:sldMk cId="3364527873" sldId="276"/>
            <ac:spMk id="2" creationId="{A79B6E5F-7D74-E045-EAB9-5858784DC148}"/>
          </ac:spMkLst>
        </pc:spChg>
        <pc:spChg chg="mod">
          <ac:chgData name="Jonathan Bollig" userId="8b5d0afe-f106-45e0-8c3f-fd98fa124db1" providerId="ADAL" clId="{B2469FA9-EBD8-4834-A16D-CBF8EFC907DD}" dt="2025-10-01T23:42:12.950" v="2567" actId="20577"/>
          <ac:spMkLst>
            <pc:docMk/>
            <pc:sldMk cId="3364527873" sldId="276"/>
            <ac:spMk id="3" creationId="{EC1A6E1C-7C3C-E266-7519-55CC4030AA94}"/>
          </ac:spMkLst>
        </pc:spChg>
        <pc:picChg chg="add mod">
          <ac:chgData name="Jonathan Bollig" userId="8b5d0afe-f106-45e0-8c3f-fd98fa124db1" providerId="ADAL" clId="{B2469FA9-EBD8-4834-A16D-CBF8EFC907DD}" dt="2025-09-30T13:04:18.891" v="1278" actId="1440"/>
          <ac:picMkLst>
            <pc:docMk/>
            <pc:sldMk cId="3364527873" sldId="276"/>
            <ac:picMk id="5" creationId="{99C8EEEE-A2D0-37F4-0A28-92F84A23B0A6}"/>
          </ac:picMkLst>
        </pc:picChg>
        <pc:picChg chg="add mod">
          <ac:chgData name="Jonathan Bollig" userId="8b5d0afe-f106-45e0-8c3f-fd98fa124db1" providerId="ADAL" clId="{B2469FA9-EBD8-4834-A16D-CBF8EFC907DD}" dt="2025-09-30T13:04:18.891" v="1278" actId="1440"/>
          <ac:picMkLst>
            <pc:docMk/>
            <pc:sldMk cId="3364527873" sldId="276"/>
            <ac:picMk id="7" creationId="{2FA8B062-956B-D5D7-3B46-5395C6E7B691}"/>
          </ac:picMkLst>
        </pc:picChg>
        <pc:picChg chg="add mod">
          <ac:chgData name="Jonathan Bollig" userId="8b5d0afe-f106-45e0-8c3f-fd98fa124db1" providerId="ADAL" clId="{B2469FA9-EBD8-4834-A16D-CBF8EFC907DD}" dt="2025-09-30T13:04:30.579" v="1281" actId="1076"/>
          <ac:picMkLst>
            <pc:docMk/>
            <pc:sldMk cId="3364527873" sldId="276"/>
            <ac:picMk id="9" creationId="{463BC8E6-B85D-AD0F-6DCA-06FC1E7AA66B}"/>
          </ac:picMkLst>
        </pc:picChg>
        <pc:cxnChg chg="add mod">
          <ac:chgData name="Jonathan Bollig" userId="8b5d0afe-f106-45e0-8c3f-fd98fa124db1" providerId="ADAL" clId="{B2469FA9-EBD8-4834-A16D-CBF8EFC907DD}" dt="2025-09-30T13:04:32.439" v="1282" actId="1076"/>
          <ac:cxnSpMkLst>
            <pc:docMk/>
            <pc:sldMk cId="3364527873" sldId="276"/>
            <ac:cxnSpMk id="10" creationId="{3E676E71-ADC7-23ED-A200-449B2EAFE0DD}"/>
          </ac:cxnSpMkLst>
        </pc:cxnChg>
      </pc:sldChg>
      <pc:sldChg chg="addSp delSp modSp add mod">
        <pc:chgData name="Jonathan Bollig" userId="8b5d0afe-f106-45e0-8c3f-fd98fa124db1" providerId="ADAL" clId="{B2469FA9-EBD8-4834-A16D-CBF8EFC907DD}" dt="2025-10-01T23:44:32.962" v="2650" actId="1440"/>
        <pc:sldMkLst>
          <pc:docMk/>
          <pc:sldMk cId="630764663" sldId="277"/>
        </pc:sldMkLst>
        <pc:spChg chg="mod">
          <ac:chgData name="Jonathan Bollig" userId="8b5d0afe-f106-45e0-8c3f-fd98fa124db1" providerId="ADAL" clId="{B2469FA9-EBD8-4834-A16D-CBF8EFC907DD}" dt="2025-10-01T23:44:17.447" v="2644" actId="20577"/>
          <ac:spMkLst>
            <pc:docMk/>
            <pc:sldMk cId="630764663" sldId="277"/>
            <ac:spMk id="2" creationId="{8DF4BF10-4960-9DA4-6B87-92E098291ECC}"/>
          </ac:spMkLst>
        </pc:spChg>
        <pc:spChg chg="mod">
          <ac:chgData name="Jonathan Bollig" userId="8b5d0afe-f106-45e0-8c3f-fd98fa124db1" providerId="ADAL" clId="{B2469FA9-EBD8-4834-A16D-CBF8EFC907DD}" dt="2025-10-01T23:43:18.496" v="2627" actId="20577"/>
          <ac:spMkLst>
            <pc:docMk/>
            <pc:sldMk cId="630764663" sldId="277"/>
            <ac:spMk id="3" creationId="{17B64C34-38FE-5E3C-B01E-93CF0D89469D}"/>
          </ac:spMkLst>
        </pc:spChg>
        <pc:picChg chg="add mod">
          <ac:chgData name="Jonathan Bollig" userId="8b5d0afe-f106-45e0-8c3f-fd98fa124db1" providerId="ADAL" clId="{B2469FA9-EBD8-4834-A16D-CBF8EFC907DD}" dt="2025-10-01T23:44:32.962" v="2650" actId="1440"/>
          <ac:picMkLst>
            <pc:docMk/>
            <pc:sldMk cId="630764663" sldId="277"/>
            <ac:picMk id="5" creationId="{0F70CD7B-DE89-6198-1DC4-FAF3A54576EC}"/>
          </ac:picMkLst>
        </pc:picChg>
        <pc:picChg chg="add mod">
          <ac:chgData name="Jonathan Bollig" userId="8b5d0afe-f106-45e0-8c3f-fd98fa124db1" providerId="ADAL" clId="{B2469FA9-EBD8-4834-A16D-CBF8EFC907DD}" dt="2025-10-01T23:44:29.468" v="2648" actId="14100"/>
          <ac:picMkLst>
            <pc:docMk/>
            <pc:sldMk cId="630764663" sldId="277"/>
            <ac:picMk id="11" creationId="{29FB3A71-CC1C-240E-C809-7A5A5F8EB4B0}"/>
          </ac:picMkLst>
        </pc:picChg>
        <pc:picChg chg="add mod">
          <ac:chgData name="Jonathan Bollig" userId="8b5d0afe-f106-45e0-8c3f-fd98fa124db1" providerId="ADAL" clId="{B2469FA9-EBD8-4834-A16D-CBF8EFC907DD}" dt="2025-10-01T23:42:58.133" v="2574" actId="14100"/>
          <ac:picMkLst>
            <pc:docMk/>
            <pc:sldMk cId="630764663" sldId="277"/>
            <ac:picMk id="13" creationId="{C1EA46B8-E8EE-02F3-08AA-12ABDFF22BB8}"/>
          </ac:picMkLst>
        </pc:picChg>
      </pc:sldChg>
      <pc:sldChg chg="addSp modSp new mod">
        <pc:chgData name="Jonathan Bollig" userId="8b5d0afe-f106-45e0-8c3f-fd98fa124db1" providerId="ADAL" clId="{B2469FA9-EBD8-4834-A16D-CBF8EFC907DD}" dt="2025-10-04T11:23:03.057" v="2674" actId="1440"/>
        <pc:sldMkLst>
          <pc:docMk/>
          <pc:sldMk cId="3556157686" sldId="278"/>
        </pc:sldMkLst>
        <pc:spChg chg="mod">
          <ac:chgData name="Jonathan Bollig" userId="8b5d0afe-f106-45e0-8c3f-fd98fa124db1" providerId="ADAL" clId="{B2469FA9-EBD8-4834-A16D-CBF8EFC907DD}" dt="2025-10-01T15:07:13.770" v="1630" actId="20577"/>
          <ac:spMkLst>
            <pc:docMk/>
            <pc:sldMk cId="3556157686" sldId="278"/>
            <ac:spMk id="2" creationId="{0B15C6DA-8658-35A8-8036-BC17ED41BAD9}"/>
          </ac:spMkLst>
        </pc:spChg>
        <pc:spChg chg="mod">
          <ac:chgData name="Jonathan Bollig" userId="8b5d0afe-f106-45e0-8c3f-fd98fa124db1" providerId="ADAL" clId="{B2469FA9-EBD8-4834-A16D-CBF8EFC907DD}" dt="2025-10-04T11:22:52.092" v="2670" actId="20577"/>
          <ac:spMkLst>
            <pc:docMk/>
            <pc:sldMk cId="3556157686" sldId="278"/>
            <ac:spMk id="3" creationId="{DA31BAF5-437E-68D6-B42E-36B45D761FCB}"/>
          </ac:spMkLst>
        </pc:spChg>
        <pc:picChg chg="add mod">
          <ac:chgData name="Jonathan Bollig" userId="8b5d0afe-f106-45e0-8c3f-fd98fa124db1" providerId="ADAL" clId="{B2469FA9-EBD8-4834-A16D-CBF8EFC907DD}" dt="2025-10-04T11:23:03.057" v="2674" actId="1440"/>
          <ac:picMkLst>
            <pc:docMk/>
            <pc:sldMk cId="3556157686" sldId="278"/>
            <ac:picMk id="5" creationId="{DB03AE92-1B35-949C-E7A0-D8E727DB0D2C}"/>
          </ac:picMkLst>
        </pc:picChg>
      </pc:sldChg>
      <pc:sldChg chg="addSp modSp new mod">
        <pc:chgData name="Jonathan Bollig" userId="8b5d0afe-f106-45e0-8c3f-fd98fa124db1" providerId="ADAL" clId="{B2469FA9-EBD8-4834-A16D-CBF8EFC907DD}" dt="2025-10-01T23:38:46.358" v="2538" actId="20577"/>
        <pc:sldMkLst>
          <pc:docMk/>
          <pc:sldMk cId="314853837" sldId="279"/>
        </pc:sldMkLst>
        <pc:spChg chg="mod">
          <ac:chgData name="Jonathan Bollig" userId="8b5d0afe-f106-45e0-8c3f-fd98fa124db1" providerId="ADAL" clId="{B2469FA9-EBD8-4834-A16D-CBF8EFC907DD}" dt="2025-10-01T23:33:21.552" v="2294" actId="20577"/>
          <ac:spMkLst>
            <pc:docMk/>
            <pc:sldMk cId="314853837" sldId="279"/>
            <ac:spMk id="2" creationId="{6F634ECE-57DB-0DAB-8188-E06DF59A9237}"/>
          </ac:spMkLst>
        </pc:spChg>
        <pc:spChg chg="mod">
          <ac:chgData name="Jonathan Bollig" userId="8b5d0afe-f106-45e0-8c3f-fd98fa124db1" providerId="ADAL" clId="{B2469FA9-EBD8-4834-A16D-CBF8EFC907DD}" dt="2025-10-01T23:38:46.358" v="2538" actId="20577"/>
          <ac:spMkLst>
            <pc:docMk/>
            <pc:sldMk cId="314853837" sldId="279"/>
            <ac:spMk id="3" creationId="{E3595D40-B969-9669-C8D5-764502F8C3A6}"/>
          </ac:spMkLst>
        </pc:spChg>
        <pc:picChg chg="add mod">
          <ac:chgData name="Jonathan Bollig" userId="8b5d0afe-f106-45e0-8c3f-fd98fa124db1" providerId="ADAL" clId="{B2469FA9-EBD8-4834-A16D-CBF8EFC907DD}" dt="2025-10-01T23:36:27.191" v="2459" actId="1440"/>
          <ac:picMkLst>
            <pc:docMk/>
            <pc:sldMk cId="314853837" sldId="279"/>
            <ac:picMk id="5" creationId="{A780357E-1A13-135E-DB9A-EAD939954B87}"/>
          </ac:picMkLst>
        </pc:picChg>
        <pc:picChg chg="add mod">
          <ac:chgData name="Jonathan Bollig" userId="8b5d0afe-f106-45e0-8c3f-fd98fa124db1" providerId="ADAL" clId="{B2469FA9-EBD8-4834-A16D-CBF8EFC907DD}" dt="2025-10-01T23:38:38.538" v="2537" actId="1440"/>
          <ac:picMkLst>
            <pc:docMk/>
            <pc:sldMk cId="314853837" sldId="279"/>
            <ac:picMk id="7" creationId="{3F80AA20-93D4-563E-C7F6-0CD7E65044DC}"/>
          </ac:picMkLst>
        </pc:picChg>
      </pc:sldChg>
      <pc:sldChg chg="new del">
        <pc:chgData name="Jonathan Bollig" userId="8b5d0afe-f106-45e0-8c3f-fd98fa124db1" providerId="ADAL" clId="{B2469FA9-EBD8-4834-A16D-CBF8EFC907DD}" dt="2025-10-01T22:53:57.755" v="2143" actId="47"/>
        <pc:sldMkLst>
          <pc:docMk/>
          <pc:sldMk cId="3183787445" sldId="27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6CA2EE-5589-4682-AD7F-744DBF1E81F5}" type="datetimeFigureOut">
              <a:rPr lang="de-DE" smtClean="0"/>
              <a:t>05.10.2025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422C3B-6429-4381-8F08-B422F3CD22B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25335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People who have basic experience in Python, this will be a little boring. </a:t>
            </a:r>
          </a:p>
          <a:p>
            <a:r>
              <a:rPr lang="en-US" dirty="0"/>
              <a:t>But important, to get everyone on the same page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422C3B-6429-4381-8F08-B422F3CD22BF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744139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422C3B-6429-4381-8F08-B422F3CD22BF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404774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Always look at the last line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422C3B-6429-4381-8F08-B422F3CD22BF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721113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Mathematical Wrong Statement works semantically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422C3B-6429-4381-8F08-B422F3CD22BF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474576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Comment on collapsing Cells (to remove the summary)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422C3B-6429-4381-8F08-B422F3CD22BF}" type="slidenum">
              <a:rPr lang="de-DE" smtClean="0"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15983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FCF529-6DEB-E4D7-0BD9-323EA01FE6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0A0E300-420E-2525-45D3-8E24E86553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14E483A-3866-69B8-A89A-06A5A3E30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05.10.2025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807D74D-6C79-794C-3A7B-4CD9682F7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D767471-AF72-F522-F9C8-D1A8101E3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69403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F82442-23ED-51AB-B11E-C02EE9E3C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55FB6CC-3344-41C2-A7A9-FD97D96698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307B756-CC70-5D1A-65F0-BA36F617D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05.10.2025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A85BC57-ADDF-8A28-E847-CC5388E87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9BB58D5-33D2-895E-A1A1-B41693431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14854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901EFF-BBAC-2399-8E9A-E8BAA4E44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2BE4AE0-C619-049A-0BFF-AABE41A1AC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9797E34-3D02-2C07-C28B-87084EE45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05.10.2025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4153033-0611-C734-89B6-24CF035A1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752151C-1EF6-0973-739A-CBA570628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125494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3067E4-4EE1-0B07-E683-D619F240D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7B02DFB-CB33-5ECE-A637-0EBDBC1A75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303045C-02DD-7BE7-9D86-2EE9AC88C4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DC612DC-44A9-D801-F1BC-F14FD9587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05.10.2025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708FCD2-BFCE-54F3-9D30-4AA255654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B735D20-9B8C-8A3B-63B6-035CC49E2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96976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15CBE7C-525A-D42E-E43F-0886C6464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639B155-7C21-DB95-30C2-DFCF327631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63A585B-18F2-C2E6-525C-F3883BD398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604D96C-CC87-E3F5-6F91-706502CB03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7C7A36B-3651-D77A-A0B4-353DF95295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4156916-057E-51F8-534D-84F55E027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05.10.2025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1DEEBCE-5AD5-1E00-C91F-1DCDCF02A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89CAFB6-90CF-5D1B-FD47-FEA656B88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56234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F4A36E-BFB2-E755-260D-DC02A1158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9899B6E-645D-169A-C3CC-DACA9EC37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05.10.2025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79B3EA0-178A-0100-B821-DBBB3C8E0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CF4684F-962A-8067-27D8-5FB58870D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70768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ED9DF99-987F-078B-23F2-AD0C4F0C8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05.10.2025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CEA8323-CC55-B01B-2104-F1FD0E3EB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BA6C53B-2330-836A-D0BC-2E01904D1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02230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1F77C76-5BC9-E091-FC9B-7EAB5780A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8D8A66E-18EF-064A-EB20-9A88AC8F46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15291D1-EE4A-7FCA-2355-022D506ABD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7E07462-E862-1A7D-3909-8E6323F76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05.10.2025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A74FE35-B109-0707-821C-FBF101671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C136A12-4DCB-232D-7C95-F83C27773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78521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987360-94B1-2F3A-B700-56EDD9945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6A9C14D8-D370-D9C7-6410-4FBED8CAE4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D3279D0-F11A-49B0-40AD-F12A7DE041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8BEC391-9770-5D80-C8C5-6C61CAD43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05.10.2025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D7A2F6D-EA0A-15A4-4DC8-DF3E9C11F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7510ED1-8967-4C84-EA21-7BB69B1F4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45622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682EFBA-051E-825F-CC2D-B65084EF0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AECEC60-3BB2-2938-8C9A-E34393D9A2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9C506D0-407A-6516-0839-997884630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05.10.2025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2ACE59F-C71F-8D11-72A2-C5901636F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69BA130-BB20-D464-AC08-B1794AD36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68142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F61BD65F-595C-B872-7ED9-463BC365DC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74D87C7-FA6C-26D2-FD57-AAE3DC3EDB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4B85D20-1712-38B6-B0DE-C61507896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05.10.2025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5376EB8-8D04-2976-85D4-2ADF4FA3A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540E5B9-8C2B-0AD6-70BD-4E96EAFC2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2221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3DDC3FE-CC3F-9BDA-0DA8-AC0AE97EC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A997B66-C9C9-C5C2-4F68-B1ED0F53F1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C88C302-6259-AA12-6D15-F895C1B9C2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A51F25-4808-47F4-BF6E-BCDC230DB01C}" type="datetimeFigureOut">
              <a:rPr lang="de-DE" smtClean="0"/>
              <a:t>05.10.2025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A50A006-B53F-FC11-600B-D61C8B8E3E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9E1156-7578-F688-1D91-BA880DD71E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14266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F72F59-52B3-6063-A2E3-2AA45125A99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Python Course for Physicists</a:t>
            </a:r>
            <a:br>
              <a:rPr lang="en-US" noProof="0" dirty="0"/>
            </a:br>
            <a:r>
              <a:rPr lang="en-US" noProof="0"/>
              <a:t>Chunk 2: </a:t>
            </a:r>
            <a:r>
              <a:rPr lang="en-US" noProof="0" dirty="0"/>
              <a:t>Variables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2F76653-44B5-8707-B179-FDB90CB514B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noProof="0" dirty="0"/>
              <a:t>By Jonathan Bollig</a:t>
            </a:r>
          </a:p>
          <a:p>
            <a:r>
              <a:rPr lang="en-US" noProof="0" dirty="0"/>
              <a:t>08.10.2025</a:t>
            </a:r>
          </a:p>
        </p:txBody>
      </p:sp>
    </p:spTree>
    <p:extLst>
      <p:ext uri="{BB962C8B-B14F-4D97-AF65-F5344CB8AC3E}">
        <p14:creationId xmlns:p14="http://schemas.microsoft.com/office/powerpoint/2010/main" val="8362890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33FA72-E98C-300A-2AC3-CB33018D5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Live Coding: Text Output – Printing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3F5C1D7-583E-DCFE-433C-E54A59C50E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346749" cy="4351338"/>
          </a:xfrm>
        </p:spPr>
        <p:txBody>
          <a:bodyPr/>
          <a:lstStyle/>
          <a:p>
            <a:r>
              <a:rPr lang="en-US" dirty="0"/>
              <a:t>Print Statement:</a:t>
            </a:r>
          </a:p>
          <a:p>
            <a:endParaRPr lang="en-US" dirty="0"/>
          </a:p>
          <a:p>
            <a:r>
              <a:rPr lang="en-US" dirty="0"/>
              <a:t>Print Numbers: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Saving Data into Memory:</a:t>
            </a:r>
            <a:br>
              <a:rPr lang="en-US" dirty="0"/>
            </a:br>
            <a:r>
              <a:rPr lang="en-US" dirty="0"/>
              <a:t>Variables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973E4D8F-98E9-F545-A82E-F833A30A39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3039" y="1690688"/>
            <a:ext cx="3100083" cy="68283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6" name="Gerade Verbindung mit Pfeil 5">
            <a:extLst>
              <a:ext uri="{FF2B5EF4-FFF2-40B4-BE49-F238E27FC236}">
                <a16:creationId xmlns:a16="http://schemas.microsoft.com/office/drawing/2014/main" id="{17829158-7E18-F9F8-3145-A5283E123E71}"/>
              </a:ext>
            </a:extLst>
          </p:cNvPr>
          <p:cNvCxnSpPr/>
          <p:nvPr/>
        </p:nvCxnSpPr>
        <p:spPr>
          <a:xfrm>
            <a:off x="7269314" y="2019832"/>
            <a:ext cx="804672" cy="0"/>
          </a:xfrm>
          <a:prstGeom prst="straightConnector1">
            <a:avLst/>
          </a:prstGeom>
          <a:ln w="571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8" name="Grafik 7">
            <a:extLst>
              <a:ext uri="{FF2B5EF4-FFF2-40B4-BE49-F238E27FC236}">
                <a16:creationId xmlns:a16="http://schemas.microsoft.com/office/drawing/2014/main" id="{2EF60FBC-E467-B8D1-2236-4505154923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6001" y="1253765"/>
            <a:ext cx="3100082" cy="114371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44A07214-53CA-0EB3-30F1-AF0EE527B7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0566" y="2607343"/>
            <a:ext cx="2086946" cy="75888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85BD2B1C-B5F1-2A7A-866C-364F34466B49}"/>
              </a:ext>
            </a:extLst>
          </p:cNvPr>
          <p:cNvCxnSpPr/>
          <p:nvPr/>
        </p:nvCxnSpPr>
        <p:spPr>
          <a:xfrm>
            <a:off x="6266153" y="3076584"/>
            <a:ext cx="804672" cy="0"/>
          </a:xfrm>
          <a:prstGeom prst="straightConnector1">
            <a:avLst/>
          </a:prstGeom>
          <a:ln w="571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7" name="Grafik 16">
            <a:extLst>
              <a:ext uri="{FF2B5EF4-FFF2-40B4-BE49-F238E27FC236}">
                <a16:creationId xmlns:a16="http://schemas.microsoft.com/office/drawing/2014/main" id="{62F68DB7-98CA-22B6-91AB-716192CD50D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6958"/>
          <a:stretch>
            <a:fillRect/>
          </a:stretch>
        </p:blipFill>
        <p:spPr>
          <a:xfrm>
            <a:off x="7819097" y="2607343"/>
            <a:ext cx="2086945" cy="101433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F0CA82AF-3863-00F5-B622-12B18F659D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3080" y="4042672"/>
            <a:ext cx="4149836" cy="16599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949410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634ECE-57DB-0DAB-8188-E06DF59A9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Live Coding: Comments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3595D40-B969-9669-C8D5-764502F8C3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Comments don’t get executed </a:t>
            </a:r>
            <a:r>
              <a:rPr lang="en-US" dirty="0">
                <a:sym typeface="Wingdings" panose="05000000000000000000" pitchFamily="2" charset="2"/>
              </a:rPr>
              <a:t> Ignored by the program</a:t>
            </a:r>
          </a:p>
          <a:p>
            <a:r>
              <a:rPr lang="en-US" dirty="0">
                <a:sym typeface="Wingdings" panose="05000000000000000000" pitchFamily="2" charset="2"/>
              </a:rPr>
              <a:t>Single line comment: </a:t>
            </a:r>
            <a:r>
              <a:rPr lang="en-US" dirty="0">
                <a:highlight>
                  <a:srgbClr val="808080"/>
                </a:highlight>
                <a:sym typeface="Wingdings" panose="05000000000000000000" pitchFamily="2" charset="2"/>
              </a:rPr>
              <a:t>#</a:t>
            </a: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   Can be at end of line (inline)</a:t>
            </a:r>
          </a:p>
          <a:p>
            <a:pPr marL="0" indent="0">
              <a:buNone/>
            </a:pP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Multiline comment: </a:t>
            </a:r>
            <a:r>
              <a:rPr lang="en-US" dirty="0">
                <a:highlight>
                  <a:srgbClr val="808080"/>
                </a:highlight>
                <a:sym typeface="Wingdings" panose="05000000000000000000" pitchFamily="2" charset="2"/>
              </a:rPr>
              <a:t>""" … """ </a:t>
            </a:r>
          </a:p>
          <a:p>
            <a:pPr marL="0" indent="0">
              <a:buNone/>
            </a:pPr>
            <a:endParaRPr lang="en-US" dirty="0">
              <a:sym typeface="Wingdings" panose="05000000000000000000" pitchFamily="2" charset="2"/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A780357E-1A13-135E-DB9A-EAD939954B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7007" y="2305100"/>
            <a:ext cx="4915586" cy="158137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3F80AA20-93D4-563E-C7F6-0CD7E65044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4115" y="4179659"/>
            <a:ext cx="2641465" cy="26005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48538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B15C6DA-8658-35A8-8036-BC17ED41B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Variables Names: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A31BAF5-437E-68D6-B42E-36B45D761F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Usually alphanumeric + “_” </a:t>
            </a:r>
            <a:r>
              <a:rPr lang="en-US" dirty="0">
                <a:sym typeface="Wingdings" panose="05000000000000000000" pitchFamily="2" charset="2"/>
              </a:rPr>
              <a:t>  </a:t>
            </a:r>
            <a:r>
              <a:rPr lang="en-US" dirty="0">
                <a:highlight>
                  <a:srgbClr val="C0C0C0"/>
                </a:highlight>
                <a:sym typeface="Wingdings" panose="05000000000000000000" pitchFamily="2" charset="2"/>
              </a:rPr>
              <a:t>a</a:t>
            </a:r>
            <a:r>
              <a:rPr lang="en-US" dirty="0">
                <a:sym typeface="Wingdings" panose="05000000000000000000" pitchFamily="2" charset="2"/>
              </a:rPr>
              <a:t>, </a:t>
            </a:r>
            <a:r>
              <a:rPr lang="en-US" dirty="0">
                <a:highlight>
                  <a:srgbClr val="C0C0C0"/>
                </a:highlight>
                <a:sym typeface="Wingdings" panose="05000000000000000000" pitchFamily="2" charset="2"/>
              </a:rPr>
              <a:t>tree</a:t>
            </a:r>
            <a:r>
              <a:rPr lang="en-US" dirty="0">
                <a:sym typeface="Wingdings" panose="05000000000000000000" pitchFamily="2" charset="2"/>
              </a:rPr>
              <a:t>, </a:t>
            </a:r>
            <a:r>
              <a:rPr lang="en-US" dirty="0">
                <a:highlight>
                  <a:srgbClr val="C0C0C0"/>
                </a:highlight>
                <a:sym typeface="Wingdings" panose="05000000000000000000" pitchFamily="2" charset="2"/>
              </a:rPr>
              <a:t>house99</a:t>
            </a:r>
            <a:r>
              <a:rPr lang="en-US" dirty="0">
                <a:sym typeface="Wingdings" panose="05000000000000000000" pitchFamily="2" charset="2"/>
              </a:rPr>
              <a:t>, </a:t>
            </a:r>
            <a:r>
              <a:rPr lang="en-US" dirty="0">
                <a:highlight>
                  <a:srgbClr val="C0C0C0"/>
                </a:highlight>
                <a:sym typeface="Wingdings" panose="05000000000000000000" pitchFamily="2" charset="2"/>
              </a:rPr>
              <a:t>tree_house1</a:t>
            </a:r>
            <a:r>
              <a:rPr lang="en-US" dirty="0">
                <a:sym typeface="Wingdings" panose="05000000000000000000" pitchFamily="2" charset="2"/>
              </a:rPr>
              <a:t>.</a:t>
            </a:r>
            <a:endParaRPr lang="en-US" dirty="0"/>
          </a:p>
          <a:p>
            <a:pPr lvl="1"/>
            <a:r>
              <a:rPr lang="en-US" dirty="0"/>
              <a:t>First character cannot be number </a:t>
            </a:r>
            <a:r>
              <a:rPr lang="en-US" dirty="0">
                <a:sym typeface="Wingdings" panose="05000000000000000000" pitchFamily="2" charset="2"/>
              </a:rPr>
              <a:t> Forbidden: </a:t>
            </a:r>
            <a:r>
              <a:rPr lang="en-US" dirty="0">
                <a:highlight>
                  <a:srgbClr val="C0C0C0"/>
                </a:highlight>
                <a:sym typeface="Wingdings" panose="05000000000000000000" pitchFamily="2" charset="2"/>
              </a:rPr>
              <a:t>1house</a:t>
            </a:r>
          </a:p>
          <a:p>
            <a:r>
              <a:rPr lang="de-DE" dirty="0"/>
              <a:t>Reserved Keywords (</a:t>
            </a:r>
            <a:r>
              <a:rPr lang="de-DE" dirty="0" err="1"/>
              <a:t>don‘t</a:t>
            </a:r>
            <a:r>
              <a:rPr lang="de-DE" dirty="0"/>
              <a:t> </a:t>
            </a:r>
            <a:r>
              <a:rPr lang="de-DE" dirty="0" err="1"/>
              <a:t>use</a:t>
            </a:r>
            <a:r>
              <a:rPr lang="de-DE" dirty="0"/>
              <a:t>):</a:t>
            </a:r>
            <a:br>
              <a:rPr lang="de-DE" dirty="0"/>
            </a:br>
            <a:r>
              <a:rPr lang="de-DE" dirty="0" err="1"/>
              <a:t>According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ChatGPT:</a:t>
            </a:r>
            <a:br>
              <a:rPr lang="de-DE" dirty="0"/>
            </a:br>
            <a:r>
              <a:rPr lang="en-GB" dirty="0"/>
              <a:t>False, None, True, and, as, assert, async, await, break, case, class, continue, def, del, </a:t>
            </a:r>
            <a:r>
              <a:rPr lang="en-GB" dirty="0" err="1"/>
              <a:t>elif</a:t>
            </a:r>
            <a:r>
              <a:rPr lang="en-GB" dirty="0"/>
              <a:t>, else, except, finally, for, from, global, if, import, in, is, lambda, match, nonlocal, not, or, pass, raise, return, try, while, with, yield</a:t>
            </a:r>
          </a:p>
          <a:p>
            <a:r>
              <a:rPr lang="en-GB" dirty="0"/>
              <a:t>DON’T: 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DB03AE92-1B35-949C-E7A0-D8E727DB0D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381" y="5123561"/>
            <a:ext cx="2506035" cy="153789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561576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23FA2C-2A1D-0A32-B3DF-9D37FE9EB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the difference:                                         &amp;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2EC9643-9C3C-5A5C-2F7E-464DCF9B0D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ym typeface="Wingdings" panose="05000000000000000000" pitchFamily="2" charset="2"/>
              </a:rPr>
              <a:t> Different “types” of Data</a:t>
            </a:r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AC5B6BAB-2627-83B4-3B7C-C374C2F167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5226" y="585708"/>
            <a:ext cx="4155543" cy="831109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4EAA1E3F-A672-06FA-F90D-C8E737F968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12026" y="585708"/>
            <a:ext cx="842223" cy="891766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FA55AD83-437D-21F3-EE34-60617C9ECFA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53904"/>
          <a:stretch>
            <a:fillRect/>
          </a:stretch>
        </p:blipFill>
        <p:spPr>
          <a:xfrm>
            <a:off x="1586456" y="2533725"/>
            <a:ext cx="8697539" cy="1927744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8D9C6C91-3EC3-D5DD-291A-A87AEFC30B7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47738"/>
          <a:stretch>
            <a:fillRect/>
          </a:stretch>
        </p:blipFill>
        <p:spPr>
          <a:xfrm>
            <a:off x="1586455" y="4578830"/>
            <a:ext cx="8697539" cy="2185651"/>
          </a:xfrm>
          <a:prstGeom prst="rect">
            <a:avLst/>
          </a:prstGeom>
        </p:spPr>
      </p:pic>
      <p:sp>
        <p:nvSpPr>
          <p:cNvPr id="13" name="Rechteck 12">
            <a:extLst>
              <a:ext uri="{FF2B5EF4-FFF2-40B4-BE49-F238E27FC236}">
                <a16:creationId xmlns:a16="http://schemas.microsoft.com/office/drawing/2014/main" id="{18011108-EAE4-A275-0A16-B642D40704D3}"/>
              </a:ext>
            </a:extLst>
          </p:cNvPr>
          <p:cNvSpPr/>
          <p:nvPr/>
        </p:nvSpPr>
        <p:spPr>
          <a:xfrm>
            <a:off x="8740088" y="4686228"/>
            <a:ext cx="1205052" cy="421992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014D8CCE-3557-0CBE-AB35-21F4C588860C}"/>
              </a:ext>
            </a:extLst>
          </p:cNvPr>
          <p:cNvSpPr txBox="1"/>
          <p:nvPr/>
        </p:nvSpPr>
        <p:spPr>
          <a:xfrm>
            <a:off x="10397449" y="4461469"/>
            <a:ext cx="1671376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Btw. complex numbers are noted by “j”:</a:t>
            </a:r>
          </a:p>
          <a:p>
            <a:r>
              <a:rPr lang="en-US" dirty="0"/>
              <a:t>X = 4j </a:t>
            </a:r>
            <a:endParaRPr lang="de-DE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5019B27F-4D5B-57F9-9DCB-2940D4BD737D}"/>
              </a:ext>
            </a:extLst>
          </p:cNvPr>
          <p:cNvSpPr txBox="1"/>
          <p:nvPr/>
        </p:nvSpPr>
        <p:spPr>
          <a:xfrm>
            <a:off x="9247420" y="2971154"/>
            <a:ext cx="1784831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Single or Double Quotes 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329306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1">
            <a:extLst>
              <a:ext uri="{FF2B5EF4-FFF2-40B4-BE49-F238E27FC236}">
                <a16:creationId xmlns:a16="http://schemas.microsoft.com/office/drawing/2014/main" id="{C13A6555-531A-2ADA-D647-0D9459D98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What’s the difference:                                         &amp;</a:t>
            </a:r>
            <a:endParaRPr lang="de-DE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90B7E8AE-A8A2-7DBA-F29C-3C4149CC9C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5226" y="585708"/>
            <a:ext cx="4155543" cy="831109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B3B670D8-3095-CF2A-CED3-F23ACBDFBE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2026" y="585708"/>
            <a:ext cx="842223" cy="891766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707189CF-54D6-3E43-336F-62F68078FB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2300844"/>
            <a:ext cx="4382112" cy="34009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63D40F3F-9141-19C2-B96B-B80FB58857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4324" y="2730090"/>
            <a:ext cx="2346445" cy="234644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F296950F-44D0-7F1A-EC74-A8685185796D}"/>
              </a:ext>
            </a:extLst>
          </p:cNvPr>
          <p:cNvCxnSpPr/>
          <p:nvPr/>
        </p:nvCxnSpPr>
        <p:spPr>
          <a:xfrm>
            <a:off x="6023318" y="3918969"/>
            <a:ext cx="804672" cy="0"/>
          </a:xfrm>
          <a:prstGeom prst="straightConnector1">
            <a:avLst/>
          </a:prstGeom>
          <a:ln w="571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" name="Textfeld 1">
            <a:extLst>
              <a:ext uri="{FF2B5EF4-FFF2-40B4-BE49-F238E27FC236}">
                <a16:creationId xmlns:a16="http://schemas.microsoft.com/office/drawing/2014/main" id="{5A57062A-3CE9-DEAD-81E9-14CF7F46DA7B}"/>
              </a:ext>
            </a:extLst>
          </p:cNvPr>
          <p:cNvSpPr txBox="1"/>
          <p:nvPr/>
        </p:nvSpPr>
        <p:spPr>
          <a:xfrm>
            <a:off x="1221828" y="6053959"/>
            <a:ext cx="75532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Separating print arguments by “,” prints them with a Whitespace </a:t>
            </a:r>
            <a:r>
              <a:rPr lang="en-US" dirty="0" err="1"/>
              <a:t>inbetween</a:t>
            </a:r>
            <a:endParaRPr lang="de-DE" dirty="0"/>
          </a:p>
        </p:txBody>
      </p:sp>
      <p:cxnSp>
        <p:nvCxnSpPr>
          <p:cNvPr id="3" name="Gerade Verbindung mit Pfeil 2">
            <a:extLst>
              <a:ext uri="{FF2B5EF4-FFF2-40B4-BE49-F238E27FC236}">
                <a16:creationId xmlns:a16="http://schemas.microsoft.com/office/drawing/2014/main" id="{8A84E87D-EFB4-D2C4-8A5D-BACE775DE691}"/>
              </a:ext>
            </a:extLst>
          </p:cNvPr>
          <p:cNvCxnSpPr>
            <a:cxnSpLocks/>
          </p:cNvCxnSpPr>
          <p:nvPr/>
        </p:nvCxnSpPr>
        <p:spPr>
          <a:xfrm flipH="1" flipV="1">
            <a:off x="3515711" y="5735284"/>
            <a:ext cx="134006" cy="318675"/>
          </a:xfrm>
          <a:prstGeom prst="straightConnector1">
            <a:avLst/>
          </a:prstGeom>
          <a:ln w="571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57330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323CD0-6A66-DAFE-2D83-296D82F2A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Reassignment / Memory / Restarting Kernel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F24F9F5-277C-D386-EF5E-76BB60B6D5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Reassignment: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Memory:                                                                                       </a:t>
            </a:r>
            <a:r>
              <a:rPr lang="en-GB" dirty="0"/>
              <a:t>⚡</a:t>
            </a:r>
          </a:p>
          <a:p>
            <a:pPr marL="0" indent="0">
              <a:buNone/>
            </a:pPr>
            <a:endParaRPr lang="en-US" dirty="0"/>
          </a:p>
          <a:p>
            <a:r>
              <a:rPr lang="de-DE" dirty="0" err="1"/>
              <a:t>Restarting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kernel</a:t>
            </a:r>
            <a:r>
              <a:rPr lang="de-DE" dirty="0"/>
              <a:t> </a:t>
            </a:r>
            <a:r>
              <a:rPr lang="de-DE" dirty="0">
                <a:sym typeface="Wingdings" panose="05000000000000000000" pitchFamily="2" charset="2"/>
              </a:rPr>
              <a:t> Delete Memory</a:t>
            </a:r>
            <a:r>
              <a:rPr lang="de-DE" dirty="0"/>
              <a:t>: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E6FDE3D5-76BF-9092-53D9-6449BC0609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5620" y="1325047"/>
            <a:ext cx="3953427" cy="187668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2FDB8572-E43F-CF8C-8128-E8A49F7958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7025" y="3514584"/>
            <a:ext cx="1534070" cy="117073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48CDDF7D-125F-AE61-5658-F841A7D783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1856" y="3607911"/>
            <a:ext cx="1560477" cy="98408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16E7E81C-8B62-E75D-E4A1-4C93705885B1}"/>
              </a:ext>
            </a:extLst>
          </p:cNvPr>
          <p:cNvCxnSpPr/>
          <p:nvPr/>
        </p:nvCxnSpPr>
        <p:spPr>
          <a:xfrm>
            <a:off x="4887316" y="4099953"/>
            <a:ext cx="804672" cy="0"/>
          </a:xfrm>
          <a:prstGeom prst="straightConnector1">
            <a:avLst/>
          </a:prstGeom>
          <a:ln w="571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405101E5-3ED3-C2A7-C027-1F8B4B27EB14}"/>
              </a:ext>
            </a:extLst>
          </p:cNvPr>
          <p:cNvCxnSpPr/>
          <p:nvPr/>
        </p:nvCxnSpPr>
        <p:spPr>
          <a:xfrm>
            <a:off x="7721489" y="4099953"/>
            <a:ext cx="804672" cy="0"/>
          </a:xfrm>
          <a:prstGeom prst="straightConnector1">
            <a:avLst/>
          </a:prstGeom>
          <a:ln w="571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5" name="Grafik 14">
            <a:extLst>
              <a:ext uri="{FF2B5EF4-FFF2-40B4-BE49-F238E27FC236}">
                <a16:creationId xmlns:a16="http://schemas.microsoft.com/office/drawing/2014/main" id="{108D46A4-E8F4-928C-E57A-5F067EF29D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20907" y="4624036"/>
            <a:ext cx="4086795" cy="102884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6" name="Rechteck 15">
            <a:extLst>
              <a:ext uri="{FF2B5EF4-FFF2-40B4-BE49-F238E27FC236}">
                <a16:creationId xmlns:a16="http://schemas.microsoft.com/office/drawing/2014/main" id="{CB1FD1BF-A8F0-645C-E782-CF6E6B4833BA}"/>
              </a:ext>
            </a:extLst>
          </p:cNvPr>
          <p:cNvSpPr/>
          <p:nvPr/>
        </p:nvSpPr>
        <p:spPr>
          <a:xfrm>
            <a:off x="10026934" y="4992658"/>
            <a:ext cx="343622" cy="291599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pic>
        <p:nvPicPr>
          <p:cNvPr id="18" name="Grafik 17">
            <a:extLst>
              <a:ext uri="{FF2B5EF4-FFF2-40B4-BE49-F238E27FC236}">
                <a16:creationId xmlns:a16="http://schemas.microsoft.com/office/drawing/2014/main" id="{664B0FEC-8D8F-63DB-A641-8B184DD7E37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13279" y="5351984"/>
            <a:ext cx="5941148" cy="13011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9" name="Rechteck 18">
            <a:extLst>
              <a:ext uri="{FF2B5EF4-FFF2-40B4-BE49-F238E27FC236}">
                <a16:creationId xmlns:a16="http://schemas.microsoft.com/office/drawing/2014/main" id="{FD560D27-8F6A-ADFF-CF9D-8203C7C98CF3}"/>
              </a:ext>
            </a:extLst>
          </p:cNvPr>
          <p:cNvSpPr/>
          <p:nvPr/>
        </p:nvSpPr>
        <p:spPr>
          <a:xfrm>
            <a:off x="1970354" y="6514306"/>
            <a:ext cx="1818398" cy="188844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4043088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3CBD481-0074-09AF-8B7C-16F8D706B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Live Coding: Arithmetic Operators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05D3317-ECEE-3E57-39B7-BD06280FCC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 with Integers: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 Adding to itself possible</a:t>
            </a:r>
            <a:endParaRPr lang="en-US" dirty="0"/>
          </a:p>
          <a:p>
            <a:endParaRPr lang="en-US" dirty="0"/>
          </a:p>
          <a:p>
            <a:r>
              <a:rPr lang="en-US" dirty="0"/>
              <a:t>Example with Strings:</a:t>
            </a:r>
          </a:p>
          <a:p>
            <a:endParaRPr lang="en-US" dirty="0"/>
          </a:p>
          <a:p>
            <a:endParaRPr lang="en-US" dirty="0"/>
          </a:p>
          <a:p>
            <a:r>
              <a:rPr lang="de-DE" dirty="0" err="1"/>
              <a:t>Multiplying</a:t>
            </a:r>
            <a:r>
              <a:rPr lang="de-DE" dirty="0"/>
              <a:t> a String: </a:t>
            </a:r>
            <a:endParaRPr lang="en-US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8B422CF8-67CD-D647-62EB-765EE67FC5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9010" y="1223847"/>
            <a:ext cx="1285932" cy="201861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D9149754-45B3-C001-976F-A39BDAFE37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1100" y="2924093"/>
            <a:ext cx="1493305" cy="155450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3704010C-3AFB-4981-979E-99EA1D5B89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7476" y="4613536"/>
            <a:ext cx="2490891" cy="138204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93AE58E7-5EDC-B6BF-969B-2A5F5E68E7C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4767" y="1314155"/>
            <a:ext cx="1543265" cy="211484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482332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36B112D-0CCE-4420-5959-5817AA3E3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Arithmetic Operators: Complete List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2760838-75B4-AB49-16E6-40B2B2BFD7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7BE6B2F9-D324-C0BF-D945-D905F54A9E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2486025"/>
            <a:ext cx="12557367" cy="2573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1507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79B6E5F-7D74-E045-EAB9-5858784DC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Conversion: Type Parsing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C1A6E1C-7C3C-E266-7519-55CC4030AA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Determine type of (unknown) variable: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Converting the Type:</a:t>
            </a:r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99C8EEEE-A2D0-37F4-0A28-92F84A23B0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8505" y="1490618"/>
            <a:ext cx="2141633" cy="102557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2FA8B062-956B-D5D7-3B46-5395C6E7B6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2964" y="4073135"/>
            <a:ext cx="2076536" cy="223876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463BC8E6-B85D-AD0F-6DCA-06FC1E7AA6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9654" y="4232684"/>
            <a:ext cx="1495575" cy="201174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3E676E71-ADC7-23ED-A200-449B2EAFE0DD}"/>
              </a:ext>
            </a:extLst>
          </p:cNvPr>
          <p:cNvCxnSpPr/>
          <p:nvPr/>
        </p:nvCxnSpPr>
        <p:spPr>
          <a:xfrm>
            <a:off x="4399986" y="5238557"/>
            <a:ext cx="804672" cy="0"/>
          </a:xfrm>
          <a:prstGeom prst="straightConnector1">
            <a:avLst/>
          </a:prstGeom>
          <a:ln w="571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45278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19C9C1-FBC9-4C51-6EC6-5A0ED9C28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DF4BF10-4960-9DA4-6B87-92E098291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Live Coding: Type Conversion: Type Parsing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7B64C34-38FE-5E3C-B01E-93CF0D8946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 is this useful?</a:t>
            </a:r>
            <a:br>
              <a:rPr lang="en-US" dirty="0"/>
            </a:br>
            <a:r>
              <a:rPr lang="en-US" dirty="0">
                <a:sym typeface="Wingdings" panose="05000000000000000000" pitchFamily="2" charset="2"/>
              </a:rPr>
              <a:t> Concatenate string and int: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Type Parsing int  str fixes the problem: 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endParaRPr lang="en-US" dirty="0">
              <a:sym typeface="Wingdings" panose="05000000000000000000" pitchFamily="2" charset="2"/>
            </a:endParaRPr>
          </a:p>
          <a:p>
            <a:endParaRPr lang="en-US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A lot of type parsing happens automatically:</a:t>
            </a:r>
            <a:endParaRPr lang="de-DE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29FB3A71-CC1C-240E-C809-7A5A5F8EB4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2238" y="3847146"/>
            <a:ext cx="4336019" cy="106258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C1EA46B8-E8EE-02F3-08AA-12ABDFF22B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2238" y="1364367"/>
            <a:ext cx="5721994" cy="181278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0F70CD7B-DE89-6198-1DC4-FAF3A54576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3373" y="5093442"/>
            <a:ext cx="2330713" cy="175351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307646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7A0B5F-607C-4C36-ECF8-BBF9DF9AD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Some notes on solving task sheets	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0A723FE-AE4A-BC31-F8DA-B479D4E846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Splitting into second room</a:t>
            </a:r>
          </a:p>
          <a:p>
            <a:r>
              <a:rPr lang="en-US" noProof="0" dirty="0"/>
              <a:t>If you get stuck:</a:t>
            </a:r>
          </a:p>
          <a:p>
            <a:pPr lvl="1"/>
            <a:r>
              <a:rPr lang="en-US" noProof="0" dirty="0"/>
              <a:t>Try yourself again</a:t>
            </a:r>
          </a:p>
          <a:p>
            <a:pPr lvl="1"/>
            <a:r>
              <a:rPr lang="en-US" dirty="0"/>
              <a:t>Ask your neighbor</a:t>
            </a:r>
          </a:p>
          <a:p>
            <a:pPr lvl="1"/>
            <a:r>
              <a:rPr lang="en-US" noProof="0" dirty="0"/>
              <a:t>Ask assistants</a:t>
            </a:r>
          </a:p>
          <a:p>
            <a:pPr lvl="1"/>
            <a:r>
              <a:rPr lang="en-US" dirty="0"/>
              <a:t>If busy: Ask google (</a:t>
            </a:r>
            <a:r>
              <a:rPr lang="en-US" dirty="0" err="1"/>
              <a:t>Stackoverflow</a:t>
            </a:r>
            <a:r>
              <a:rPr lang="en-US" dirty="0"/>
              <a:t> &lt;3) </a:t>
            </a:r>
            <a:endParaRPr lang="en-US" noProof="0" dirty="0"/>
          </a:p>
          <a:p>
            <a:pPr lvl="2"/>
            <a:r>
              <a:rPr lang="en-US" noProof="0" dirty="0"/>
              <a:t>(Maybe) ask LLM (ChatGPT / Perplexity / Copilot)</a:t>
            </a:r>
          </a:p>
          <a:p>
            <a:pPr lvl="1"/>
            <a:r>
              <a:rPr lang="en-US" dirty="0"/>
              <a:t>Look into solution file</a:t>
            </a:r>
            <a:endParaRPr lang="en-US" noProof="0" dirty="0"/>
          </a:p>
          <a:p>
            <a:r>
              <a:rPr lang="en-US" noProof="0" dirty="0"/>
              <a:t>Struggling and debugging are 90% of a coders work</a:t>
            </a:r>
          </a:p>
          <a:p>
            <a:pPr lvl="1"/>
            <a:endParaRPr lang="en-US" noProof="0" dirty="0"/>
          </a:p>
        </p:txBody>
      </p:sp>
      <p:pic>
        <p:nvPicPr>
          <p:cNvPr id="5" name="Grafik 4" descr="Ein Bild, das Text, Schwimmbecken, Wasser, draußen enthält.&#10;&#10;KI-generierte Inhalte können fehlerhaft sein.">
            <a:extLst>
              <a:ext uri="{FF2B5EF4-FFF2-40B4-BE49-F238E27FC236}">
                <a16:creationId xmlns:a16="http://schemas.microsoft.com/office/drawing/2014/main" id="{8940D89A-9A83-A2B5-4D4D-F92B36E0BE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3165" y="3397741"/>
            <a:ext cx="2268474" cy="2920660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5453407F-FED7-F832-22CA-05390A5AC030}"/>
              </a:ext>
            </a:extLst>
          </p:cNvPr>
          <p:cNvSpPr txBox="1"/>
          <p:nvPr/>
        </p:nvSpPr>
        <p:spPr>
          <a:xfrm>
            <a:off x="9987778" y="6318401"/>
            <a:ext cx="16870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75000"/>
                  </a:schemeClr>
                </a:solidFill>
              </a:rPr>
              <a:t>[Programmerhumor.io]</a:t>
            </a:r>
            <a:endParaRPr lang="de-DE" sz="1200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8" name="Grafik 7" descr="Ein Bild, das Text, Screenshot, Diagramm, Kreis enthält.&#10;&#10;KI-generierte Inhalte können fehlerhaft sein.">
            <a:extLst>
              <a:ext uri="{FF2B5EF4-FFF2-40B4-BE49-F238E27FC236}">
                <a16:creationId xmlns:a16="http://schemas.microsoft.com/office/drawing/2014/main" id="{1A93E30B-395D-2F8A-FAF8-2374D54C62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530" r="11329"/>
          <a:stretch>
            <a:fillRect/>
          </a:stretch>
        </p:blipFill>
        <p:spPr>
          <a:xfrm>
            <a:off x="8986845" y="226519"/>
            <a:ext cx="2822631" cy="2752557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0048013B-D3D4-9DD6-10CF-DB86C4AFBFF0}"/>
              </a:ext>
            </a:extLst>
          </p:cNvPr>
          <p:cNvSpPr txBox="1"/>
          <p:nvPr/>
        </p:nvSpPr>
        <p:spPr>
          <a:xfrm>
            <a:off x="10103602" y="2957780"/>
            <a:ext cx="18140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75000"/>
                  </a:schemeClr>
                </a:solidFill>
              </a:rPr>
              <a:t>[Deleted User on Reddit]</a:t>
            </a:r>
            <a:endParaRPr lang="de-DE" sz="12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51C6A5DA-6E82-C41B-CB13-F5E6793006A5}"/>
              </a:ext>
            </a:extLst>
          </p:cNvPr>
          <p:cNvSpPr txBox="1">
            <a:spLocks/>
          </p:cNvSpPr>
          <p:nvPr/>
        </p:nvSpPr>
        <p:spPr>
          <a:xfrm>
            <a:off x="1159243" y="530325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Good Luck </a:t>
            </a:r>
            <a:r>
              <a:rPr lang="en-US" dirty="0">
                <a:sym typeface="Wingdings" panose="05000000000000000000" pitchFamily="2" charset="2"/>
              </a:rPr>
              <a:t>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22791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453</Words>
  <Application>Microsoft Office PowerPoint</Application>
  <PresentationFormat>Breitbild</PresentationFormat>
  <Paragraphs>83</Paragraphs>
  <Slides>12</Slides>
  <Notes>5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Wingdings</vt:lpstr>
      <vt:lpstr>Office</vt:lpstr>
      <vt:lpstr>Python Course for Physicists Chunk 2: Variables</vt:lpstr>
      <vt:lpstr>Live Coding: Text Output – Printing</vt:lpstr>
      <vt:lpstr>Live Coding: Comments</vt:lpstr>
      <vt:lpstr>Variables Names:</vt:lpstr>
      <vt:lpstr>What’s the difference:                                         &amp;</vt:lpstr>
      <vt:lpstr>What’s the difference:                                         &amp;</vt:lpstr>
      <vt:lpstr>Reassignment / Memory / Restarting Kernel</vt:lpstr>
      <vt:lpstr>Live Coding: Arithmetic Operators</vt:lpstr>
      <vt:lpstr>Arithmetic Operators: Complete List</vt:lpstr>
      <vt:lpstr>Type Conversion: Type Parsing</vt:lpstr>
      <vt:lpstr>Live Coding: Type Conversion: Type Parsing</vt:lpstr>
      <vt:lpstr>Some notes on solving task sheets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Jonathan Bollig</dc:creator>
  <cp:lastModifiedBy>Jonathan Bollig</cp:lastModifiedBy>
  <cp:revision>2</cp:revision>
  <dcterms:created xsi:type="dcterms:W3CDTF">2025-08-17T13:50:44Z</dcterms:created>
  <dcterms:modified xsi:type="dcterms:W3CDTF">2025-10-05T21:47:47Z</dcterms:modified>
</cp:coreProperties>
</file>