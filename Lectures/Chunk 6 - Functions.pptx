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69" r:id="rId3"/>
    <p:sldId id="270" r:id="rId4"/>
    <p:sldId id="271" r:id="rId5"/>
    <p:sldId id="272" r:id="rId6"/>
    <p:sldId id="273" r:id="rId7"/>
    <p:sldId id="275" r:id="rId8"/>
    <p:sldId id="274" r:id="rId9"/>
    <p:sldId id="267" r:id="rId10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6476" autoAdjust="0"/>
  </p:normalViewPr>
  <p:slideViewPr>
    <p:cSldViewPr snapToGrid="0">
      <p:cViewPr varScale="1">
        <p:scale>
          <a:sx n="139" d="100"/>
          <a:sy n="139" d="100"/>
        </p:scale>
        <p:origin x="108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nathan Bollig" userId="8b5d0afe-f106-45e0-8c3f-fd98fa124db1" providerId="ADAL" clId="{B108959E-8160-4214-BA0D-42D2F1070C03}"/>
    <pc:docChg chg="undo custSel addSld modSld sldOrd">
      <pc:chgData name="Jonathan Bollig" userId="8b5d0afe-f106-45e0-8c3f-fd98fa124db1" providerId="ADAL" clId="{B108959E-8160-4214-BA0D-42D2F1070C03}" dt="2025-08-18T09:38:51.161" v="3588" actId="20577"/>
      <pc:docMkLst>
        <pc:docMk/>
      </pc:docMkLst>
      <pc:sldChg chg="modSp new mod">
        <pc:chgData name="Jonathan Bollig" userId="8b5d0afe-f106-45e0-8c3f-fd98fa124db1" providerId="ADAL" clId="{B108959E-8160-4214-BA0D-42D2F1070C03}" dt="2025-08-17T16:47:18.038" v="2214" actId="790"/>
        <pc:sldMkLst>
          <pc:docMk/>
          <pc:sldMk cId="836289018" sldId="256"/>
        </pc:sldMkLst>
      </pc:sldChg>
      <pc:sldChg chg="modSp new mod">
        <pc:chgData name="Jonathan Bollig" userId="8b5d0afe-f106-45e0-8c3f-fd98fa124db1" providerId="ADAL" clId="{B108959E-8160-4214-BA0D-42D2F1070C03}" dt="2025-08-17T16:47:18.038" v="2214" actId="790"/>
        <pc:sldMkLst>
          <pc:docMk/>
          <pc:sldMk cId="3656329933" sldId="257"/>
        </pc:sldMkLst>
      </pc:sldChg>
      <pc:sldChg chg="addSp delSp modSp new mod modNotesTx">
        <pc:chgData name="Jonathan Bollig" userId="8b5d0afe-f106-45e0-8c3f-fd98fa124db1" providerId="ADAL" clId="{B108959E-8160-4214-BA0D-42D2F1070C03}" dt="2025-08-18T09:08:46.312" v="2773" actId="20577"/>
        <pc:sldMkLst>
          <pc:docMk/>
          <pc:sldMk cId="544279955" sldId="258"/>
        </pc:sldMkLst>
      </pc:sldChg>
      <pc:sldChg chg="addSp modSp new mod">
        <pc:chgData name="Jonathan Bollig" userId="8b5d0afe-f106-45e0-8c3f-fd98fa124db1" providerId="ADAL" clId="{B108959E-8160-4214-BA0D-42D2F1070C03}" dt="2025-08-17T17:17:31.026" v="2605" actId="20577"/>
        <pc:sldMkLst>
          <pc:docMk/>
          <pc:sldMk cId="2169503629" sldId="259"/>
        </pc:sldMkLst>
      </pc:sldChg>
      <pc:sldChg chg="modSp new mod">
        <pc:chgData name="Jonathan Bollig" userId="8b5d0afe-f106-45e0-8c3f-fd98fa124db1" providerId="ADAL" clId="{B108959E-8160-4214-BA0D-42D2F1070C03}" dt="2025-08-18T09:38:51.161" v="3588" actId="20577"/>
        <pc:sldMkLst>
          <pc:docMk/>
          <pc:sldMk cId="2533283895" sldId="260"/>
        </pc:sldMkLst>
      </pc:sldChg>
      <pc:sldChg chg="addSp delSp modSp new mod setBg">
        <pc:chgData name="Jonathan Bollig" userId="8b5d0afe-f106-45e0-8c3f-fd98fa124db1" providerId="ADAL" clId="{B108959E-8160-4214-BA0D-42D2F1070C03}" dt="2025-08-17T17:07:09.185" v="2483" actId="5793"/>
        <pc:sldMkLst>
          <pc:docMk/>
          <pc:sldMk cId="847849653" sldId="261"/>
        </pc:sldMkLst>
      </pc:sldChg>
      <pc:sldChg chg="modSp new mod">
        <pc:chgData name="Jonathan Bollig" userId="8b5d0afe-f106-45e0-8c3f-fd98fa124db1" providerId="ADAL" clId="{B108959E-8160-4214-BA0D-42D2F1070C03}" dt="2025-08-17T16:47:18.038" v="2214" actId="790"/>
        <pc:sldMkLst>
          <pc:docMk/>
          <pc:sldMk cId="1908144578" sldId="262"/>
        </pc:sldMkLst>
      </pc:sldChg>
      <pc:sldChg chg="modSp new mod">
        <pc:chgData name="Jonathan Bollig" userId="8b5d0afe-f106-45e0-8c3f-fd98fa124db1" providerId="ADAL" clId="{B108959E-8160-4214-BA0D-42D2F1070C03}" dt="2025-08-17T16:47:18.038" v="2214" actId="790"/>
        <pc:sldMkLst>
          <pc:docMk/>
          <pc:sldMk cId="4076698392" sldId="263"/>
        </pc:sldMkLst>
      </pc:sldChg>
      <pc:sldChg chg="modSp new mod">
        <pc:chgData name="Jonathan Bollig" userId="8b5d0afe-f106-45e0-8c3f-fd98fa124db1" providerId="ADAL" clId="{B108959E-8160-4214-BA0D-42D2F1070C03}" dt="2025-08-17T17:04:25.114" v="2368" actId="20577"/>
        <pc:sldMkLst>
          <pc:docMk/>
          <pc:sldMk cId="3708449378" sldId="264"/>
        </pc:sldMkLst>
      </pc:sldChg>
      <pc:sldChg chg="addSp delSp modSp new mod modNotesTx">
        <pc:chgData name="Jonathan Bollig" userId="8b5d0afe-f106-45e0-8c3f-fd98fa124db1" providerId="ADAL" clId="{B108959E-8160-4214-BA0D-42D2F1070C03}" dt="2025-08-18T09:38:09.362" v="3531" actId="20577"/>
        <pc:sldMkLst>
          <pc:docMk/>
          <pc:sldMk cId="933916611" sldId="265"/>
        </pc:sldMkLst>
      </pc:sldChg>
      <pc:sldChg chg="modSp new mod ord">
        <pc:chgData name="Jonathan Bollig" userId="8b5d0afe-f106-45e0-8c3f-fd98fa124db1" providerId="ADAL" clId="{B108959E-8160-4214-BA0D-42D2F1070C03}" dt="2025-08-18T09:21:09.777" v="2944" actId="20577"/>
        <pc:sldMkLst>
          <pc:docMk/>
          <pc:sldMk cId="2117799034" sldId="266"/>
        </pc:sldMkLst>
      </pc:sldChg>
    </pc:docChg>
  </pc:docChgLst>
  <pc:docChgLst>
    <pc:chgData name="Jonathan Bollig" userId="8b5d0afe-f106-45e0-8c3f-fd98fa124db1" providerId="ADAL" clId="{B2469FA9-EBD8-4834-A16D-CBF8EFC907DD}"/>
    <pc:docChg chg="undo redo custSel addSld delSld modSld">
      <pc:chgData name="Jonathan Bollig" userId="8b5d0afe-f106-45e0-8c3f-fd98fa124db1" providerId="ADAL" clId="{B2469FA9-EBD8-4834-A16D-CBF8EFC907DD}" dt="2025-10-05T23:23:35.695" v="2902" actId="20577"/>
      <pc:docMkLst>
        <pc:docMk/>
      </pc:docMkLst>
      <pc:sldChg chg="modSp mod">
        <pc:chgData name="Jonathan Bollig" userId="8b5d0afe-f106-45e0-8c3f-fd98fa124db1" providerId="ADAL" clId="{B2469FA9-EBD8-4834-A16D-CBF8EFC907DD}" dt="2025-10-04T14:11:11.690" v="2474" actId="20577"/>
        <pc:sldMkLst>
          <pc:docMk/>
          <pc:sldMk cId="836289018" sldId="256"/>
        </pc:sldMkLst>
        <pc:spChg chg="mod">
          <ac:chgData name="Jonathan Bollig" userId="8b5d0afe-f106-45e0-8c3f-fd98fa124db1" providerId="ADAL" clId="{B2469FA9-EBD8-4834-A16D-CBF8EFC907DD}" dt="2025-10-04T14:11:11.690" v="2474" actId="20577"/>
          <ac:spMkLst>
            <pc:docMk/>
            <pc:sldMk cId="836289018" sldId="256"/>
            <ac:spMk id="2" creationId="{40F72F59-52B3-6063-A2E3-2AA45125A99B}"/>
          </ac:spMkLst>
        </pc:spChg>
      </pc:sldChg>
      <pc:sldChg chg="add del">
        <pc:chgData name="Jonathan Bollig" userId="8b5d0afe-f106-45e0-8c3f-fd98fa124db1" providerId="ADAL" clId="{B2469FA9-EBD8-4834-A16D-CBF8EFC907DD}" dt="2025-10-01T19:19:23.559" v="15" actId="47"/>
        <pc:sldMkLst>
          <pc:docMk/>
          <pc:sldMk cId="2169503629" sldId="259"/>
        </pc:sldMkLst>
      </pc:sldChg>
      <pc:sldChg chg="del">
        <pc:chgData name="Jonathan Bollig" userId="8b5d0afe-f106-45e0-8c3f-fd98fa124db1" providerId="ADAL" clId="{B2469FA9-EBD8-4834-A16D-CBF8EFC907DD}" dt="2025-09-29T18:19:05.919" v="10" actId="47"/>
        <pc:sldMkLst>
          <pc:docMk/>
          <pc:sldMk cId="932306145" sldId="260"/>
        </pc:sldMkLst>
      </pc:sldChg>
      <pc:sldChg chg="addSp modSp add mod">
        <pc:chgData name="Jonathan Bollig" userId="8b5d0afe-f106-45e0-8c3f-fd98fa124db1" providerId="ADAL" clId="{B2469FA9-EBD8-4834-A16D-CBF8EFC907DD}" dt="2025-10-04T12:28:43.603" v="2472" actId="1076"/>
        <pc:sldMkLst>
          <pc:docMk/>
          <pc:sldMk cId="2138807736" sldId="267"/>
        </pc:sldMkLst>
        <pc:spChg chg="mod">
          <ac:chgData name="Jonathan Bollig" userId="8b5d0afe-f106-45e0-8c3f-fd98fa124db1" providerId="ADAL" clId="{B2469FA9-EBD8-4834-A16D-CBF8EFC907DD}" dt="2025-10-04T12:28:37.458" v="2471" actId="1076"/>
          <ac:spMkLst>
            <pc:docMk/>
            <pc:sldMk cId="2138807736" sldId="267"/>
            <ac:spMk id="2" creationId="{4264A0F1-7BC6-1BD9-7CBF-4AC55674DB61}"/>
          </ac:spMkLst>
        </pc:spChg>
        <pc:picChg chg="add mod">
          <ac:chgData name="Jonathan Bollig" userId="8b5d0afe-f106-45e0-8c3f-fd98fa124db1" providerId="ADAL" clId="{B2469FA9-EBD8-4834-A16D-CBF8EFC907DD}" dt="2025-10-04T12:28:43.603" v="2472" actId="1076"/>
          <ac:picMkLst>
            <pc:docMk/>
            <pc:sldMk cId="2138807736" sldId="267"/>
            <ac:picMk id="4" creationId="{246098C8-1270-CDB4-2EEA-0D3CF8F824B1}"/>
          </ac:picMkLst>
        </pc:picChg>
      </pc:sldChg>
      <pc:sldChg chg="addSp modSp add del mod">
        <pc:chgData name="Jonathan Bollig" userId="8b5d0afe-f106-45e0-8c3f-fd98fa124db1" providerId="ADAL" clId="{B2469FA9-EBD8-4834-A16D-CBF8EFC907DD}" dt="2025-10-02T22:38:24.627" v="2076" actId="47"/>
        <pc:sldMkLst>
          <pc:docMk/>
          <pc:sldMk cId="2385805343" sldId="268"/>
        </pc:sldMkLst>
      </pc:sldChg>
      <pc:sldChg chg="addSp modSp new mod modNotesTx">
        <pc:chgData name="Jonathan Bollig" userId="8b5d0afe-f106-45e0-8c3f-fd98fa124db1" providerId="ADAL" clId="{B2469FA9-EBD8-4834-A16D-CBF8EFC907DD}" dt="2025-10-02T21:41:53.148" v="1713" actId="20577"/>
        <pc:sldMkLst>
          <pc:docMk/>
          <pc:sldMk cId="4182927070" sldId="269"/>
        </pc:sldMkLst>
        <pc:spChg chg="mod">
          <ac:chgData name="Jonathan Bollig" userId="8b5d0afe-f106-45e0-8c3f-fd98fa124db1" providerId="ADAL" clId="{B2469FA9-EBD8-4834-A16D-CBF8EFC907DD}" dt="2025-10-02T20:55:25.921" v="114" actId="20577"/>
          <ac:spMkLst>
            <pc:docMk/>
            <pc:sldMk cId="4182927070" sldId="269"/>
            <ac:spMk id="2" creationId="{F7FA8FEF-355B-4696-BDF9-2FD691AC5CBA}"/>
          </ac:spMkLst>
        </pc:spChg>
        <pc:spChg chg="mod">
          <ac:chgData name="Jonathan Bollig" userId="8b5d0afe-f106-45e0-8c3f-fd98fa124db1" providerId="ADAL" clId="{B2469FA9-EBD8-4834-A16D-CBF8EFC907DD}" dt="2025-10-02T21:05:02.123" v="303" actId="20577"/>
          <ac:spMkLst>
            <pc:docMk/>
            <pc:sldMk cId="4182927070" sldId="269"/>
            <ac:spMk id="3" creationId="{171BDE09-88EC-D31E-47EA-F4575D1FBF69}"/>
          </ac:spMkLst>
        </pc:spChg>
        <pc:spChg chg="add mod">
          <ac:chgData name="Jonathan Bollig" userId="8b5d0afe-f106-45e0-8c3f-fd98fa124db1" providerId="ADAL" clId="{B2469FA9-EBD8-4834-A16D-CBF8EFC907DD}" dt="2025-10-02T21:04:49.040" v="286" actId="1076"/>
          <ac:spMkLst>
            <pc:docMk/>
            <pc:sldMk cId="4182927070" sldId="269"/>
            <ac:spMk id="8" creationId="{75F5B1FA-0545-549D-5E1F-EAB12E45F100}"/>
          </ac:spMkLst>
        </pc:spChg>
        <pc:picChg chg="add mod">
          <ac:chgData name="Jonathan Bollig" userId="8b5d0afe-f106-45e0-8c3f-fd98fa124db1" providerId="ADAL" clId="{B2469FA9-EBD8-4834-A16D-CBF8EFC907DD}" dt="2025-10-02T21:02:13.103" v="212" actId="14100"/>
          <ac:picMkLst>
            <pc:docMk/>
            <pc:sldMk cId="4182927070" sldId="269"/>
            <ac:picMk id="5" creationId="{FDAE7EE9-0120-9032-C29E-192010B7420D}"/>
          </ac:picMkLst>
        </pc:picChg>
        <pc:picChg chg="add mod">
          <ac:chgData name="Jonathan Bollig" userId="8b5d0afe-f106-45e0-8c3f-fd98fa124db1" providerId="ADAL" clId="{B2469FA9-EBD8-4834-A16D-CBF8EFC907DD}" dt="2025-10-02T21:04:49.040" v="286" actId="1076"/>
          <ac:picMkLst>
            <pc:docMk/>
            <pc:sldMk cId="4182927070" sldId="269"/>
            <ac:picMk id="7" creationId="{501F5D3E-D007-A612-2189-78BEA6E9B7EA}"/>
          </ac:picMkLst>
        </pc:picChg>
        <pc:picChg chg="add mod">
          <ac:chgData name="Jonathan Bollig" userId="8b5d0afe-f106-45e0-8c3f-fd98fa124db1" providerId="ADAL" clId="{B2469FA9-EBD8-4834-A16D-CBF8EFC907DD}" dt="2025-10-02T21:04:49.040" v="286" actId="1076"/>
          <ac:picMkLst>
            <pc:docMk/>
            <pc:sldMk cId="4182927070" sldId="269"/>
            <ac:picMk id="10" creationId="{39AEE736-CFA4-89CA-A5F0-41A4C245743E}"/>
          </ac:picMkLst>
        </pc:picChg>
      </pc:sldChg>
      <pc:sldChg chg="addSp modSp new mod modAnim modNotesTx">
        <pc:chgData name="Jonathan Bollig" userId="8b5d0afe-f106-45e0-8c3f-fd98fa124db1" providerId="ADAL" clId="{B2469FA9-EBD8-4834-A16D-CBF8EFC907DD}" dt="2025-10-02T21:37:56.815" v="1567" actId="13926"/>
        <pc:sldMkLst>
          <pc:docMk/>
          <pc:sldMk cId="2445776341" sldId="270"/>
        </pc:sldMkLst>
        <pc:spChg chg="mod">
          <ac:chgData name="Jonathan Bollig" userId="8b5d0afe-f106-45e0-8c3f-fd98fa124db1" providerId="ADAL" clId="{B2469FA9-EBD8-4834-A16D-CBF8EFC907DD}" dt="2025-10-02T21:06:05.056" v="348" actId="20577"/>
          <ac:spMkLst>
            <pc:docMk/>
            <pc:sldMk cId="2445776341" sldId="270"/>
            <ac:spMk id="2" creationId="{4A0BCE4F-7201-C5A2-4AEC-7592A89044DA}"/>
          </ac:spMkLst>
        </pc:spChg>
        <pc:spChg chg="mod">
          <ac:chgData name="Jonathan Bollig" userId="8b5d0afe-f106-45e0-8c3f-fd98fa124db1" providerId="ADAL" clId="{B2469FA9-EBD8-4834-A16D-CBF8EFC907DD}" dt="2025-10-02T21:37:56.815" v="1567" actId="13926"/>
          <ac:spMkLst>
            <pc:docMk/>
            <pc:sldMk cId="2445776341" sldId="270"/>
            <ac:spMk id="3" creationId="{EB5FD9F6-9F8D-13B5-62F2-48DC342D331B}"/>
          </ac:spMkLst>
        </pc:spChg>
        <pc:spChg chg="add mod">
          <ac:chgData name="Jonathan Bollig" userId="8b5d0afe-f106-45e0-8c3f-fd98fa124db1" providerId="ADAL" clId="{B2469FA9-EBD8-4834-A16D-CBF8EFC907DD}" dt="2025-10-02T21:17:21.999" v="923" actId="164"/>
          <ac:spMkLst>
            <pc:docMk/>
            <pc:sldMk cId="2445776341" sldId="270"/>
            <ac:spMk id="4" creationId="{0AD3E9AD-6B04-091E-A807-77151C3EA563}"/>
          </ac:spMkLst>
        </pc:spChg>
        <pc:spChg chg="add mod">
          <ac:chgData name="Jonathan Bollig" userId="8b5d0afe-f106-45e0-8c3f-fd98fa124db1" providerId="ADAL" clId="{B2469FA9-EBD8-4834-A16D-CBF8EFC907DD}" dt="2025-10-02T21:17:21.999" v="923" actId="164"/>
          <ac:spMkLst>
            <pc:docMk/>
            <pc:sldMk cId="2445776341" sldId="270"/>
            <ac:spMk id="7" creationId="{511B8B42-7631-D0E4-E348-9E2A37815763}"/>
          </ac:spMkLst>
        </pc:spChg>
        <pc:spChg chg="add mod">
          <ac:chgData name="Jonathan Bollig" userId="8b5d0afe-f106-45e0-8c3f-fd98fa124db1" providerId="ADAL" clId="{B2469FA9-EBD8-4834-A16D-CBF8EFC907DD}" dt="2025-10-02T21:17:21.999" v="923" actId="164"/>
          <ac:spMkLst>
            <pc:docMk/>
            <pc:sldMk cId="2445776341" sldId="270"/>
            <ac:spMk id="11" creationId="{35B7C780-DE95-EAD3-05E4-DDFBBE760B49}"/>
          </ac:spMkLst>
        </pc:spChg>
        <pc:spChg chg="add mod">
          <ac:chgData name="Jonathan Bollig" userId="8b5d0afe-f106-45e0-8c3f-fd98fa124db1" providerId="ADAL" clId="{B2469FA9-EBD8-4834-A16D-CBF8EFC907DD}" dt="2025-10-02T21:16:57.270" v="918" actId="164"/>
          <ac:spMkLst>
            <pc:docMk/>
            <pc:sldMk cId="2445776341" sldId="270"/>
            <ac:spMk id="22" creationId="{4EF068A1-4B54-BFAA-8B07-2994D5E12706}"/>
          </ac:spMkLst>
        </pc:spChg>
        <pc:spChg chg="add mod">
          <ac:chgData name="Jonathan Bollig" userId="8b5d0afe-f106-45e0-8c3f-fd98fa124db1" providerId="ADAL" clId="{B2469FA9-EBD8-4834-A16D-CBF8EFC907DD}" dt="2025-10-02T21:16:57.270" v="918" actId="164"/>
          <ac:spMkLst>
            <pc:docMk/>
            <pc:sldMk cId="2445776341" sldId="270"/>
            <ac:spMk id="24" creationId="{F34F755F-D528-B38B-78F1-3C39CECDD855}"/>
          </ac:spMkLst>
        </pc:spChg>
        <pc:spChg chg="add mod">
          <ac:chgData name="Jonathan Bollig" userId="8b5d0afe-f106-45e0-8c3f-fd98fa124db1" providerId="ADAL" clId="{B2469FA9-EBD8-4834-A16D-CBF8EFC907DD}" dt="2025-10-02T21:16:57.270" v="918" actId="164"/>
          <ac:spMkLst>
            <pc:docMk/>
            <pc:sldMk cId="2445776341" sldId="270"/>
            <ac:spMk id="25" creationId="{08A8D2E9-7562-86B8-9E3B-178ACD793CC4}"/>
          </ac:spMkLst>
        </pc:spChg>
        <pc:spChg chg="add mod">
          <ac:chgData name="Jonathan Bollig" userId="8b5d0afe-f106-45e0-8c3f-fd98fa124db1" providerId="ADAL" clId="{B2469FA9-EBD8-4834-A16D-CBF8EFC907DD}" dt="2025-10-02T21:17:07.879" v="919" actId="164"/>
          <ac:spMkLst>
            <pc:docMk/>
            <pc:sldMk cId="2445776341" sldId="270"/>
            <ac:spMk id="28" creationId="{6BFD53BC-87FE-35E6-B699-4AF70485C666}"/>
          </ac:spMkLst>
        </pc:spChg>
        <pc:spChg chg="add mod">
          <ac:chgData name="Jonathan Bollig" userId="8b5d0afe-f106-45e0-8c3f-fd98fa124db1" providerId="ADAL" clId="{B2469FA9-EBD8-4834-A16D-CBF8EFC907DD}" dt="2025-10-02T21:17:07.879" v="919" actId="164"/>
          <ac:spMkLst>
            <pc:docMk/>
            <pc:sldMk cId="2445776341" sldId="270"/>
            <ac:spMk id="30" creationId="{C2859610-2815-8BCB-33A8-05BF15257453}"/>
          </ac:spMkLst>
        </pc:spChg>
        <pc:spChg chg="add mod">
          <ac:chgData name="Jonathan Bollig" userId="8b5d0afe-f106-45e0-8c3f-fd98fa124db1" providerId="ADAL" clId="{B2469FA9-EBD8-4834-A16D-CBF8EFC907DD}" dt="2025-10-02T21:17:07.879" v="919" actId="164"/>
          <ac:spMkLst>
            <pc:docMk/>
            <pc:sldMk cId="2445776341" sldId="270"/>
            <ac:spMk id="31" creationId="{618AF27D-8944-6493-C460-43322811FFC2}"/>
          </ac:spMkLst>
        </pc:spChg>
        <pc:spChg chg="add mod">
          <ac:chgData name="Jonathan Bollig" userId="8b5d0afe-f106-45e0-8c3f-fd98fa124db1" providerId="ADAL" clId="{B2469FA9-EBD8-4834-A16D-CBF8EFC907DD}" dt="2025-10-02T21:17:16.391" v="922" actId="164"/>
          <ac:spMkLst>
            <pc:docMk/>
            <pc:sldMk cId="2445776341" sldId="270"/>
            <ac:spMk id="34" creationId="{21267BC3-F767-AC8A-AE89-7177167A89FB}"/>
          </ac:spMkLst>
        </pc:spChg>
        <pc:spChg chg="add mod">
          <ac:chgData name="Jonathan Bollig" userId="8b5d0afe-f106-45e0-8c3f-fd98fa124db1" providerId="ADAL" clId="{B2469FA9-EBD8-4834-A16D-CBF8EFC907DD}" dt="2025-10-02T21:17:16.391" v="922" actId="164"/>
          <ac:spMkLst>
            <pc:docMk/>
            <pc:sldMk cId="2445776341" sldId="270"/>
            <ac:spMk id="36" creationId="{0F844FDF-82A4-B5A8-CD0F-C6C22EFBDCE6}"/>
          </ac:spMkLst>
        </pc:spChg>
        <pc:spChg chg="add mod">
          <ac:chgData name="Jonathan Bollig" userId="8b5d0afe-f106-45e0-8c3f-fd98fa124db1" providerId="ADAL" clId="{B2469FA9-EBD8-4834-A16D-CBF8EFC907DD}" dt="2025-10-02T21:17:16.391" v="922" actId="164"/>
          <ac:spMkLst>
            <pc:docMk/>
            <pc:sldMk cId="2445776341" sldId="270"/>
            <ac:spMk id="37" creationId="{B32EDB96-2147-F78A-6CB2-FCDB52169CC8}"/>
          </ac:spMkLst>
        </pc:spChg>
        <pc:spChg chg="add mod">
          <ac:chgData name="Jonathan Bollig" userId="8b5d0afe-f106-45e0-8c3f-fd98fa124db1" providerId="ADAL" clId="{B2469FA9-EBD8-4834-A16D-CBF8EFC907DD}" dt="2025-10-02T21:27:35.518" v="1301" actId="14100"/>
          <ac:spMkLst>
            <pc:docMk/>
            <pc:sldMk cId="2445776341" sldId="270"/>
            <ac:spMk id="46" creationId="{92EC2E82-6D60-E3B5-4C32-40FBA97E8F24}"/>
          </ac:spMkLst>
        </pc:spChg>
        <pc:grpChg chg="add mod">
          <ac:chgData name="Jonathan Bollig" userId="8b5d0afe-f106-45e0-8c3f-fd98fa124db1" providerId="ADAL" clId="{B2469FA9-EBD8-4834-A16D-CBF8EFC907DD}" dt="2025-10-02T21:16:57.270" v="918" actId="164"/>
          <ac:grpSpMkLst>
            <pc:docMk/>
            <pc:sldMk cId="2445776341" sldId="270"/>
            <ac:grpSpMk id="40" creationId="{40C88E45-FB0B-0E49-FC74-B5FB7178EE6A}"/>
          </ac:grpSpMkLst>
        </pc:grpChg>
        <pc:grpChg chg="add mod">
          <ac:chgData name="Jonathan Bollig" userId="8b5d0afe-f106-45e0-8c3f-fd98fa124db1" providerId="ADAL" clId="{B2469FA9-EBD8-4834-A16D-CBF8EFC907DD}" dt="2025-10-02T21:17:07.879" v="919" actId="164"/>
          <ac:grpSpMkLst>
            <pc:docMk/>
            <pc:sldMk cId="2445776341" sldId="270"/>
            <ac:grpSpMk id="41" creationId="{C97A448F-F1A7-736A-D78F-DA2F8709BA13}"/>
          </ac:grpSpMkLst>
        </pc:grpChg>
        <pc:grpChg chg="add mod">
          <ac:chgData name="Jonathan Bollig" userId="8b5d0afe-f106-45e0-8c3f-fd98fa124db1" providerId="ADAL" clId="{B2469FA9-EBD8-4834-A16D-CBF8EFC907DD}" dt="2025-10-02T21:17:16.391" v="922" actId="164"/>
          <ac:grpSpMkLst>
            <pc:docMk/>
            <pc:sldMk cId="2445776341" sldId="270"/>
            <ac:grpSpMk id="42" creationId="{489F6A1A-2017-4B8E-2367-C0B7EF8EBE77}"/>
          </ac:grpSpMkLst>
        </pc:grpChg>
        <pc:grpChg chg="add mod">
          <ac:chgData name="Jonathan Bollig" userId="8b5d0afe-f106-45e0-8c3f-fd98fa124db1" providerId="ADAL" clId="{B2469FA9-EBD8-4834-A16D-CBF8EFC907DD}" dt="2025-10-02T21:17:21.999" v="923" actId="164"/>
          <ac:grpSpMkLst>
            <pc:docMk/>
            <pc:sldMk cId="2445776341" sldId="270"/>
            <ac:grpSpMk id="43" creationId="{7C27FE37-2189-2007-38F4-0998F6FDA61A}"/>
          </ac:grpSpMkLst>
        </pc:grpChg>
        <pc:grpChg chg="add mod">
          <ac:chgData name="Jonathan Bollig" userId="8b5d0afe-f106-45e0-8c3f-fd98fa124db1" providerId="ADAL" clId="{B2469FA9-EBD8-4834-A16D-CBF8EFC907DD}" dt="2025-10-02T21:20:37.955" v="1162" actId="1076"/>
          <ac:grpSpMkLst>
            <pc:docMk/>
            <pc:sldMk cId="2445776341" sldId="270"/>
            <ac:grpSpMk id="47" creationId="{3DD203BC-32BE-6694-5E1A-854AF46D467E}"/>
          </ac:grpSpMkLst>
        </pc:grpChg>
        <pc:cxnChg chg="add mod">
          <ac:chgData name="Jonathan Bollig" userId="8b5d0afe-f106-45e0-8c3f-fd98fa124db1" providerId="ADAL" clId="{B2469FA9-EBD8-4834-A16D-CBF8EFC907DD}" dt="2025-10-02T21:17:21.999" v="923" actId="164"/>
          <ac:cxnSpMkLst>
            <pc:docMk/>
            <pc:sldMk cId="2445776341" sldId="270"/>
            <ac:cxnSpMk id="5" creationId="{F2705625-203C-7FAC-4D26-96457B21DFD1}"/>
          </ac:cxnSpMkLst>
        </pc:cxnChg>
        <pc:cxnChg chg="add mod">
          <ac:chgData name="Jonathan Bollig" userId="8b5d0afe-f106-45e0-8c3f-fd98fa124db1" providerId="ADAL" clId="{B2469FA9-EBD8-4834-A16D-CBF8EFC907DD}" dt="2025-10-02T21:17:21.999" v="923" actId="164"/>
          <ac:cxnSpMkLst>
            <pc:docMk/>
            <pc:sldMk cId="2445776341" sldId="270"/>
            <ac:cxnSpMk id="12" creationId="{88A8BD27-6AD8-A6FE-5CD0-9842B01AF4D5}"/>
          </ac:cxnSpMkLst>
        </pc:cxnChg>
        <pc:cxnChg chg="add mod">
          <ac:chgData name="Jonathan Bollig" userId="8b5d0afe-f106-45e0-8c3f-fd98fa124db1" providerId="ADAL" clId="{B2469FA9-EBD8-4834-A16D-CBF8EFC907DD}" dt="2025-10-02T21:16:57.270" v="918" actId="164"/>
          <ac:cxnSpMkLst>
            <pc:docMk/>
            <pc:sldMk cId="2445776341" sldId="270"/>
            <ac:cxnSpMk id="23" creationId="{12909A05-E585-E983-56FB-334B26D34F01}"/>
          </ac:cxnSpMkLst>
        </pc:cxnChg>
        <pc:cxnChg chg="add mod">
          <ac:chgData name="Jonathan Bollig" userId="8b5d0afe-f106-45e0-8c3f-fd98fa124db1" providerId="ADAL" clId="{B2469FA9-EBD8-4834-A16D-CBF8EFC907DD}" dt="2025-10-02T21:16:57.270" v="918" actId="164"/>
          <ac:cxnSpMkLst>
            <pc:docMk/>
            <pc:sldMk cId="2445776341" sldId="270"/>
            <ac:cxnSpMk id="26" creationId="{0F9D2F53-799B-8272-0626-DD7ED173AC46}"/>
          </ac:cxnSpMkLst>
        </pc:cxnChg>
        <pc:cxnChg chg="add mod">
          <ac:chgData name="Jonathan Bollig" userId="8b5d0afe-f106-45e0-8c3f-fd98fa124db1" providerId="ADAL" clId="{B2469FA9-EBD8-4834-A16D-CBF8EFC907DD}" dt="2025-10-02T21:17:07.879" v="919" actId="164"/>
          <ac:cxnSpMkLst>
            <pc:docMk/>
            <pc:sldMk cId="2445776341" sldId="270"/>
            <ac:cxnSpMk id="29" creationId="{1D0F0227-3396-A4AF-5B97-D78EA700A1D2}"/>
          </ac:cxnSpMkLst>
        </pc:cxnChg>
        <pc:cxnChg chg="add mod">
          <ac:chgData name="Jonathan Bollig" userId="8b5d0afe-f106-45e0-8c3f-fd98fa124db1" providerId="ADAL" clId="{B2469FA9-EBD8-4834-A16D-CBF8EFC907DD}" dt="2025-10-02T21:17:07.879" v="919" actId="164"/>
          <ac:cxnSpMkLst>
            <pc:docMk/>
            <pc:sldMk cId="2445776341" sldId="270"/>
            <ac:cxnSpMk id="32" creationId="{B9582410-0D88-74C9-EDAD-FEDFA3D74D29}"/>
          </ac:cxnSpMkLst>
        </pc:cxnChg>
        <pc:cxnChg chg="add mod">
          <ac:chgData name="Jonathan Bollig" userId="8b5d0afe-f106-45e0-8c3f-fd98fa124db1" providerId="ADAL" clId="{B2469FA9-EBD8-4834-A16D-CBF8EFC907DD}" dt="2025-10-02T21:17:16.391" v="922" actId="164"/>
          <ac:cxnSpMkLst>
            <pc:docMk/>
            <pc:sldMk cId="2445776341" sldId="270"/>
            <ac:cxnSpMk id="35" creationId="{43E7BD72-DB2E-E149-F8DA-ABCCB9AB93B1}"/>
          </ac:cxnSpMkLst>
        </pc:cxnChg>
        <pc:cxnChg chg="add mod">
          <ac:chgData name="Jonathan Bollig" userId="8b5d0afe-f106-45e0-8c3f-fd98fa124db1" providerId="ADAL" clId="{B2469FA9-EBD8-4834-A16D-CBF8EFC907DD}" dt="2025-10-02T21:17:16.391" v="922" actId="164"/>
          <ac:cxnSpMkLst>
            <pc:docMk/>
            <pc:sldMk cId="2445776341" sldId="270"/>
            <ac:cxnSpMk id="38" creationId="{3B197A63-41EA-DEB4-3A02-28433D78E981}"/>
          </ac:cxnSpMkLst>
        </pc:cxnChg>
        <pc:cxnChg chg="add mod">
          <ac:chgData name="Jonathan Bollig" userId="8b5d0afe-f106-45e0-8c3f-fd98fa124db1" providerId="ADAL" clId="{B2469FA9-EBD8-4834-A16D-CBF8EFC907DD}" dt="2025-10-02T21:20:33.405" v="1161" actId="164"/>
          <ac:cxnSpMkLst>
            <pc:docMk/>
            <pc:sldMk cId="2445776341" sldId="270"/>
            <ac:cxnSpMk id="44" creationId="{889D9EC4-8FB2-EAC6-DEBA-208BDB1987B6}"/>
          </ac:cxnSpMkLst>
        </pc:cxnChg>
      </pc:sldChg>
      <pc:sldChg chg="addSp modSp new mod modAnim modNotesTx">
        <pc:chgData name="Jonathan Bollig" userId="8b5d0afe-f106-45e0-8c3f-fd98fa124db1" providerId="ADAL" clId="{B2469FA9-EBD8-4834-A16D-CBF8EFC907DD}" dt="2025-10-04T10:33:18.682" v="2159" actId="20577"/>
        <pc:sldMkLst>
          <pc:docMk/>
          <pc:sldMk cId="548183474" sldId="271"/>
        </pc:sldMkLst>
        <pc:spChg chg="mod">
          <ac:chgData name="Jonathan Bollig" userId="8b5d0afe-f106-45e0-8c3f-fd98fa124db1" providerId="ADAL" clId="{B2469FA9-EBD8-4834-A16D-CBF8EFC907DD}" dt="2025-10-02T21:23:04.678" v="1190" actId="20577"/>
          <ac:spMkLst>
            <pc:docMk/>
            <pc:sldMk cId="548183474" sldId="271"/>
            <ac:spMk id="2" creationId="{234850EC-AE4C-3131-B94E-E42C5C2DB415}"/>
          </ac:spMkLst>
        </pc:spChg>
        <pc:spChg chg="mod">
          <ac:chgData name="Jonathan Bollig" userId="8b5d0afe-f106-45e0-8c3f-fd98fa124db1" providerId="ADAL" clId="{B2469FA9-EBD8-4834-A16D-CBF8EFC907DD}" dt="2025-10-02T21:28:18.745" v="1327" actId="20577"/>
          <ac:spMkLst>
            <pc:docMk/>
            <pc:sldMk cId="548183474" sldId="271"/>
            <ac:spMk id="3" creationId="{8B431AE5-5AD5-3558-F359-717F636EC2B5}"/>
          </ac:spMkLst>
        </pc:spChg>
        <pc:spChg chg="mod">
          <ac:chgData name="Jonathan Bollig" userId="8b5d0afe-f106-45e0-8c3f-fd98fa124db1" providerId="ADAL" clId="{B2469FA9-EBD8-4834-A16D-CBF8EFC907DD}" dt="2025-10-02T21:24:23.112" v="1251"/>
          <ac:spMkLst>
            <pc:docMk/>
            <pc:sldMk cId="548183474" sldId="271"/>
            <ac:spMk id="7" creationId="{D4C21179-F3D3-AAEA-1901-D9BD5D44762D}"/>
          </ac:spMkLst>
        </pc:spChg>
        <pc:spChg chg="mod">
          <ac:chgData name="Jonathan Bollig" userId="8b5d0afe-f106-45e0-8c3f-fd98fa124db1" providerId="ADAL" clId="{B2469FA9-EBD8-4834-A16D-CBF8EFC907DD}" dt="2025-10-02T21:25:54.031" v="1275"/>
          <ac:spMkLst>
            <pc:docMk/>
            <pc:sldMk cId="548183474" sldId="271"/>
            <ac:spMk id="10" creationId="{3166F096-8828-5635-14D5-D2BE3C1A10F0}"/>
          </ac:spMkLst>
        </pc:spChg>
        <pc:spChg chg="mod">
          <ac:chgData name="Jonathan Bollig" userId="8b5d0afe-f106-45e0-8c3f-fd98fa124db1" providerId="ADAL" clId="{B2469FA9-EBD8-4834-A16D-CBF8EFC907DD}" dt="2025-10-02T21:26:28.253" v="1284"/>
          <ac:spMkLst>
            <pc:docMk/>
            <pc:sldMk cId="548183474" sldId="271"/>
            <ac:spMk id="13" creationId="{856434DC-EBAD-9BDD-A298-373D66F60A51}"/>
          </ac:spMkLst>
        </pc:spChg>
        <pc:spChg chg="mod">
          <ac:chgData name="Jonathan Bollig" userId="8b5d0afe-f106-45e0-8c3f-fd98fa124db1" providerId="ADAL" clId="{B2469FA9-EBD8-4834-A16D-CBF8EFC907DD}" dt="2025-10-02T21:29:28.900" v="1333"/>
          <ac:spMkLst>
            <pc:docMk/>
            <pc:sldMk cId="548183474" sldId="271"/>
            <ac:spMk id="18" creationId="{24F9B0B9-C873-7B06-7F5F-429E2C85CA1D}"/>
          </ac:spMkLst>
        </pc:spChg>
        <pc:spChg chg="mod">
          <ac:chgData name="Jonathan Bollig" userId="8b5d0afe-f106-45e0-8c3f-fd98fa124db1" providerId="ADAL" clId="{B2469FA9-EBD8-4834-A16D-CBF8EFC907DD}" dt="2025-10-02T21:29:57.365" v="1340"/>
          <ac:spMkLst>
            <pc:docMk/>
            <pc:sldMk cId="548183474" sldId="271"/>
            <ac:spMk id="21" creationId="{FA7A17D7-25F3-A773-3D53-5937DB0A07A4}"/>
          </ac:spMkLst>
        </pc:spChg>
        <pc:grpChg chg="add mod">
          <ac:chgData name="Jonathan Bollig" userId="8b5d0afe-f106-45e0-8c3f-fd98fa124db1" providerId="ADAL" clId="{B2469FA9-EBD8-4834-A16D-CBF8EFC907DD}" dt="2025-10-02T21:30:57.112" v="1352" actId="164"/>
          <ac:grpSpMkLst>
            <pc:docMk/>
            <pc:sldMk cId="548183474" sldId="271"/>
            <ac:grpSpMk id="6" creationId="{5CF4A904-B240-751E-924F-6004EF8D9D8A}"/>
          </ac:grpSpMkLst>
        </pc:grpChg>
        <pc:grpChg chg="add mod">
          <ac:chgData name="Jonathan Bollig" userId="8b5d0afe-f106-45e0-8c3f-fd98fa124db1" providerId="ADAL" clId="{B2469FA9-EBD8-4834-A16D-CBF8EFC907DD}" dt="2025-10-02T21:30:57.112" v="1352" actId="164"/>
          <ac:grpSpMkLst>
            <pc:docMk/>
            <pc:sldMk cId="548183474" sldId="271"/>
            <ac:grpSpMk id="9" creationId="{46B9D2CF-C994-9047-1BC3-44070FEB850D}"/>
          </ac:grpSpMkLst>
        </pc:grpChg>
        <pc:grpChg chg="add mod">
          <ac:chgData name="Jonathan Bollig" userId="8b5d0afe-f106-45e0-8c3f-fd98fa124db1" providerId="ADAL" clId="{B2469FA9-EBD8-4834-A16D-CBF8EFC907DD}" dt="2025-10-02T21:30:57.112" v="1352" actId="164"/>
          <ac:grpSpMkLst>
            <pc:docMk/>
            <pc:sldMk cId="548183474" sldId="271"/>
            <ac:grpSpMk id="12" creationId="{48C62CB1-A430-FE78-9696-81012A0B25C2}"/>
          </ac:grpSpMkLst>
        </pc:grpChg>
        <pc:grpChg chg="add mod">
          <ac:chgData name="Jonathan Bollig" userId="8b5d0afe-f106-45e0-8c3f-fd98fa124db1" providerId="ADAL" clId="{B2469FA9-EBD8-4834-A16D-CBF8EFC907DD}" dt="2025-10-02T21:30:48.639" v="1351" actId="164"/>
          <ac:grpSpMkLst>
            <pc:docMk/>
            <pc:sldMk cId="548183474" sldId="271"/>
            <ac:grpSpMk id="17" creationId="{697DB359-E402-BB4B-EFA8-C04A0A287A80}"/>
          </ac:grpSpMkLst>
        </pc:grpChg>
        <pc:grpChg chg="add mod">
          <ac:chgData name="Jonathan Bollig" userId="8b5d0afe-f106-45e0-8c3f-fd98fa124db1" providerId="ADAL" clId="{B2469FA9-EBD8-4834-A16D-CBF8EFC907DD}" dt="2025-10-02T21:30:48.639" v="1351" actId="164"/>
          <ac:grpSpMkLst>
            <pc:docMk/>
            <pc:sldMk cId="548183474" sldId="271"/>
            <ac:grpSpMk id="20" creationId="{9BB1E1B1-50A9-2631-FDDA-956D420A1462}"/>
          </ac:grpSpMkLst>
        </pc:grpChg>
        <pc:grpChg chg="add mod">
          <ac:chgData name="Jonathan Bollig" userId="8b5d0afe-f106-45e0-8c3f-fd98fa124db1" providerId="ADAL" clId="{B2469FA9-EBD8-4834-A16D-CBF8EFC907DD}" dt="2025-10-02T21:30:48.639" v="1351" actId="164"/>
          <ac:grpSpMkLst>
            <pc:docMk/>
            <pc:sldMk cId="548183474" sldId="271"/>
            <ac:grpSpMk id="26" creationId="{1CD721B3-2C08-3248-1674-8FCAD4B7B6EA}"/>
          </ac:grpSpMkLst>
        </pc:grpChg>
        <pc:grpChg chg="add mod">
          <ac:chgData name="Jonathan Bollig" userId="8b5d0afe-f106-45e0-8c3f-fd98fa124db1" providerId="ADAL" clId="{B2469FA9-EBD8-4834-A16D-CBF8EFC907DD}" dt="2025-10-02T21:30:57.112" v="1352" actId="164"/>
          <ac:grpSpMkLst>
            <pc:docMk/>
            <pc:sldMk cId="548183474" sldId="271"/>
            <ac:grpSpMk id="27" creationId="{2AA34D97-4A11-C3D7-E469-97C854C3E124}"/>
          </ac:grpSpMkLst>
        </pc:grpChg>
        <pc:picChg chg="add mod">
          <ac:chgData name="Jonathan Bollig" userId="8b5d0afe-f106-45e0-8c3f-fd98fa124db1" providerId="ADAL" clId="{B2469FA9-EBD8-4834-A16D-CBF8EFC907DD}" dt="2025-10-02T21:30:57.112" v="1352" actId="164"/>
          <ac:picMkLst>
            <pc:docMk/>
            <pc:sldMk cId="548183474" sldId="271"/>
            <ac:picMk id="5" creationId="{89D8689A-8408-E60A-7604-D7BFA30F088E}"/>
          </ac:picMkLst>
        </pc:picChg>
        <pc:picChg chg="add mod">
          <ac:chgData name="Jonathan Bollig" userId="8b5d0afe-f106-45e0-8c3f-fd98fa124db1" providerId="ADAL" clId="{B2469FA9-EBD8-4834-A16D-CBF8EFC907DD}" dt="2025-10-02T21:30:48.639" v="1351" actId="164"/>
          <ac:picMkLst>
            <pc:docMk/>
            <pc:sldMk cId="548183474" sldId="271"/>
            <ac:picMk id="16" creationId="{B722FB85-A71A-BBD2-DB77-06B7CBD108D4}"/>
          </ac:picMkLst>
        </pc:picChg>
        <pc:inkChg chg="mod">
          <ac:chgData name="Jonathan Bollig" userId="8b5d0afe-f106-45e0-8c3f-fd98fa124db1" providerId="ADAL" clId="{B2469FA9-EBD8-4834-A16D-CBF8EFC907DD}" dt="2025-10-02T21:25:03.853" v="1264" actId="1076"/>
          <ac:inkMkLst>
            <pc:docMk/>
            <pc:sldMk cId="548183474" sldId="271"/>
            <ac:inkMk id="8" creationId="{ACE1FBC4-DA7A-9C1B-DADF-FDE700E76B5A}"/>
          </ac:inkMkLst>
        </pc:inkChg>
        <pc:inkChg chg="mod">
          <ac:chgData name="Jonathan Bollig" userId="8b5d0afe-f106-45e0-8c3f-fd98fa124db1" providerId="ADAL" clId="{B2469FA9-EBD8-4834-A16D-CBF8EFC907DD}" dt="2025-10-02T21:25:54.031" v="1275"/>
          <ac:inkMkLst>
            <pc:docMk/>
            <pc:sldMk cId="548183474" sldId="271"/>
            <ac:inkMk id="11" creationId="{574B402E-EEBA-B41E-C389-1A27CCA1D319}"/>
          </ac:inkMkLst>
        </pc:inkChg>
        <pc:inkChg chg="mod">
          <ac:chgData name="Jonathan Bollig" userId="8b5d0afe-f106-45e0-8c3f-fd98fa124db1" providerId="ADAL" clId="{B2469FA9-EBD8-4834-A16D-CBF8EFC907DD}" dt="2025-10-02T21:26:28.253" v="1284"/>
          <ac:inkMkLst>
            <pc:docMk/>
            <pc:sldMk cId="548183474" sldId="271"/>
            <ac:inkMk id="14" creationId="{3082476C-08DB-C67F-AF9E-194BA25F64BE}"/>
          </ac:inkMkLst>
        </pc:inkChg>
        <pc:inkChg chg="mod">
          <ac:chgData name="Jonathan Bollig" userId="8b5d0afe-f106-45e0-8c3f-fd98fa124db1" providerId="ADAL" clId="{B2469FA9-EBD8-4834-A16D-CBF8EFC907DD}" dt="2025-10-02T21:29:28.900" v="1333"/>
          <ac:inkMkLst>
            <pc:docMk/>
            <pc:sldMk cId="548183474" sldId="271"/>
            <ac:inkMk id="19" creationId="{156220C4-06F4-6FD8-A888-49F15EE43FDE}"/>
          </ac:inkMkLst>
        </pc:inkChg>
        <pc:inkChg chg="mod">
          <ac:chgData name="Jonathan Bollig" userId="8b5d0afe-f106-45e0-8c3f-fd98fa124db1" providerId="ADAL" clId="{B2469FA9-EBD8-4834-A16D-CBF8EFC907DD}" dt="2025-10-02T21:29:57.365" v="1340"/>
          <ac:inkMkLst>
            <pc:docMk/>
            <pc:sldMk cId="548183474" sldId="271"/>
            <ac:inkMk id="22" creationId="{5062D448-F697-20DF-6189-E22432B4FFF9}"/>
          </ac:inkMkLst>
        </pc:inkChg>
        <pc:cxnChg chg="add mod">
          <ac:chgData name="Jonathan Bollig" userId="8b5d0afe-f106-45e0-8c3f-fd98fa124db1" providerId="ADAL" clId="{B2469FA9-EBD8-4834-A16D-CBF8EFC907DD}" dt="2025-10-02T21:30:48.639" v="1351" actId="164"/>
          <ac:cxnSpMkLst>
            <pc:docMk/>
            <pc:sldMk cId="548183474" sldId="271"/>
            <ac:cxnSpMk id="23" creationId="{C8878F27-E9F7-EDF3-DD38-3898AFAA1042}"/>
          </ac:cxnSpMkLst>
        </pc:cxnChg>
      </pc:sldChg>
      <pc:sldChg chg="addSp delSp modSp new mod">
        <pc:chgData name="Jonathan Bollig" userId="8b5d0afe-f106-45e0-8c3f-fd98fa124db1" providerId="ADAL" clId="{B2469FA9-EBD8-4834-A16D-CBF8EFC907DD}" dt="2025-10-02T22:19:30.319" v="1937" actId="20577"/>
        <pc:sldMkLst>
          <pc:docMk/>
          <pc:sldMk cId="2406076225" sldId="272"/>
        </pc:sldMkLst>
        <pc:spChg chg="mod">
          <ac:chgData name="Jonathan Bollig" userId="8b5d0afe-f106-45e0-8c3f-fd98fa124db1" providerId="ADAL" clId="{B2469FA9-EBD8-4834-A16D-CBF8EFC907DD}" dt="2025-10-02T22:19:30.319" v="1937" actId="20577"/>
          <ac:spMkLst>
            <pc:docMk/>
            <pc:sldMk cId="2406076225" sldId="272"/>
            <ac:spMk id="2" creationId="{0E7E12AB-F551-7E22-317F-A88787268652}"/>
          </ac:spMkLst>
        </pc:spChg>
        <pc:spChg chg="mod">
          <ac:chgData name="Jonathan Bollig" userId="8b5d0afe-f106-45e0-8c3f-fd98fa124db1" providerId="ADAL" clId="{B2469FA9-EBD8-4834-A16D-CBF8EFC907DD}" dt="2025-10-02T21:49:15.784" v="1832" actId="14100"/>
          <ac:spMkLst>
            <pc:docMk/>
            <pc:sldMk cId="2406076225" sldId="272"/>
            <ac:spMk id="3" creationId="{5BCF1727-98BC-892A-C959-753459DCDAE0}"/>
          </ac:spMkLst>
        </pc:spChg>
        <pc:spChg chg="add mod">
          <ac:chgData name="Jonathan Bollig" userId="8b5d0afe-f106-45e0-8c3f-fd98fa124db1" providerId="ADAL" clId="{B2469FA9-EBD8-4834-A16D-CBF8EFC907DD}" dt="2025-10-02T21:47:46.965" v="1766" actId="1076"/>
          <ac:spMkLst>
            <pc:docMk/>
            <pc:sldMk cId="2406076225" sldId="272"/>
            <ac:spMk id="6" creationId="{10ACA9B0-3262-8790-755D-468C0BE5548F}"/>
          </ac:spMkLst>
        </pc:spChg>
        <pc:spChg chg="add mod">
          <ac:chgData name="Jonathan Bollig" userId="8b5d0afe-f106-45e0-8c3f-fd98fa124db1" providerId="ADAL" clId="{B2469FA9-EBD8-4834-A16D-CBF8EFC907DD}" dt="2025-10-02T21:47:46.965" v="1766" actId="1076"/>
          <ac:spMkLst>
            <pc:docMk/>
            <pc:sldMk cId="2406076225" sldId="272"/>
            <ac:spMk id="7" creationId="{3B7B46C7-EC25-C4C9-3042-97A3A3E82265}"/>
          </ac:spMkLst>
        </pc:spChg>
        <pc:spChg chg="add mod">
          <ac:chgData name="Jonathan Bollig" userId="8b5d0afe-f106-45e0-8c3f-fd98fa124db1" providerId="ADAL" clId="{B2469FA9-EBD8-4834-A16D-CBF8EFC907DD}" dt="2025-10-02T21:47:46.965" v="1766" actId="1076"/>
          <ac:spMkLst>
            <pc:docMk/>
            <pc:sldMk cId="2406076225" sldId="272"/>
            <ac:spMk id="8" creationId="{ACB1B386-8AE1-52B5-5AC1-1BC4ABB7B34C}"/>
          </ac:spMkLst>
        </pc:spChg>
        <pc:spChg chg="add mod">
          <ac:chgData name="Jonathan Bollig" userId="8b5d0afe-f106-45e0-8c3f-fd98fa124db1" providerId="ADAL" clId="{B2469FA9-EBD8-4834-A16D-CBF8EFC907DD}" dt="2025-10-02T21:47:46.965" v="1766" actId="1076"/>
          <ac:spMkLst>
            <pc:docMk/>
            <pc:sldMk cId="2406076225" sldId="272"/>
            <ac:spMk id="10" creationId="{B9D6841A-13EC-EF32-8CC2-C5FC1842FC53}"/>
          </ac:spMkLst>
        </pc:spChg>
        <pc:spChg chg="add mod">
          <ac:chgData name="Jonathan Bollig" userId="8b5d0afe-f106-45e0-8c3f-fd98fa124db1" providerId="ADAL" clId="{B2469FA9-EBD8-4834-A16D-CBF8EFC907DD}" dt="2025-10-02T21:47:46.965" v="1766" actId="1076"/>
          <ac:spMkLst>
            <pc:docMk/>
            <pc:sldMk cId="2406076225" sldId="272"/>
            <ac:spMk id="14" creationId="{ED2BC30C-A1E7-C208-D691-AE0443A1D2A2}"/>
          </ac:spMkLst>
        </pc:spChg>
        <pc:spChg chg="add mod">
          <ac:chgData name="Jonathan Bollig" userId="8b5d0afe-f106-45e0-8c3f-fd98fa124db1" providerId="ADAL" clId="{B2469FA9-EBD8-4834-A16D-CBF8EFC907DD}" dt="2025-10-02T21:54:29.001" v="1854" actId="14100"/>
          <ac:spMkLst>
            <pc:docMk/>
            <pc:sldMk cId="2406076225" sldId="272"/>
            <ac:spMk id="24" creationId="{57229F26-A03D-C859-01E3-E6BEEE6A0CEB}"/>
          </ac:spMkLst>
        </pc:spChg>
        <pc:spChg chg="add mod">
          <ac:chgData name="Jonathan Bollig" userId="8b5d0afe-f106-45e0-8c3f-fd98fa124db1" providerId="ADAL" clId="{B2469FA9-EBD8-4834-A16D-CBF8EFC907DD}" dt="2025-10-02T22:13:27.465" v="1890" actId="14100"/>
          <ac:spMkLst>
            <pc:docMk/>
            <pc:sldMk cId="2406076225" sldId="272"/>
            <ac:spMk id="34" creationId="{89B28C0A-E542-64B2-46CA-1C2F1B5180ED}"/>
          </ac:spMkLst>
        </pc:spChg>
        <pc:picChg chg="add mod">
          <ac:chgData name="Jonathan Bollig" userId="8b5d0afe-f106-45e0-8c3f-fd98fa124db1" providerId="ADAL" clId="{B2469FA9-EBD8-4834-A16D-CBF8EFC907DD}" dt="2025-10-02T21:47:46.965" v="1766" actId="1076"/>
          <ac:picMkLst>
            <pc:docMk/>
            <pc:sldMk cId="2406076225" sldId="272"/>
            <ac:picMk id="5" creationId="{81F51E81-AEB9-0660-2A03-865ED44522A3}"/>
          </ac:picMkLst>
        </pc:picChg>
        <pc:picChg chg="add mod ord">
          <ac:chgData name="Jonathan Bollig" userId="8b5d0afe-f106-45e0-8c3f-fd98fa124db1" providerId="ADAL" clId="{B2469FA9-EBD8-4834-A16D-CBF8EFC907DD}" dt="2025-10-02T22:15:57.991" v="1901" actId="167"/>
          <ac:picMkLst>
            <pc:docMk/>
            <pc:sldMk cId="2406076225" sldId="272"/>
            <ac:picMk id="43" creationId="{CBCADC9C-4BF1-2712-88E8-C62D3F633A59}"/>
          </ac:picMkLst>
        </pc:picChg>
        <pc:cxnChg chg="add mod">
          <ac:chgData name="Jonathan Bollig" userId="8b5d0afe-f106-45e0-8c3f-fd98fa124db1" providerId="ADAL" clId="{B2469FA9-EBD8-4834-A16D-CBF8EFC907DD}" dt="2025-10-02T21:47:46.965" v="1766" actId="1076"/>
          <ac:cxnSpMkLst>
            <pc:docMk/>
            <pc:sldMk cId="2406076225" sldId="272"/>
            <ac:cxnSpMk id="9" creationId="{CB1F28D8-EF9B-5E41-D6ED-8371926C1E61}"/>
          </ac:cxnSpMkLst>
        </pc:cxnChg>
        <pc:cxnChg chg="add mod">
          <ac:chgData name="Jonathan Bollig" userId="8b5d0afe-f106-45e0-8c3f-fd98fa124db1" providerId="ADAL" clId="{B2469FA9-EBD8-4834-A16D-CBF8EFC907DD}" dt="2025-10-02T21:47:46.965" v="1766" actId="1076"/>
          <ac:cxnSpMkLst>
            <pc:docMk/>
            <pc:sldMk cId="2406076225" sldId="272"/>
            <ac:cxnSpMk id="13" creationId="{E43D7AE7-EDCE-C25C-4B04-DA1AA4A83F19}"/>
          </ac:cxnSpMkLst>
        </pc:cxnChg>
        <pc:cxnChg chg="add mod">
          <ac:chgData name="Jonathan Bollig" userId="8b5d0afe-f106-45e0-8c3f-fd98fa124db1" providerId="ADAL" clId="{B2469FA9-EBD8-4834-A16D-CBF8EFC907DD}" dt="2025-10-02T21:54:57.427" v="1861" actId="14100"/>
          <ac:cxnSpMkLst>
            <pc:docMk/>
            <pc:sldMk cId="2406076225" sldId="272"/>
            <ac:cxnSpMk id="23" creationId="{9B83E428-6CBD-D8AB-038A-214FFA5D1CFC}"/>
          </ac:cxnSpMkLst>
        </pc:cxnChg>
        <pc:cxnChg chg="add mod">
          <ac:chgData name="Jonathan Bollig" userId="8b5d0afe-f106-45e0-8c3f-fd98fa124db1" providerId="ADAL" clId="{B2469FA9-EBD8-4834-A16D-CBF8EFC907DD}" dt="2025-10-02T21:54:54.134" v="1860" actId="14100"/>
          <ac:cxnSpMkLst>
            <pc:docMk/>
            <pc:sldMk cId="2406076225" sldId="272"/>
            <ac:cxnSpMk id="28" creationId="{3E90FC9F-C1A3-A5FA-268F-EB4DDC061F06}"/>
          </ac:cxnSpMkLst>
        </pc:cxnChg>
        <pc:cxnChg chg="add mod">
          <ac:chgData name="Jonathan Bollig" userId="8b5d0afe-f106-45e0-8c3f-fd98fa124db1" providerId="ADAL" clId="{B2469FA9-EBD8-4834-A16D-CBF8EFC907DD}" dt="2025-10-02T22:16:04.762" v="1902" actId="14100"/>
          <ac:cxnSpMkLst>
            <pc:docMk/>
            <pc:sldMk cId="2406076225" sldId="272"/>
            <ac:cxnSpMk id="33" creationId="{AB0C2933-982C-E3BF-1622-A83081BFDF41}"/>
          </ac:cxnSpMkLst>
        </pc:cxnChg>
        <pc:cxnChg chg="add mod">
          <ac:chgData name="Jonathan Bollig" userId="8b5d0afe-f106-45e0-8c3f-fd98fa124db1" providerId="ADAL" clId="{B2469FA9-EBD8-4834-A16D-CBF8EFC907DD}" dt="2025-10-02T22:16:07.116" v="1903" actId="14100"/>
          <ac:cxnSpMkLst>
            <pc:docMk/>
            <pc:sldMk cId="2406076225" sldId="272"/>
            <ac:cxnSpMk id="35" creationId="{D3115202-48C6-72FA-0482-A8003822A6CC}"/>
          </ac:cxnSpMkLst>
        </pc:cxnChg>
      </pc:sldChg>
      <pc:sldChg chg="addSp delSp modSp new mod">
        <pc:chgData name="Jonathan Bollig" userId="8b5d0afe-f106-45e0-8c3f-fd98fa124db1" providerId="ADAL" clId="{B2469FA9-EBD8-4834-A16D-CBF8EFC907DD}" dt="2025-10-05T23:23:35.695" v="2902" actId="20577"/>
        <pc:sldMkLst>
          <pc:docMk/>
          <pc:sldMk cId="137709409" sldId="273"/>
        </pc:sldMkLst>
        <pc:spChg chg="mod">
          <ac:chgData name="Jonathan Bollig" userId="8b5d0afe-f106-45e0-8c3f-fd98fa124db1" providerId="ADAL" clId="{B2469FA9-EBD8-4834-A16D-CBF8EFC907DD}" dt="2025-10-02T22:19:36.594" v="1950" actId="20577"/>
          <ac:spMkLst>
            <pc:docMk/>
            <pc:sldMk cId="137709409" sldId="273"/>
            <ac:spMk id="2" creationId="{6920CD88-9D7D-C3FF-C922-078C956143E9}"/>
          </ac:spMkLst>
        </pc:spChg>
        <pc:spChg chg="mod">
          <ac:chgData name="Jonathan Bollig" userId="8b5d0afe-f106-45e0-8c3f-fd98fa124db1" providerId="ADAL" clId="{B2469FA9-EBD8-4834-A16D-CBF8EFC907DD}" dt="2025-10-05T23:23:35.695" v="2902" actId="20577"/>
          <ac:spMkLst>
            <pc:docMk/>
            <pc:sldMk cId="137709409" sldId="273"/>
            <ac:spMk id="3" creationId="{A559ED63-FB8D-1136-6925-1E63A03A93ED}"/>
          </ac:spMkLst>
        </pc:spChg>
        <pc:spChg chg="add mod">
          <ac:chgData name="Jonathan Bollig" userId="8b5d0afe-f106-45e0-8c3f-fd98fa124db1" providerId="ADAL" clId="{B2469FA9-EBD8-4834-A16D-CBF8EFC907DD}" dt="2025-10-02T22:19:10.992" v="1924" actId="1076"/>
          <ac:spMkLst>
            <pc:docMk/>
            <pc:sldMk cId="137709409" sldId="273"/>
            <ac:spMk id="5" creationId="{33401323-BDC2-4276-F840-47D71C463E52}"/>
          </ac:spMkLst>
        </pc:spChg>
        <pc:spChg chg="add mod">
          <ac:chgData name="Jonathan Bollig" userId="8b5d0afe-f106-45e0-8c3f-fd98fa124db1" providerId="ADAL" clId="{B2469FA9-EBD8-4834-A16D-CBF8EFC907DD}" dt="2025-10-02T22:30:50.009" v="2068" actId="1076"/>
          <ac:spMkLst>
            <pc:docMk/>
            <pc:sldMk cId="137709409" sldId="273"/>
            <ac:spMk id="18" creationId="{87BFEC29-9017-3B83-9B75-3BBE062FFD99}"/>
          </ac:spMkLst>
        </pc:spChg>
        <pc:spChg chg="add mod">
          <ac:chgData name="Jonathan Bollig" userId="8b5d0afe-f106-45e0-8c3f-fd98fa124db1" providerId="ADAL" clId="{B2469FA9-EBD8-4834-A16D-CBF8EFC907DD}" dt="2025-10-02T22:34:10.639" v="2075" actId="1076"/>
          <ac:spMkLst>
            <pc:docMk/>
            <pc:sldMk cId="137709409" sldId="273"/>
            <ac:spMk id="24" creationId="{132CCAA7-A7C2-1A1E-6312-45BA732D71F6}"/>
          </ac:spMkLst>
        </pc:spChg>
        <pc:picChg chg="add mod">
          <ac:chgData name="Jonathan Bollig" userId="8b5d0afe-f106-45e0-8c3f-fd98fa124db1" providerId="ADAL" clId="{B2469FA9-EBD8-4834-A16D-CBF8EFC907DD}" dt="2025-10-02T22:19:10.992" v="1924" actId="1076"/>
          <ac:picMkLst>
            <pc:docMk/>
            <pc:sldMk cId="137709409" sldId="273"/>
            <ac:picMk id="4" creationId="{9013A46E-7C2E-02E1-F57A-B98E414C6016}"/>
          </ac:picMkLst>
        </pc:picChg>
        <pc:picChg chg="add mod">
          <ac:chgData name="Jonathan Bollig" userId="8b5d0afe-f106-45e0-8c3f-fd98fa124db1" providerId="ADAL" clId="{B2469FA9-EBD8-4834-A16D-CBF8EFC907DD}" dt="2025-10-02T22:29:00.017" v="2044" actId="1076"/>
          <ac:picMkLst>
            <pc:docMk/>
            <pc:sldMk cId="137709409" sldId="273"/>
            <ac:picMk id="12" creationId="{15850069-C63B-98B2-8DFD-D9E9BF8502F4}"/>
          </ac:picMkLst>
        </pc:picChg>
        <pc:picChg chg="add mod ord">
          <ac:chgData name="Jonathan Bollig" userId="8b5d0afe-f106-45e0-8c3f-fd98fa124db1" providerId="ADAL" clId="{B2469FA9-EBD8-4834-A16D-CBF8EFC907DD}" dt="2025-10-02T22:30:15.852" v="2056" actId="1440"/>
          <ac:picMkLst>
            <pc:docMk/>
            <pc:sldMk cId="137709409" sldId="273"/>
            <ac:picMk id="16" creationId="{AFEB52CE-B931-0F3F-5611-DB6319916107}"/>
          </ac:picMkLst>
        </pc:picChg>
        <pc:cxnChg chg="add mod">
          <ac:chgData name="Jonathan Bollig" userId="8b5d0afe-f106-45e0-8c3f-fd98fa124db1" providerId="ADAL" clId="{B2469FA9-EBD8-4834-A16D-CBF8EFC907DD}" dt="2025-10-02T22:29:30.900" v="2047" actId="14100"/>
          <ac:cxnSpMkLst>
            <pc:docMk/>
            <pc:sldMk cId="137709409" sldId="273"/>
            <ac:cxnSpMk id="13" creationId="{E34738F9-7580-19FA-9451-21FFFD8ADA4E}"/>
          </ac:cxnSpMkLst>
        </pc:cxnChg>
        <pc:cxnChg chg="add mod">
          <ac:chgData name="Jonathan Bollig" userId="8b5d0afe-f106-45e0-8c3f-fd98fa124db1" providerId="ADAL" clId="{B2469FA9-EBD8-4834-A16D-CBF8EFC907DD}" dt="2025-10-02T22:30:52.847" v="2069" actId="14100"/>
          <ac:cxnSpMkLst>
            <pc:docMk/>
            <pc:sldMk cId="137709409" sldId="273"/>
            <ac:cxnSpMk id="17" creationId="{9368C89F-40C6-402C-FEC5-9DA9351CC8BB}"/>
          </ac:cxnSpMkLst>
        </pc:cxnChg>
        <pc:cxnChg chg="add mod">
          <ac:chgData name="Jonathan Bollig" userId="8b5d0afe-f106-45e0-8c3f-fd98fa124db1" providerId="ADAL" clId="{B2469FA9-EBD8-4834-A16D-CBF8EFC907DD}" dt="2025-10-02T22:30:56.335" v="2070" actId="14100"/>
          <ac:cxnSpMkLst>
            <pc:docMk/>
            <pc:sldMk cId="137709409" sldId="273"/>
            <ac:cxnSpMk id="19" creationId="{490A1C87-25DB-06A6-A660-4E552898CECE}"/>
          </ac:cxnSpMkLst>
        </pc:cxnChg>
      </pc:sldChg>
      <pc:sldChg chg="addSp delSp modSp new mod modAnim">
        <pc:chgData name="Jonathan Bollig" userId="8b5d0afe-f106-45e0-8c3f-fd98fa124db1" providerId="ADAL" clId="{B2469FA9-EBD8-4834-A16D-CBF8EFC907DD}" dt="2025-10-04T11:05:55.694" v="2468" actId="20577"/>
        <pc:sldMkLst>
          <pc:docMk/>
          <pc:sldMk cId="766000052" sldId="274"/>
        </pc:sldMkLst>
        <pc:spChg chg="mod">
          <ac:chgData name="Jonathan Bollig" userId="8b5d0afe-f106-45e0-8c3f-fd98fa124db1" providerId="ADAL" clId="{B2469FA9-EBD8-4834-A16D-CBF8EFC907DD}" dt="2025-10-04T11:05:55.694" v="2468" actId="20577"/>
          <ac:spMkLst>
            <pc:docMk/>
            <pc:sldMk cId="766000052" sldId="274"/>
            <ac:spMk id="2" creationId="{12E709B7-4EE2-1C5C-E005-FB19611A04F1}"/>
          </ac:spMkLst>
        </pc:spChg>
        <pc:spChg chg="mod">
          <ac:chgData name="Jonathan Bollig" userId="8b5d0afe-f106-45e0-8c3f-fd98fa124db1" providerId="ADAL" clId="{B2469FA9-EBD8-4834-A16D-CBF8EFC907DD}" dt="2025-10-04T10:44:36.585" v="2379" actId="20577"/>
          <ac:spMkLst>
            <pc:docMk/>
            <pc:sldMk cId="766000052" sldId="274"/>
            <ac:spMk id="3" creationId="{1EA530EA-7E50-248A-5926-E193D419924B}"/>
          </ac:spMkLst>
        </pc:spChg>
        <pc:spChg chg="mod topLvl">
          <ac:chgData name="Jonathan Bollig" userId="8b5d0afe-f106-45e0-8c3f-fd98fa124db1" providerId="ADAL" clId="{B2469FA9-EBD8-4834-A16D-CBF8EFC907DD}" dt="2025-10-04T10:46:07.211" v="2392" actId="165"/>
          <ac:spMkLst>
            <pc:docMk/>
            <pc:sldMk cId="766000052" sldId="274"/>
            <ac:spMk id="11" creationId="{D57928F8-5AA2-A00F-67BF-91FF78650C34}"/>
          </ac:spMkLst>
        </pc:spChg>
        <pc:spChg chg="mod topLvl">
          <ac:chgData name="Jonathan Bollig" userId="8b5d0afe-f106-45e0-8c3f-fd98fa124db1" providerId="ADAL" clId="{B2469FA9-EBD8-4834-A16D-CBF8EFC907DD}" dt="2025-10-04T10:46:07.211" v="2392" actId="165"/>
          <ac:spMkLst>
            <pc:docMk/>
            <pc:sldMk cId="766000052" sldId="274"/>
            <ac:spMk id="13" creationId="{ECD5339A-A2E5-8FBF-C3D4-9A08AAF35F98}"/>
          </ac:spMkLst>
        </pc:spChg>
        <pc:spChg chg="mod topLvl">
          <ac:chgData name="Jonathan Bollig" userId="8b5d0afe-f106-45e0-8c3f-fd98fa124db1" providerId="ADAL" clId="{B2469FA9-EBD8-4834-A16D-CBF8EFC907DD}" dt="2025-10-04T10:46:07.211" v="2392" actId="165"/>
          <ac:spMkLst>
            <pc:docMk/>
            <pc:sldMk cId="766000052" sldId="274"/>
            <ac:spMk id="14" creationId="{648C072C-1C3C-0B4A-45BE-A147665D8D81}"/>
          </ac:spMkLst>
        </pc:spChg>
        <pc:spChg chg="add mod">
          <ac:chgData name="Jonathan Bollig" userId="8b5d0afe-f106-45e0-8c3f-fd98fa124db1" providerId="ADAL" clId="{B2469FA9-EBD8-4834-A16D-CBF8EFC907DD}" dt="2025-10-04T10:46:46.714" v="2410" actId="313"/>
          <ac:spMkLst>
            <pc:docMk/>
            <pc:sldMk cId="766000052" sldId="274"/>
            <ac:spMk id="16" creationId="{7E8ED806-90DA-3F1D-1A46-ED70A61EF9C1}"/>
          </ac:spMkLst>
        </pc:spChg>
        <pc:grpChg chg="add del mod">
          <ac:chgData name="Jonathan Bollig" userId="8b5d0afe-f106-45e0-8c3f-fd98fa124db1" providerId="ADAL" clId="{B2469FA9-EBD8-4834-A16D-CBF8EFC907DD}" dt="2025-10-04T10:46:07.211" v="2392" actId="165"/>
          <ac:grpSpMkLst>
            <pc:docMk/>
            <pc:sldMk cId="766000052" sldId="274"/>
            <ac:grpSpMk id="10" creationId="{30C8E7FF-4728-173F-55F2-268E5172046F}"/>
          </ac:grpSpMkLst>
        </pc:grpChg>
        <pc:picChg chg="add del mod">
          <ac:chgData name="Jonathan Bollig" userId="8b5d0afe-f106-45e0-8c3f-fd98fa124db1" providerId="ADAL" clId="{B2469FA9-EBD8-4834-A16D-CBF8EFC907DD}" dt="2025-10-04T10:40:41.670" v="2269" actId="478"/>
          <ac:picMkLst>
            <pc:docMk/>
            <pc:sldMk cId="766000052" sldId="274"/>
            <ac:picMk id="5" creationId="{8922DF5F-D148-4808-25FA-233F666F7A28}"/>
          </ac:picMkLst>
        </pc:picChg>
        <pc:picChg chg="add mod">
          <ac:chgData name="Jonathan Bollig" userId="8b5d0afe-f106-45e0-8c3f-fd98fa124db1" providerId="ADAL" clId="{B2469FA9-EBD8-4834-A16D-CBF8EFC907DD}" dt="2025-10-04T10:43:48.320" v="2362" actId="1076"/>
          <ac:picMkLst>
            <pc:docMk/>
            <pc:sldMk cId="766000052" sldId="274"/>
            <ac:picMk id="7" creationId="{4E3D5E86-9637-86C8-E2A5-B86CBE89A533}"/>
          </ac:picMkLst>
        </pc:picChg>
        <pc:picChg chg="add mod">
          <ac:chgData name="Jonathan Bollig" userId="8b5d0afe-f106-45e0-8c3f-fd98fa124db1" providerId="ADAL" clId="{B2469FA9-EBD8-4834-A16D-CBF8EFC907DD}" dt="2025-10-04T10:45:36.056" v="2391" actId="1076"/>
          <ac:picMkLst>
            <pc:docMk/>
            <pc:sldMk cId="766000052" sldId="274"/>
            <ac:picMk id="9" creationId="{193AA17B-8502-2E6C-A279-F908F7AD6126}"/>
          </ac:picMkLst>
        </pc:picChg>
        <pc:cxnChg chg="mod topLvl">
          <ac:chgData name="Jonathan Bollig" userId="8b5d0afe-f106-45e0-8c3f-fd98fa124db1" providerId="ADAL" clId="{B2469FA9-EBD8-4834-A16D-CBF8EFC907DD}" dt="2025-10-04T10:46:07.211" v="2392" actId="165"/>
          <ac:cxnSpMkLst>
            <pc:docMk/>
            <pc:sldMk cId="766000052" sldId="274"/>
            <ac:cxnSpMk id="12" creationId="{4E6382A4-49BE-CA6C-1A20-0724C8ABD73F}"/>
          </ac:cxnSpMkLst>
        </pc:cxnChg>
        <pc:cxnChg chg="mod topLvl">
          <ac:chgData name="Jonathan Bollig" userId="8b5d0afe-f106-45e0-8c3f-fd98fa124db1" providerId="ADAL" clId="{B2469FA9-EBD8-4834-A16D-CBF8EFC907DD}" dt="2025-10-04T10:46:07.211" v="2392" actId="165"/>
          <ac:cxnSpMkLst>
            <pc:docMk/>
            <pc:sldMk cId="766000052" sldId="274"/>
            <ac:cxnSpMk id="15" creationId="{C8DE3DA2-C424-A522-769A-457B01220394}"/>
          </ac:cxnSpMkLst>
        </pc:cxnChg>
        <pc:cxnChg chg="add mod">
          <ac:chgData name="Jonathan Bollig" userId="8b5d0afe-f106-45e0-8c3f-fd98fa124db1" providerId="ADAL" clId="{B2469FA9-EBD8-4834-A16D-CBF8EFC907DD}" dt="2025-10-04T10:46:38.443" v="2406" actId="14100"/>
          <ac:cxnSpMkLst>
            <pc:docMk/>
            <pc:sldMk cId="766000052" sldId="274"/>
            <ac:cxnSpMk id="17" creationId="{7767704C-CF9D-9F45-ED75-445B7E43F835}"/>
          </ac:cxnSpMkLst>
        </pc:cxnChg>
      </pc:sldChg>
      <pc:sldChg chg="addSp modSp new mod">
        <pc:chgData name="Jonathan Bollig" userId="8b5d0afe-f106-45e0-8c3f-fd98fa124db1" providerId="ADAL" clId="{B2469FA9-EBD8-4834-A16D-CBF8EFC907DD}" dt="2025-10-04T21:37:47.148" v="2744" actId="14100"/>
        <pc:sldMkLst>
          <pc:docMk/>
          <pc:sldMk cId="3877654343" sldId="275"/>
        </pc:sldMkLst>
        <pc:spChg chg="mod">
          <ac:chgData name="Jonathan Bollig" userId="8b5d0afe-f106-45e0-8c3f-fd98fa124db1" providerId="ADAL" clId="{B2469FA9-EBD8-4834-A16D-CBF8EFC907DD}" dt="2025-10-04T21:28:37.955" v="2495" actId="20577"/>
          <ac:spMkLst>
            <pc:docMk/>
            <pc:sldMk cId="3877654343" sldId="275"/>
            <ac:spMk id="2" creationId="{382CBA87-C0B6-ECA7-3678-99DAEAE8F6E6}"/>
          </ac:spMkLst>
        </pc:spChg>
        <pc:spChg chg="mod">
          <ac:chgData name="Jonathan Bollig" userId="8b5d0afe-f106-45e0-8c3f-fd98fa124db1" providerId="ADAL" clId="{B2469FA9-EBD8-4834-A16D-CBF8EFC907DD}" dt="2025-10-04T21:36:22.237" v="2725"/>
          <ac:spMkLst>
            <pc:docMk/>
            <pc:sldMk cId="3877654343" sldId="275"/>
            <ac:spMk id="3" creationId="{A1531EF3-7D15-44AC-E302-39D8C18F8564}"/>
          </ac:spMkLst>
        </pc:spChg>
        <pc:spChg chg="add mod">
          <ac:chgData name="Jonathan Bollig" userId="8b5d0afe-f106-45e0-8c3f-fd98fa124db1" providerId="ADAL" clId="{B2469FA9-EBD8-4834-A16D-CBF8EFC907DD}" dt="2025-10-04T21:37:36.596" v="2740" actId="1076"/>
          <ac:spMkLst>
            <pc:docMk/>
            <pc:sldMk cId="3877654343" sldId="275"/>
            <ac:spMk id="10" creationId="{1ED2D7D5-7874-4F0E-AFD9-95B42561AEE9}"/>
          </ac:spMkLst>
        </pc:spChg>
        <pc:picChg chg="add mod">
          <ac:chgData name="Jonathan Bollig" userId="8b5d0afe-f106-45e0-8c3f-fd98fa124db1" providerId="ADAL" clId="{B2469FA9-EBD8-4834-A16D-CBF8EFC907DD}" dt="2025-10-04T21:34:15.378" v="2720" actId="1076"/>
          <ac:picMkLst>
            <pc:docMk/>
            <pc:sldMk cId="3877654343" sldId="275"/>
            <ac:picMk id="5" creationId="{73BCA6D8-4E7C-B1AE-6083-1A85733EB99E}"/>
          </ac:picMkLst>
        </pc:picChg>
        <pc:picChg chg="add mod">
          <ac:chgData name="Jonathan Bollig" userId="8b5d0afe-f106-45e0-8c3f-fd98fa124db1" providerId="ADAL" clId="{B2469FA9-EBD8-4834-A16D-CBF8EFC907DD}" dt="2025-10-04T21:36:31.339" v="2728" actId="1076"/>
          <ac:picMkLst>
            <pc:docMk/>
            <pc:sldMk cId="3877654343" sldId="275"/>
            <ac:picMk id="7" creationId="{1510E010-A9B1-C223-3DCA-24C70C8FC354}"/>
          </ac:picMkLst>
        </pc:picChg>
        <pc:picChg chg="add mod">
          <ac:chgData name="Jonathan Bollig" userId="8b5d0afe-f106-45e0-8c3f-fd98fa124db1" providerId="ADAL" clId="{B2469FA9-EBD8-4834-A16D-CBF8EFC907DD}" dt="2025-10-04T21:36:29.864" v="2727" actId="1076"/>
          <ac:picMkLst>
            <pc:docMk/>
            <pc:sldMk cId="3877654343" sldId="275"/>
            <ac:picMk id="9" creationId="{B506FA52-C740-19F8-C631-8FF58276A6CB}"/>
          </ac:picMkLst>
        </pc:picChg>
        <pc:cxnChg chg="add mod">
          <ac:chgData name="Jonathan Bollig" userId="8b5d0afe-f106-45e0-8c3f-fd98fa124db1" providerId="ADAL" clId="{B2469FA9-EBD8-4834-A16D-CBF8EFC907DD}" dt="2025-10-04T21:37:47.148" v="2744" actId="14100"/>
          <ac:cxnSpMkLst>
            <pc:docMk/>
            <pc:sldMk cId="3877654343" sldId="275"/>
            <ac:cxnSpMk id="11" creationId="{8CEA4226-50D0-622A-3F81-975AE5FBD77C}"/>
          </ac:cxnSpMkLst>
        </pc:cxnChg>
      </pc:sldChg>
      <pc:sldChg chg="modSp new del mod">
        <pc:chgData name="Jonathan Bollig" userId="8b5d0afe-f106-45e0-8c3f-fd98fa124db1" providerId="ADAL" clId="{B2469FA9-EBD8-4834-A16D-CBF8EFC907DD}" dt="2025-10-05T23:23:13.207" v="2837" actId="2696"/>
        <pc:sldMkLst>
          <pc:docMk/>
          <pc:sldMk cId="3240811298" sldId="276"/>
        </pc:sldMkLst>
        <pc:spChg chg="mod">
          <ac:chgData name="Jonathan Bollig" userId="8b5d0afe-f106-45e0-8c3f-fd98fa124db1" providerId="ADAL" clId="{B2469FA9-EBD8-4834-A16D-CBF8EFC907DD}" dt="2025-10-04T22:41:09.792" v="2771" actId="20577"/>
          <ac:spMkLst>
            <pc:docMk/>
            <pc:sldMk cId="3240811298" sldId="276"/>
            <ac:spMk id="2" creationId="{FDB62B56-0901-65AC-1C19-86BE19FD76EF}"/>
          </ac:spMkLst>
        </pc:spChg>
        <pc:spChg chg="mod">
          <ac:chgData name="Jonathan Bollig" userId="8b5d0afe-f106-45e0-8c3f-fd98fa124db1" providerId="ADAL" clId="{B2469FA9-EBD8-4834-A16D-CBF8EFC907DD}" dt="2025-10-04T22:41:24.008" v="2836" actId="20577"/>
          <ac:spMkLst>
            <pc:docMk/>
            <pc:sldMk cId="3240811298" sldId="276"/>
            <ac:spMk id="3" creationId="{3449A8D0-7FC2-8733-AFE5-9F14783F30BB}"/>
          </ac:spMkLst>
        </pc:spChg>
      </pc:sldChg>
    </pc:docChg>
  </pc:docChgLst>
  <pc:docChgLst>
    <pc:chgData name="Jonathan Bollig" userId="8b5d0afe-f106-45e0-8c3f-fd98fa124db1" providerId="ADAL" clId="{891409C9-2319-433B-8001-2E1CE368518E}"/>
    <pc:docChg chg="custSel addSld delSld modSld">
      <pc:chgData name="Jonathan Bollig" userId="8b5d0afe-f106-45e0-8c3f-fd98fa124db1" providerId="ADAL" clId="{891409C9-2319-433B-8001-2E1CE368518E}" dt="2025-08-18T13:33:56.347" v="46" actId="47"/>
      <pc:docMkLst>
        <pc:docMk/>
      </pc:docMkLst>
      <pc:sldChg chg="modSp mod">
        <pc:chgData name="Jonathan Bollig" userId="8b5d0afe-f106-45e0-8c3f-fd98fa124db1" providerId="ADAL" clId="{891409C9-2319-433B-8001-2E1CE368518E}" dt="2025-08-18T10:03:07.320" v="7" actId="20577"/>
        <pc:sldMkLst>
          <pc:docMk/>
          <pc:sldMk cId="836289018" sldId="256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3656329933" sldId="257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544279955" sldId="258"/>
        </pc:sldMkLst>
      </pc:sldChg>
      <pc:sldChg chg="delSp modSp del mod">
        <pc:chgData name="Jonathan Bollig" userId="8b5d0afe-f106-45e0-8c3f-fd98fa124db1" providerId="ADAL" clId="{891409C9-2319-433B-8001-2E1CE368518E}" dt="2025-08-18T13:33:56.347" v="46" actId="47"/>
        <pc:sldMkLst>
          <pc:docMk/>
          <pc:sldMk cId="2169503629" sldId="259"/>
        </pc:sldMkLst>
      </pc:sldChg>
      <pc:sldChg chg="add">
        <pc:chgData name="Jonathan Bollig" userId="8b5d0afe-f106-45e0-8c3f-fd98fa124db1" providerId="ADAL" clId="{891409C9-2319-433B-8001-2E1CE368518E}" dt="2025-08-18T13:33:54.473" v="45"/>
        <pc:sldMkLst>
          <pc:docMk/>
          <pc:sldMk cId="932306145" sldId="260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2533283895" sldId="260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847849653" sldId="261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1908144578" sldId="262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4076698392" sldId="263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3708449378" sldId="264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933916611" sldId="265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2117799034" sldId="266"/>
        </pc:sldMkLst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02T21:24:23.11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1 460 24575,'0'-8'0,"1"-1"0,1 2 0,-1-1 0,2 0 0,-1 1 0,0 0 0,1-2 0,0 2 0,5-7 0,38-60 0,35-26 0,-60 78 0,-1-2 0,-1 0 0,26-42 0,-45 64 0,1-1 0,0 1 0,1 0 0,-1-1 0,0 1 0,2 1 0,-2-2 0,1 1 0,-1 1 0,1-1 0,0 0 0,-1 0 0,2 1 0,-1 0 0,0-1 0,0 1 0,0 0 0,0 0 0,1 0 0,0 0 0,-1 1 0,0-2 0,5 2 0,-2 0 0,1 2 0,-1 0 0,0-1 0,0 1 0,-1 0 0,2 0 0,-2 2 0,1-2 0,0 1 0,6 6 0,105 72 0,-101-75 0,2 1 0,-1-2 0,0 0 0,1 0 0,-1-3 0,2 0 0,17 2 0,47 6 0,-54-5 0,-20-4 0,-2-1 0,2 2 0,-2-1 0,1 1 0,1 0 0,-2 1 0,1-1 0,-1 2 0,13 6 0,-19-10 0,0 0 0,0 2 0,0-2 0,0 0 0,0 0 0,0 1 0,0-1 0,0 0 0,0 0 0,0 1 0,0-1 0,0 0 0,0 0 0,0 1 0,0-1 0,0 0 0,0 0 0,0 1 0,0-1 0,0 0 0,0 0 0,-1 2 0,1-2 0,0 0 0,0 0 0,0 0 0,0 1 0,-1-1 0,1 0 0,0 0 0,0 0 0,0 0 0,-1 0 0,1 1 0,0-1 0,0 0 0,-2 0 0,2 0 0,0 0 0,0 0 0,-1 0 0,1 0 0,0 0 0,0 0 0,-1 0 0,1 0 0,0 0 0,0 0 0,-1 0 0,1 0 0,0 0 0,0 0 0,-1 0 0,1-1 0,-20 4 0,5-3 0,0 0 0,0-1 0,0 0 0,0-1 0,0-1 0,1-2 0,-2 2 0,2-3 0,0 0 0,0 0 0,-19-13 0,0-3 0,0-2 0,2-2 0,-35-35 0,62 56 0,-2 0 0,2 2 0,-2-1 0,2 0 0,-2 1 0,1-1 0,0 2 0,-1 0 0,0-1 0,0 1 0,1 1 0,-10-3 0,12 4 0,0 0 0,0 0 0,-1 0 0,1 0 0,-1 1 0,0-1 0,1 2 0,0-1 0,0-1 0,-1 2 0,1-1 0,0 0 0,1 1 0,-2 0 0,1 0 0,1 1 0,-2-2 0,2 1 0,-1 2 0,1-2 0,0 1 0,-5 5 0,-16 24 0,-1-1 0,-1-3 0,-53 48 0,67-66-124,1 2 0,0 0 0,0 0 0,1 0 0,0 2 0,2-1-1,-1 1 1,2-1 0,-1 2 0,-6 20 0,9-12-6702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02T21:25:54.03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483 460 24575,'0'-8'0,"0"-1"0,-2 2 0,2-1 0,-2 0 0,1 1 0,0 0 0,-1-2 0,0 2 0,-2-7 0,-23-60 0,-21-26 0,36 78 0,0-2 0,1 0 0,-15-42 0,26 64 0,-1-1 0,0 1 0,0 0 0,0-1 0,1 1 0,-1 1 0,0-2 0,0 1 0,0 1 0,0-1 0,-1 0 0,2 0 0,-1 1 0,-1 0 0,1-1 0,0 1 0,-1 0 0,1 0 0,0 0 0,-1 0 0,1 1 0,-1-2 0,-2 2 0,1 0 0,0 2 0,0 0 0,0-1 0,0 1 0,1 0 0,-2 0 0,2 2 0,-1-2 0,0 1 0,-3 6 0,-62 72 0,59-75 0,-1 1 0,0-2 0,1 0 0,-1 0 0,1-3 0,-2 0 0,-9 2 0,-28 6 0,31-5 0,13-4 0,0-1 0,-1 2 0,1-1 0,1 1 0,-2 0 0,1 1 0,0-1 0,1 2 0,-8 6 0,11-10 0,0 0 0,0 2 0,0-2 0,0 0 0,0 0 0,0 1 0,0-1 0,0 0 0,0 0 0,0 1 0,0-1 0,0 0 0,0 0 0,0 1 0,0-1 0,0 0 0,0 0 0,0 1 0,0-1 0,0 0 0,0 0 0,0 2 0,0-2 0,0 0 0,0 0 0,0 0 0,0 1 0,1-1 0,-1 0 0,0 0 0,0 0 0,0 0 0,1 0 0,-1 1 0,0-1 0,0 0 0,0 0 0,0 0 0,0 0 0,0 0 0,1 0 0,-1 0 0,0 0 0,0 0 0,1 0 0,-1 0 0,0 0 0,0 0 0,0 0 0,0 0 0,0 0 0,0 0 0,1 0 0,-1-1 0,11 4 0,-2-3 0,0 0 0,0-1 0,0 0 0,0-1 0,0-1 0,-1-2 0,1 2 0,-1-3 0,1 0 0,-1 0 0,11-13 0,0-3 0,1-2 0,-2-2 0,21-35 0,-37 56 0,1 0 0,0 2 0,0-1 0,0 0 0,0 1 0,0-1 0,0 2 0,0 0 0,1-1 0,0 1 0,-1 1 0,5-3 0,-6 4 0,0 0 0,0 0 0,0 0 0,0 0 0,0 1 0,0-1 0,0 2 0,0-1 0,0-1 0,0 2 0,0-1 0,0 0 0,-1 1 0,1 0 0,0 0 0,-1 1 0,1-2 0,-1 1 0,1 2 0,0-2 0,-1 1 0,3 5 0,9 24 0,1-1 0,1-3 0,30 48 0,-38-66-124,-1 2 0,0 0 0,0 0 0,-1 0 0,0 2 0,0-1-1,-1 1 1,0-1 0,0 2 0,3 20 0,-4-12-6702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02T21:26:28.25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24575,'0'5'0,"1"0"0,0-1 0,0 0 0,1 1 0,-1-1 0,1 0 0,0 1 0,1-1 0,2 4 0,29 35 0,25 14 0,-44-44 0,0 1 0,-1 0 0,19 24 0,-33-37 0,0 0 0,1 1 0,1-1 0,-1 0 0,-1 1 0,2-1 0,-1 0 0,0 0 0,0 0 0,1 0 0,-1 0 0,0 0 0,1 0 0,-1 0 0,1-1 0,0 1 0,-1 0 0,1-1 0,-1 1 0,2 0 0,-2-1 0,1 0 0,3 0 0,-1 0 0,0 0 0,0-2 0,-1 2 0,1-2 0,-1 2 0,1-2 0,-1 0 0,0 1 0,1-1 0,4-3 0,77-42 0,-74 44 0,1-1 0,0 1 0,0 0 0,0 1 0,0 0 0,1 1 0,12-1 0,35-4 0,-39 3 0,-15 2 0,-2 1 0,2 0 0,-1-1 0,0-1 0,0 1 0,0 0 0,0-1 0,0 0 0,8-4 0,-13 6 0,0 0 0,0 0 0,0 0 0,0 0 0,0 0 0,0-1 0,0 1 0,0 0 0,0 0 0,0-1 0,0 1 0,0 0 0,0 0 0,0 0 0,0 0 0,0 0 0,0 0 0,0-1 0,0 1 0,0 0 0,0 0 0,-1-1 0,1 1 0,0 0 0,0 0 0,0 0 0,0-1 0,0 1 0,0 0 0,0 0 0,0 0 0,0 0 0,-1 0 0,1 0 0,0 0 0,0 0 0,-1 0 0,1 0 0,0 0 0,0 0 0,-1 0 0,1 0 0,0 0 0,0 0 0,-1 0 0,1 0 0,0 0 0,0 0 0,0 0 0,0 0 0,0 0 0,0 0 0,-1 0 0,1 0 0,-15-2 0,4 2 0,0 0 0,0 1 0,1 0 0,-2 0 0,1 1 0,1 0 0,-1 0 0,0 2 0,1-1 0,-1 0 0,-12 8 0,-1 2 0,0 1 0,0 1 0,-23 20 0,43-32 0,0 0 0,1-1 0,-1 0 0,1 0 0,-1 0 0,0 0 0,0-1 0,0 1 0,-1-1 0,1 0 0,0 0 0,-6 1 0,7-2 0,1 0 0,0 0 0,-1 0 0,1 0 0,-1-1 0,0 1 0,1 0 0,0-1 0,-1 1 0,1-1 0,-1 0 0,1 0 0,0 1 0,0-2 0,0 1 0,0 0 0,0 0 0,0 0 0,0-1 0,0 0 0,0 1 0,-2-4 0,-13-13 0,-1 0 0,0 2 0,-39-28 0,49 38-124,0-1 0,1 0 0,0 0 0,0 1 0,1-2 0,0 0-1,1 0 1,0 0 0,0 0 0,-4-12 0,6 6-6702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02T21:29:28.90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 24575,'0'9'0,"1"0"0,1-1 0,-1 1 0,2 0 0,-1-1 0,0 0 0,1 1 0,0-1 0,5 7 0,38 67 0,35 28 0,-60-86 0,-1 2 0,-1 0 0,26 47 0,-45-70 0,1-1 0,0 1 0,1 0 0,-1-1 0,0 1 0,2-2 0,-2 2 0,1-1 0,-1 0 0,1 0 0,0-1 0,-1 2 0,2-2 0,-1 1 0,0-1 0,0 0 0,0 1 0,0-1 0,1 0 0,0 0 0,-1-1 0,0 2 0,5-2 0,-2 0 0,1-2 0,-1 0 0,0 1 0,0-2 0,-1 2 0,2-2 0,-2-1 0,1 2 0,0-2 0,6-5 0,105-81 0,-101 83 0,2 0 0,-1 1 0,0 1 0,1 0 0,-1 2 0,2 1 0,17-2 0,47-8 0,-54 7 0,-20 4 0,-2 1 0,2-2 0,-2 1 0,1-2 0,1 1 0,-2-1 0,1 1 0,-1-2 0,13-8 0,-19 12 0,0 0 0,0-1 0,0 1 0,0 0 0,0 0 0,0-2 0,0 2 0,0 0 0,0 0 0,0-1 0,0 1 0,0 0 0,0 0 0,0-1 0,0 1 0,0 0 0,0 0 0,0-1 0,0 1 0,0 0 0,0 0 0,-1-2 0,1 2 0,0 0 0,0 0 0,0 0 0,0-1 0,-1 1 0,1 0 0,0 0 0,0 0 0,0 0 0,-1 0 0,1-1 0,0 1 0,0 0 0,-2 0 0,2 0 0,0 0 0,0 0 0,-1 0 0,1 0 0,0 0 0,0 0 0,-1 0 0,1 0 0,0 0 0,0 0 0,-1 0 0,1 0 0,0 0 0,0 0 0,-1 0 0,1 1 0,-20-5 0,5 4 0,0 0 0,0 1 0,0 1 0,0 0 0,0 1 0,1 2 0,-2-1 0,2 2 0,0 1 0,0-1 0,-19 15 0,0 4 0,0 1 0,2 3 0,-35 38 0,62-62 0,-2 1 0,2-3 0,-2 1 0,2 0 0,-2 0 0,1 0 0,0-1 0,-1-1 0,0 1 0,0-1 0,1 0 0,-10 2 0,12-4 0,0 0 0,0 0 0,-1 0 0,1 0 0,-1-2 0,0 2 0,1-1 0,0 0 0,0 1 0,-1-3 0,1 2 0,0 0 0,1-1 0,-2 0 0,1-1 0,1 0 0,-2 2 0,2-1 0,-1-2 0,1 1 0,0 0 0,-5-6 0,-16-26 0,-1 1 0,-1 3 0,-53-52 0,67 71-124,1-1 0,0 0 0,0 0 0,1 0 0,0-2 0,2 0-1,-1 0 1,2 0 0,-1-1 0,-6-22 0,9 12-6702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02T21:29:57.36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483 2 24575,'0'12'0,"0"-1"0,-2-1 0,2 1 0,-2 0 0,1-1 0,0-1 0,-1 3 0,0-3 0,-2 11 0,-23 81 0,-21 34 0,36-104 0,0 1 0,1 0 0,-15 58 0,26-87 0,-1 0 0,0 1 0,0-1 0,0 0 0,1 0 0,-1-1 0,0 1 0,0 0 0,0-1 0,0 1 0,-1-1 0,2 1 0,-1-1 0,-1-1 0,1 1 0,0-1 0,-1 1 0,1 0 0,0-1 0,-1 1 0,1-2 0,-1 2 0,-2-2 0,1 0 0,0-2 0,0-1 0,0 1 0,0-1 0,1 1 0,-2-1 0,2-2 0,-1 2 0,0-2 0,-3-6 0,-62-100 0,59 103 0,-1-2 0,0 4 0,1-1 0,-1 1 0,1 3 0,-2-1 0,-9 0 0,-28-11 0,31 9 0,13 4 0,0 2 0,-1-1 0,1-1 0,1-1 0,-2-1 0,1 1 0,0 0 0,1-2 0,-8-9 0,11 14 0,0 0 0,0-2 0,0 2 0,0 0 0,0 0 0,0-1 0,0 1 0,0 0 0,0 0 0,0-2 0,0 2 0,0 0 0,0 0 0,0-2 0,0 2 0,0 0 0,0 0 0,0-1 0,0 1 0,0 0 0,0 0 0,0-2 0,0 2 0,0 0 0,0 0 0,0 0 0,0-2 0,1 2 0,-1 0 0,0 0 0,0 0 0,0 0 0,1 0 0,-1-1 0,0 1 0,0 0 0,0 0 0,0 0 0,0 0 0,0 0 0,1 0 0,-1 0 0,0 0 0,0 0 0,1 0 0,-1 0 0,0 0 0,0 0 0,0 0 0,0 0 0,0 0 0,0 0 0,1 0 0,-1 1 0,11-5 0,-2 4 0,0 0 0,0 1 0,0 1 0,0 1 0,0 0 0,-1 4 0,1-2 0,-1 3 0,1 0 0,-1 0 0,11 17 0,0 6 0,1 1 0,-2 4 0,21 47 0,-37-76 0,1-1 0,0-1 0,0 0 0,0 0 0,0-1 0,0 1 0,0-2 0,0 1 0,1-1 0,0 0 0,-1-1 0,5 3 0,-6-5 0,0 0 0,0 0 0,0 0 0,0 0 0,0-2 0,0 2 0,0-2 0,0 1 0,0 1 0,0-4 0,0 3 0,0-1 0,-1 1 0,1-3 0,0 1 0,-1 0 0,1 1 0,-1-1 0,1-2 0,0 2 0,-1 0 0,3-8 0,9-33 0,1 2 0,1 4 0,30-65 0,-38 88-124,-1-1 0,0 0 0,0 0 0,-1 0 0,0-3 0,0 1-1,-1-1 1,0 1 0,0-3 0,3-26 0,-4 15-6702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B6CA2EE-5589-4682-AD7F-744DBF1E81F5}" type="datetimeFigureOut">
              <a:rPr lang="de-DE" smtClean="0"/>
              <a:t>04.10.2025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1422C3B-6429-4381-8F08-B422F3CD22B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253350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@ Erik bin mir </a:t>
            </a:r>
            <a:r>
              <a:rPr lang="en-US" dirty="0" err="1"/>
              <a:t>nicht</a:t>
            </a:r>
            <a:r>
              <a:rPr lang="en-US" dirty="0"/>
              <a:t> </a:t>
            </a:r>
            <a:r>
              <a:rPr lang="en-US" dirty="0" err="1"/>
              <a:t>sicher</a:t>
            </a:r>
            <a:r>
              <a:rPr lang="en-US" dirty="0"/>
              <a:t>, </a:t>
            </a:r>
            <a:r>
              <a:rPr lang="en-US" dirty="0" err="1"/>
              <a:t>ob</a:t>
            </a:r>
            <a:r>
              <a:rPr lang="en-US" dirty="0"/>
              <a:t> das der </a:t>
            </a:r>
            <a:r>
              <a:rPr lang="en-US" dirty="0" err="1"/>
              <a:t>beste</a:t>
            </a:r>
            <a:r>
              <a:rPr lang="en-US" dirty="0"/>
              <a:t> </a:t>
            </a:r>
            <a:r>
              <a:rPr lang="en-US" dirty="0" err="1"/>
              <a:t>Einstieg</a:t>
            </a:r>
            <a:r>
              <a:rPr lang="en-US" dirty="0"/>
              <a:t> in das Thema </a:t>
            </a:r>
            <a:r>
              <a:rPr lang="en-US" dirty="0" err="1"/>
              <a:t>ist</a:t>
            </a:r>
            <a:r>
              <a:rPr lang="en-US" dirty="0"/>
              <a:t>.</a:t>
            </a:r>
          </a:p>
          <a:p>
            <a:r>
              <a:rPr lang="en-US" dirty="0"/>
              <a:t>This is </a:t>
            </a:r>
            <a:r>
              <a:rPr lang="en-US" dirty="0" err="1"/>
              <a:t>obv</a:t>
            </a:r>
            <a:r>
              <a:rPr lang="en-US" dirty="0"/>
              <a:t>. very repetitive.</a:t>
            </a:r>
          </a:p>
          <a:p>
            <a:r>
              <a:rPr lang="en-US" dirty="0"/>
              <a:t>There is a slightly better way with loops, but there is a much better way with functions!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422C3B-6429-4381-8F08-B422F3CD22BF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072861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Before creating our own functions, let’s look at functions we have used before. </a:t>
            </a:r>
          </a:p>
          <a:p>
            <a:r>
              <a:rPr lang="en-US" dirty="0"/>
              <a:t>@Erik: Hier </a:t>
            </a:r>
            <a:r>
              <a:rPr lang="en-US" dirty="0" err="1"/>
              <a:t>hab</a:t>
            </a:r>
            <a:r>
              <a:rPr lang="en-US" dirty="0"/>
              <a:t> ich </a:t>
            </a:r>
            <a:r>
              <a:rPr lang="en-US" dirty="0" err="1"/>
              <a:t>schon</a:t>
            </a:r>
            <a:r>
              <a:rPr lang="en-US" dirty="0"/>
              <a:t> Animation </a:t>
            </a:r>
            <a:r>
              <a:rPr lang="en-US" dirty="0" err="1"/>
              <a:t>hinzugefügt</a:t>
            </a:r>
            <a:r>
              <a:rPr lang="en-US" dirty="0"/>
              <a:t>, da </a:t>
            </a:r>
            <a:r>
              <a:rPr lang="en-US" dirty="0" err="1"/>
              <a:t>sonst</a:t>
            </a:r>
            <a:r>
              <a:rPr lang="en-US" dirty="0"/>
              <a:t> </a:t>
            </a:r>
            <a:r>
              <a:rPr lang="en-US" dirty="0" err="1"/>
              <a:t>nicht</a:t>
            </a:r>
            <a:r>
              <a:rPr lang="en-US" dirty="0"/>
              <a:t> </a:t>
            </a:r>
            <a:r>
              <a:rPr lang="en-US" dirty="0" err="1"/>
              <a:t>offensichtlich</a:t>
            </a:r>
            <a:r>
              <a:rPr lang="en-US" dirty="0"/>
              <a:t> </a:t>
            </a:r>
            <a:r>
              <a:rPr lang="en-US" dirty="0" err="1"/>
              <a:t>ist</a:t>
            </a:r>
            <a:r>
              <a:rPr lang="en-US" dirty="0"/>
              <a:t>, </a:t>
            </a:r>
            <a:r>
              <a:rPr lang="en-US" dirty="0" err="1"/>
              <a:t>wie</a:t>
            </a:r>
            <a:r>
              <a:rPr lang="en-US" dirty="0"/>
              <a:t> ich mir </a:t>
            </a:r>
            <a:r>
              <a:rPr lang="en-US" dirty="0" err="1"/>
              <a:t>diese</a:t>
            </a:r>
            <a:r>
              <a:rPr lang="en-US" dirty="0"/>
              <a:t> Folie </a:t>
            </a:r>
            <a:r>
              <a:rPr lang="en-US" dirty="0" err="1"/>
              <a:t>gedacht</a:t>
            </a:r>
            <a:r>
              <a:rPr lang="en-US" dirty="0"/>
              <a:t> </a:t>
            </a:r>
            <a:r>
              <a:rPr lang="en-US" dirty="0" err="1"/>
              <a:t>habe</a:t>
            </a:r>
            <a:endParaRPr lang="en-US" dirty="0"/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422C3B-6429-4381-8F08-B422F3CD22BF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7256112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@ Erik </a:t>
            </a:r>
            <a:r>
              <a:rPr lang="en-US" dirty="0" err="1"/>
              <a:t>hier</a:t>
            </a:r>
            <a:r>
              <a:rPr lang="en-US" dirty="0"/>
              <a:t> </a:t>
            </a:r>
            <a:r>
              <a:rPr lang="en-US" dirty="0" err="1"/>
              <a:t>schon</a:t>
            </a:r>
            <a:r>
              <a:rPr lang="en-US" dirty="0"/>
              <a:t> die </a:t>
            </a:r>
            <a:r>
              <a:rPr lang="en-US" dirty="0" err="1"/>
              <a:t>grobe</a:t>
            </a:r>
            <a:r>
              <a:rPr lang="en-US" dirty="0"/>
              <a:t> </a:t>
            </a:r>
            <a:r>
              <a:rPr lang="en-US" dirty="0" err="1"/>
              <a:t>Animationslogik</a:t>
            </a:r>
            <a:r>
              <a:rPr lang="en-US" dirty="0"/>
              <a:t>. Man </a:t>
            </a:r>
            <a:r>
              <a:rPr lang="en-US" dirty="0" err="1"/>
              <a:t>könnte</a:t>
            </a:r>
            <a:r>
              <a:rPr lang="en-US" dirty="0"/>
              <a:t> </a:t>
            </a:r>
            <a:r>
              <a:rPr lang="en-US" dirty="0" err="1"/>
              <a:t>statt</a:t>
            </a:r>
            <a:r>
              <a:rPr lang="en-US" dirty="0"/>
              <a:t> </a:t>
            </a:r>
            <a:r>
              <a:rPr lang="en-US" dirty="0" err="1"/>
              <a:t>dessen</a:t>
            </a:r>
            <a:r>
              <a:rPr lang="en-US" dirty="0"/>
              <a:t> </a:t>
            </a:r>
            <a:r>
              <a:rPr lang="en-US" dirty="0" err="1"/>
              <a:t>auch</a:t>
            </a:r>
            <a:r>
              <a:rPr lang="en-US" dirty="0"/>
              <a:t> die </a:t>
            </a:r>
            <a:r>
              <a:rPr lang="en-US" dirty="0" err="1"/>
              <a:t>Pfeile</a:t>
            </a:r>
            <a:r>
              <a:rPr lang="en-US" dirty="0"/>
              <a:t> erst </a:t>
            </a:r>
            <a:r>
              <a:rPr lang="en-US" dirty="0" err="1"/>
              <a:t>ausblenden</a:t>
            </a:r>
            <a:r>
              <a:rPr lang="en-US" dirty="0"/>
              <a:t>, und </a:t>
            </a:r>
            <a:r>
              <a:rPr lang="en-US" dirty="0" err="1"/>
              <a:t>dann</a:t>
            </a:r>
            <a:r>
              <a:rPr lang="en-US" dirty="0"/>
              <a:t> </a:t>
            </a:r>
            <a:r>
              <a:rPr lang="en-US" dirty="0" err="1"/>
              <a:t>nach</a:t>
            </a:r>
            <a:r>
              <a:rPr lang="en-US" dirty="0"/>
              <a:t> und </a:t>
            </a:r>
            <a:r>
              <a:rPr lang="en-US" dirty="0" err="1"/>
              <a:t>nach</a:t>
            </a:r>
            <a:r>
              <a:rPr lang="en-US" dirty="0"/>
              <a:t> </a:t>
            </a:r>
            <a:r>
              <a:rPr lang="en-US" dirty="0" err="1"/>
              <a:t>einfügen</a:t>
            </a:r>
            <a:endParaRPr lang="en-US" dirty="0"/>
          </a:p>
          <a:p>
            <a:endParaRPr lang="en-US" dirty="0"/>
          </a:p>
          <a:p>
            <a:r>
              <a:rPr lang="en-US" dirty="0"/>
              <a:t>ÜBERLEGUNG: </a:t>
            </a:r>
            <a:r>
              <a:rPr lang="en-US" dirty="0" err="1"/>
              <a:t>Diese</a:t>
            </a:r>
            <a:r>
              <a:rPr lang="en-US" dirty="0"/>
              <a:t> Slide </a:t>
            </a:r>
            <a:r>
              <a:rPr lang="en-US" dirty="0" err="1"/>
              <a:t>vor</a:t>
            </a:r>
            <a:r>
              <a:rPr lang="en-US" dirty="0"/>
              <a:t> die </a:t>
            </a:r>
            <a:r>
              <a:rPr lang="en-US" dirty="0" err="1"/>
              <a:t>andere</a:t>
            </a:r>
            <a:r>
              <a:rPr lang="en-US" dirty="0"/>
              <a:t> Slide?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422C3B-6429-4381-8F08-B422F3CD22BF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161677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2FCF529-6DEB-E4D7-0BD9-323EA01FE6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0A0E300-420E-2525-45D3-8E24E865538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14E483A-3866-69B8-A89A-06A5A3E30D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04.10.2025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807D74D-6C79-794C-3A7B-4CD9682F7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D767471-AF72-F522-F9C8-D1A8101E3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694037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F82442-23ED-51AB-B11E-C02EE9E3C3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55FB6CC-3344-41C2-A7A9-FD97D96698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307B756-CC70-5D1A-65F0-BA36F617D8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04.10.2025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A85BC57-ADDF-8A28-E847-CC5388E871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9BB58D5-33D2-895E-A1A1-B41693431C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414854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6901EFF-BBAC-2399-8E9A-E8BAA4E44B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2BE4AE0-C619-049A-0BFF-AABE41A1AC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9797E34-3D02-2C07-C28B-87084EE454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04.10.2025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4153033-0611-C734-89B6-24CF035A1A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752151C-1EF6-0973-739A-CBA570628E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125494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53067E4-4EE1-0B07-E683-D619F240D5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7B02DFB-CB33-5ECE-A637-0EBDBC1A75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303045C-02DD-7BE7-9D86-2EE9AC88C4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DC612DC-44A9-D801-F1BC-F14FD9587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04.10.2025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708FCD2-BFCE-54F3-9D30-4AA2556545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B735D20-9B8C-8A3B-63B6-035CC49E24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969761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5CBE7C-525A-D42E-E43F-0886C6464E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639B155-7C21-DB95-30C2-DFCF327631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F63A585B-18F2-C2E6-525C-F3883BD398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A604D96C-CC87-E3F5-6F91-706502CB03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7C7A36B-3651-D77A-A0B4-353DF952957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C4156916-057E-51F8-534D-84F55E027C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04.10.2025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51DEEBCE-5AD5-1E00-C91F-1DCDCF02A1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A89CAFB6-90CF-5D1B-FD47-FEA656B88D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562340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3F4A36E-BFB2-E755-260D-DC02A11582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9899B6E-645D-169A-C3CC-DACA9EC379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04.10.2025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79B3EA0-178A-0100-B821-DBBB3C8E0B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CF4684F-962A-8067-27D8-5FB58870D0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707680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AED9DF99-987F-078B-23F2-AD0C4F0C83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04.10.2025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8CEA8323-CC55-B01B-2104-F1FD0E3EBA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BA6C53B-2330-836A-D0BC-2E01904D1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02230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1F77C76-5BC9-E091-FC9B-7EAB5780A5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8D8A66E-18EF-064A-EB20-9A88AC8F46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15291D1-EE4A-7FCA-2355-022D506ABD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7E07462-E862-1A7D-3909-8E6323F763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04.10.2025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A74FE35-B109-0707-821C-FBF1016718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C136A12-4DCB-232D-7C95-F83C27773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278521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A987360-94B1-2F3A-B700-56EDD99454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6A9C14D8-D370-D9C7-6410-4FBED8CAE4C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D3279D0-F11A-49B0-40AD-F12A7DE041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8BEC391-9770-5D80-C8C5-6C61CAD43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04.10.2025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2D7A2F6D-EA0A-15A4-4DC8-DF3E9C11F1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7510ED1-8967-4C84-EA21-7BB69B1F4B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456225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82EFBA-051E-825F-CC2D-B65084EF09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AECEC60-3BB2-2938-8C9A-E34393D9A2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9C506D0-407A-6516-0839-9978846301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04.10.2025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2ACE59F-C71F-8D11-72A2-C5901636F7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69BA130-BB20-D464-AC08-B1794AD36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681425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F61BD65F-595C-B872-7ED9-463BC365DC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474D87C7-FA6C-26D2-FD57-AAE3DC3EDB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4B85D20-1712-38B6-B0DE-C615078965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04.10.2025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5376EB8-8D04-2976-85D4-2ADF4FA3A8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540E5B9-8C2B-0AD6-70BD-4E96EAFC2C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422211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B3DDC3FE-CC3F-9BDA-0DA8-AC0AE97EC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A997B66-C9C9-C5C2-4F68-B1ED0F53F1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C88C302-6259-AA12-6D15-F895C1B9C2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A51F25-4808-47F4-BF6E-BCDC230DB01C}" type="datetimeFigureOut">
              <a:rPr lang="de-DE" smtClean="0"/>
              <a:t>04.10.2025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A50A006-B53F-FC11-600B-D61C8B8E3E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D9E1156-7578-F688-1D91-BA880DD71E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142667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customXml" Target="../ink/ink3.xml"/><Relationship Id="rId13" Type="http://schemas.openxmlformats.org/officeDocument/2006/relationships/customXml" Target="../ink/ink5.xml"/><Relationship Id="rId3" Type="http://schemas.openxmlformats.org/officeDocument/2006/relationships/image" Target="../media/image4.png"/><Relationship Id="rId7" Type="http://schemas.openxmlformats.org/officeDocument/2006/relationships/image" Target="../media/image6.png"/><Relationship Id="rId12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.xml"/><Relationship Id="rId11" Type="http://schemas.openxmlformats.org/officeDocument/2006/relationships/customXml" Target="../ink/ink4.xml"/><Relationship Id="rId5" Type="http://schemas.openxmlformats.org/officeDocument/2006/relationships/image" Target="../media/image5.png"/><Relationship Id="rId10" Type="http://schemas.openxmlformats.org/officeDocument/2006/relationships/image" Target="../media/image7.png"/><Relationship Id="rId4" Type="http://schemas.openxmlformats.org/officeDocument/2006/relationships/customXml" Target="../ink/ink1.xml"/><Relationship Id="rId9" Type="http://schemas.openxmlformats.org/officeDocument/2006/relationships/image" Target="../media/image15.png"/><Relationship Id="rId1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F72F59-52B3-6063-A2E3-2AA45125A9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58468" y="1122363"/>
            <a:ext cx="9294876" cy="2387600"/>
          </a:xfrm>
        </p:spPr>
        <p:txBody>
          <a:bodyPr>
            <a:normAutofit fontScale="90000"/>
          </a:bodyPr>
          <a:lstStyle/>
          <a:p>
            <a:r>
              <a:rPr lang="en-US" noProof="0" dirty="0"/>
              <a:t>Python Course for Physicists</a:t>
            </a:r>
            <a:br>
              <a:rPr lang="en-US" dirty="0"/>
            </a:br>
            <a:r>
              <a:rPr lang="en-US" dirty="0"/>
              <a:t>(And everyone else!)</a:t>
            </a:r>
            <a:br>
              <a:rPr lang="en-US" noProof="0" dirty="0"/>
            </a:br>
            <a:r>
              <a:rPr lang="en-US" noProof="0"/>
              <a:t>Chunk 6: </a:t>
            </a:r>
            <a:r>
              <a:rPr lang="en-US" noProof="0" dirty="0"/>
              <a:t>Functions: Saving Code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62F76653-44B5-8707-B179-FDB90CB514B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noProof="0" dirty="0"/>
              <a:t>By Jonathan Bollig</a:t>
            </a:r>
          </a:p>
          <a:p>
            <a:r>
              <a:rPr lang="en-US" noProof="0" dirty="0"/>
              <a:t>08.10.2025</a:t>
            </a:r>
          </a:p>
        </p:txBody>
      </p:sp>
    </p:spTree>
    <p:extLst>
      <p:ext uri="{BB962C8B-B14F-4D97-AF65-F5344CB8AC3E}">
        <p14:creationId xmlns:p14="http://schemas.microsoft.com/office/powerpoint/2010/main" val="8362890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7FA8FEF-355B-4696-BDF9-2FD691AC5C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Problem: Stupid Copy Paste of Code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71BDE09-88EC-D31E-47EA-F4575D1FBF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Tasks 5 / Advanced: Check if matrix side lengths are equal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“Stupid” solution:</a:t>
            </a:r>
            <a:br>
              <a:rPr lang="en-US" dirty="0"/>
            </a:br>
            <a:r>
              <a:rPr lang="en-US" dirty="0">
                <a:sym typeface="Wingdings" panose="05000000000000000000" pitchFamily="2" charset="2"/>
              </a:rPr>
              <a:t>Copy paste</a:t>
            </a:r>
            <a:endParaRPr lang="en-US" dirty="0"/>
          </a:p>
          <a:p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FDAE7EE9-0120-9032-C29E-192010B742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0661" y="2310245"/>
            <a:ext cx="2584369" cy="142965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501F5D3E-D007-A612-2189-78BEA6E9B7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69753" y="3851973"/>
            <a:ext cx="4985143" cy="93710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75F5B1FA-0545-549D-5E1F-EAB12E45F100}"/>
              </a:ext>
            </a:extLst>
          </p:cNvPr>
          <p:cNvSpPr txBox="1"/>
          <p:nvPr/>
        </p:nvSpPr>
        <p:spPr>
          <a:xfrm>
            <a:off x="6645005" y="4638700"/>
            <a:ext cx="55496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400" dirty="0"/>
              <a:t>+</a:t>
            </a:r>
            <a:endParaRPr lang="de-DE" sz="5400" dirty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39AEE736-CFA4-89CA-A5F0-41A4C24574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69753" y="5396882"/>
            <a:ext cx="4985142" cy="95187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829270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A0BCE4F-7201-C5A2-4AEC-7592A89044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Smart Solution: Functions </a:t>
            </a:r>
            <a:r>
              <a:rPr lang="en-US" dirty="0">
                <a:sym typeface="Wingdings" panose="05000000000000000000" pitchFamily="2" charset="2"/>
              </a:rPr>
              <a:t> Reuse of Code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B5FD9F6-9F8D-13B5-62F2-48DC342D33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Been using functions all the time:</a:t>
            </a:r>
          </a:p>
          <a:p>
            <a:pPr lvl="1"/>
            <a:r>
              <a:rPr lang="en-US" dirty="0">
                <a:highlight>
                  <a:srgbClr val="C0C0C0"/>
                </a:highlight>
              </a:rPr>
              <a:t>print()</a:t>
            </a:r>
          </a:p>
          <a:p>
            <a:pPr lvl="1"/>
            <a:r>
              <a:rPr lang="en-US" dirty="0">
                <a:highlight>
                  <a:srgbClr val="C0C0C0"/>
                </a:highlight>
              </a:rPr>
              <a:t>sum()</a:t>
            </a:r>
          </a:p>
          <a:p>
            <a:pPr lvl="1"/>
            <a:r>
              <a:rPr lang="en-US" dirty="0">
                <a:highlight>
                  <a:srgbClr val="C0C0C0"/>
                </a:highlight>
              </a:rPr>
              <a:t>int()</a:t>
            </a:r>
          </a:p>
          <a:p>
            <a:r>
              <a:rPr lang="en-US" dirty="0"/>
              <a:t>Logic: </a:t>
            </a:r>
          </a:p>
          <a:p>
            <a:pPr lvl="1"/>
            <a:r>
              <a:rPr lang="en-US" dirty="0"/>
              <a:t>Input in “</a:t>
            </a:r>
            <a:r>
              <a:rPr lang="en-US" dirty="0">
                <a:highlight>
                  <a:srgbClr val="C0C0C0"/>
                </a:highlight>
              </a:rPr>
              <a:t>()</a:t>
            </a:r>
            <a:r>
              <a:rPr lang="en-US" dirty="0"/>
              <a:t>” </a:t>
            </a:r>
          </a:p>
          <a:p>
            <a:pPr lvl="1"/>
            <a:r>
              <a:rPr lang="en-US" dirty="0"/>
              <a:t>Output: Either text display or saved to a variable</a:t>
            </a:r>
          </a:p>
        </p:txBody>
      </p:sp>
      <p:grpSp>
        <p:nvGrpSpPr>
          <p:cNvPr id="43" name="Gruppieren 42">
            <a:extLst>
              <a:ext uri="{FF2B5EF4-FFF2-40B4-BE49-F238E27FC236}">
                <a16:creationId xmlns:a16="http://schemas.microsoft.com/office/drawing/2014/main" id="{7C27FE37-2189-2007-38F4-0998F6FDA61A}"/>
              </a:ext>
            </a:extLst>
          </p:cNvPr>
          <p:cNvGrpSpPr/>
          <p:nvPr/>
        </p:nvGrpSpPr>
        <p:grpSpPr>
          <a:xfrm>
            <a:off x="2898648" y="5433743"/>
            <a:ext cx="5916168" cy="841248"/>
            <a:chOff x="2898648" y="5433743"/>
            <a:chExt cx="5916168" cy="841248"/>
          </a:xfrm>
        </p:grpSpPr>
        <p:sp>
          <p:nvSpPr>
            <p:cNvPr id="4" name="Rechteck: abgerundete Ecken 3">
              <a:extLst>
                <a:ext uri="{FF2B5EF4-FFF2-40B4-BE49-F238E27FC236}">
                  <a16:creationId xmlns:a16="http://schemas.microsoft.com/office/drawing/2014/main" id="{0AD3E9AD-6B04-091E-A807-77151C3EA563}"/>
                </a:ext>
              </a:extLst>
            </p:cNvPr>
            <p:cNvSpPr/>
            <p:nvPr/>
          </p:nvSpPr>
          <p:spPr>
            <a:xfrm>
              <a:off x="4489705" y="5433743"/>
              <a:ext cx="2733427" cy="841248"/>
            </a:xfrm>
            <a:prstGeom prst="roundRect">
              <a:avLst/>
            </a:prstGeom>
            <a:solidFill>
              <a:srgbClr val="FFFFC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noProof="0" dirty="0">
                  <a:solidFill>
                    <a:schemeClr val="tx1"/>
                  </a:solidFill>
                </a:rPr>
                <a:t>Function Logic</a:t>
              </a:r>
            </a:p>
          </p:txBody>
        </p:sp>
        <p:cxnSp>
          <p:nvCxnSpPr>
            <p:cNvPr id="5" name="Gerade Verbindung mit Pfeil 4">
              <a:extLst>
                <a:ext uri="{FF2B5EF4-FFF2-40B4-BE49-F238E27FC236}">
                  <a16:creationId xmlns:a16="http://schemas.microsoft.com/office/drawing/2014/main" id="{F2705625-203C-7FAC-4D26-96457B21DFD1}"/>
                </a:ext>
              </a:extLst>
            </p:cNvPr>
            <p:cNvCxnSpPr>
              <a:cxnSpLocks/>
              <a:stCxn id="7" idx="3"/>
              <a:endCxn id="4" idx="1"/>
            </p:cNvCxnSpPr>
            <p:nvPr/>
          </p:nvCxnSpPr>
          <p:spPr>
            <a:xfrm>
              <a:off x="4046668" y="5854367"/>
              <a:ext cx="443037" cy="0"/>
            </a:xfrm>
            <a:prstGeom prst="straightConnector1">
              <a:avLst/>
            </a:prstGeom>
            <a:ln>
              <a:headEnd type="none" w="med" len="med"/>
              <a:tailEnd type="arrow" w="med" len="med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7" name="Rechteck: abgerundete Ecken 6">
              <a:extLst>
                <a:ext uri="{FF2B5EF4-FFF2-40B4-BE49-F238E27FC236}">
                  <a16:creationId xmlns:a16="http://schemas.microsoft.com/office/drawing/2014/main" id="{511B8B42-7631-D0E4-E348-9E2A37815763}"/>
                </a:ext>
              </a:extLst>
            </p:cNvPr>
            <p:cNvSpPr/>
            <p:nvPr/>
          </p:nvSpPr>
          <p:spPr>
            <a:xfrm>
              <a:off x="2898648" y="5433743"/>
              <a:ext cx="1148020" cy="841248"/>
            </a:xfrm>
            <a:prstGeom prst="roundRect">
              <a:avLst/>
            </a:prstGeom>
            <a:solidFill>
              <a:srgbClr val="FFFFC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noProof="0" dirty="0">
                  <a:solidFill>
                    <a:schemeClr val="tx1"/>
                  </a:solidFill>
                </a:rPr>
                <a:t>Input</a:t>
              </a:r>
            </a:p>
          </p:txBody>
        </p:sp>
        <p:sp>
          <p:nvSpPr>
            <p:cNvPr id="11" name="Rechteck: abgerundete Ecken 10">
              <a:extLst>
                <a:ext uri="{FF2B5EF4-FFF2-40B4-BE49-F238E27FC236}">
                  <a16:creationId xmlns:a16="http://schemas.microsoft.com/office/drawing/2014/main" id="{35B7C780-DE95-EAD3-05E4-DDFBBE760B49}"/>
                </a:ext>
              </a:extLst>
            </p:cNvPr>
            <p:cNvSpPr/>
            <p:nvPr/>
          </p:nvSpPr>
          <p:spPr>
            <a:xfrm>
              <a:off x="7666169" y="5433743"/>
              <a:ext cx="1148647" cy="841248"/>
            </a:xfrm>
            <a:prstGeom prst="roundRect">
              <a:avLst/>
            </a:prstGeom>
            <a:solidFill>
              <a:srgbClr val="FFFFC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noProof="0" dirty="0">
                  <a:solidFill>
                    <a:schemeClr val="tx1"/>
                  </a:solidFill>
                </a:rPr>
                <a:t>Output</a:t>
              </a:r>
            </a:p>
          </p:txBody>
        </p:sp>
        <p:cxnSp>
          <p:nvCxnSpPr>
            <p:cNvPr id="12" name="Gerade Verbindung mit Pfeil 11">
              <a:extLst>
                <a:ext uri="{FF2B5EF4-FFF2-40B4-BE49-F238E27FC236}">
                  <a16:creationId xmlns:a16="http://schemas.microsoft.com/office/drawing/2014/main" id="{88A8BD27-6AD8-A6FE-5CD0-9842B01AF4D5}"/>
                </a:ext>
              </a:extLst>
            </p:cNvPr>
            <p:cNvCxnSpPr>
              <a:cxnSpLocks/>
              <a:stCxn id="4" idx="3"/>
              <a:endCxn id="11" idx="1"/>
            </p:cNvCxnSpPr>
            <p:nvPr/>
          </p:nvCxnSpPr>
          <p:spPr>
            <a:xfrm>
              <a:off x="7223132" y="5854367"/>
              <a:ext cx="443037" cy="0"/>
            </a:xfrm>
            <a:prstGeom prst="straightConnector1">
              <a:avLst/>
            </a:prstGeom>
            <a:ln>
              <a:headEnd type="none" w="med" len="med"/>
              <a:tailEnd type="arrow" w="med" len="med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0" name="Gruppieren 39">
            <a:extLst>
              <a:ext uri="{FF2B5EF4-FFF2-40B4-BE49-F238E27FC236}">
                <a16:creationId xmlns:a16="http://schemas.microsoft.com/office/drawing/2014/main" id="{40C88E45-FB0B-0E49-FC74-B5FB7178EE6A}"/>
              </a:ext>
            </a:extLst>
          </p:cNvPr>
          <p:cNvGrpSpPr/>
          <p:nvPr/>
        </p:nvGrpSpPr>
        <p:grpSpPr>
          <a:xfrm>
            <a:off x="2898648" y="2294303"/>
            <a:ext cx="6734556" cy="325453"/>
            <a:chOff x="2898648" y="2294303"/>
            <a:chExt cx="6734556" cy="325453"/>
          </a:xfrm>
        </p:grpSpPr>
        <p:sp>
          <p:nvSpPr>
            <p:cNvPr id="22" name="Rechteck: abgerundete Ecken 21">
              <a:extLst>
                <a:ext uri="{FF2B5EF4-FFF2-40B4-BE49-F238E27FC236}">
                  <a16:creationId xmlns:a16="http://schemas.microsoft.com/office/drawing/2014/main" id="{4EF068A1-4B54-BFAA-8B07-2994D5E12706}"/>
                </a:ext>
              </a:extLst>
            </p:cNvPr>
            <p:cNvSpPr/>
            <p:nvPr/>
          </p:nvSpPr>
          <p:spPr>
            <a:xfrm>
              <a:off x="4489705" y="2294303"/>
              <a:ext cx="2733427" cy="325453"/>
            </a:xfrm>
            <a:prstGeom prst="roundRect">
              <a:avLst/>
            </a:prstGeom>
            <a:solidFill>
              <a:srgbClr val="FFFFC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Display text</a:t>
              </a:r>
              <a:endParaRPr lang="en-GB" noProof="0" dirty="0">
                <a:solidFill>
                  <a:schemeClr val="tx1"/>
                </a:solidFill>
              </a:endParaRPr>
            </a:p>
          </p:txBody>
        </p:sp>
        <p:cxnSp>
          <p:nvCxnSpPr>
            <p:cNvPr id="23" name="Gerade Verbindung mit Pfeil 22">
              <a:extLst>
                <a:ext uri="{FF2B5EF4-FFF2-40B4-BE49-F238E27FC236}">
                  <a16:creationId xmlns:a16="http://schemas.microsoft.com/office/drawing/2014/main" id="{12909A05-E585-E983-56FB-334B26D34F01}"/>
                </a:ext>
              </a:extLst>
            </p:cNvPr>
            <p:cNvCxnSpPr>
              <a:cxnSpLocks/>
              <a:stCxn id="24" idx="3"/>
              <a:endCxn id="22" idx="1"/>
            </p:cNvCxnSpPr>
            <p:nvPr/>
          </p:nvCxnSpPr>
          <p:spPr>
            <a:xfrm>
              <a:off x="4046668" y="2457030"/>
              <a:ext cx="443037" cy="0"/>
            </a:xfrm>
            <a:prstGeom prst="straightConnector1">
              <a:avLst/>
            </a:prstGeom>
            <a:ln>
              <a:headEnd type="none" w="med" len="med"/>
              <a:tailEnd type="arrow" w="med" len="med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24" name="Rechteck: abgerundete Ecken 23">
              <a:extLst>
                <a:ext uri="{FF2B5EF4-FFF2-40B4-BE49-F238E27FC236}">
                  <a16:creationId xmlns:a16="http://schemas.microsoft.com/office/drawing/2014/main" id="{F34F755F-D528-B38B-78F1-3C39CECDD855}"/>
                </a:ext>
              </a:extLst>
            </p:cNvPr>
            <p:cNvSpPr/>
            <p:nvPr/>
          </p:nvSpPr>
          <p:spPr>
            <a:xfrm>
              <a:off x="2898648" y="2294303"/>
              <a:ext cx="1148020" cy="325453"/>
            </a:xfrm>
            <a:prstGeom prst="roundRect">
              <a:avLst/>
            </a:prstGeom>
            <a:solidFill>
              <a:srgbClr val="FFFFC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noProof="0" dirty="0">
                  <a:solidFill>
                    <a:schemeClr val="tx1"/>
                  </a:solidFill>
                </a:rPr>
                <a:t>“Hello”</a:t>
              </a:r>
            </a:p>
          </p:txBody>
        </p:sp>
        <p:sp>
          <p:nvSpPr>
            <p:cNvPr id="25" name="Rechteck: abgerundete Ecken 24">
              <a:extLst>
                <a:ext uri="{FF2B5EF4-FFF2-40B4-BE49-F238E27FC236}">
                  <a16:creationId xmlns:a16="http://schemas.microsoft.com/office/drawing/2014/main" id="{08A8D2E9-7562-86B8-9E3B-178ACD793CC4}"/>
                </a:ext>
              </a:extLst>
            </p:cNvPr>
            <p:cNvSpPr/>
            <p:nvPr/>
          </p:nvSpPr>
          <p:spPr>
            <a:xfrm>
              <a:off x="7666169" y="2294303"/>
              <a:ext cx="1967035" cy="325453"/>
            </a:xfrm>
            <a:prstGeom prst="roundRect">
              <a:avLst/>
            </a:prstGeom>
            <a:solidFill>
              <a:srgbClr val="FFFFC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noProof="0" dirty="0">
                  <a:solidFill>
                    <a:schemeClr val="tx1"/>
                  </a:solidFill>
                </a:rPr>
                <a:t>Hello (in console)</a:t>
              </a:r>
            </a:p>
          </p:txBody>
        </p:sp>
        <p:cxnSp>
          <p:nvCxnSpPr>
            <p:cNvPr id="26" name="Gerade Verbindung mit Pfeil 25">
              <a:extLst>
                <a:ext uri="{FF2B5EF4-FFF2-40B4-BE49-F238E27FC236}">
                  <a16:creationId xmlns:a16="http://schemas.microsoft.com/office/drawing/2014/main" id="{0F9D2F53-799B-8272-0626-DD7ED173AC46}"/>
                </a:ext>
              </a:extLst>
            </p:cNvPr>
            <p:cNvCxnSpPr>
              <a:cxnSpLocks/>
              <a:stCxn id="22" idx="3"/>
              <a:endCxn id="25" idx="1"/>
            </p:cNvCxnSpPr>
            <p:nvPr/>
          </p:nvCxnSpPr>
          <p:spPr>
            <a:xfrm>
              <a:off x="7223132" y="2457030"/>
              <a:ext cx="443037" cy="0"/>
            </a:xfrm>
            <a:prstGeom prst="straightConnector1">
              <a:avLst/>
            </a:prstGeom>
            <a:ln>
              <a:headEnd type="none" w="med" len="med"/>
              <a:tailEnd type="arrow" w="med" len="med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1" name="Gruppieren 40">
            <a:extLst>
              <a:ext uri="{FF2B5EF4-FFF2-40B4-BE49-F238E27FC236}">
                <a16:creationId xmlns:a16="http://schemas.microsoft.com/office/drawing/2014/main" id="{C97A448F-F1A7-736A-D78F-DA2F8709BA13}"/>
              </a:ext>
            </a:extLst>
          </p:cNvPr>
          <p:cNvGrpSpPr/>
          <p:nvPr/>
        </p:nvGrpSpPr>
        <p:grpSpPr>
          <a:xfrm>
            <a:off x="2898648" y="2754693"/>
            <a:ext cx="6035040" cy="325453"/>
            <a:chOff x="2898648" y="2754693"/>
            <a:chExt cx="6035040" cy="325453"/>
          </a:xfrm>
        </p:grpSpPr>
        <p:sp>
          <p:nvSpPr>
            <p:cNvPr id="28" name="Rechteck: abgerundete Ecken 27">
              <a:extLst>
                <a:ext uri="{FF2B5EF4-FFF2-40B4-BE49-F238E27FC236}">
                  <a16:creationId xmlns:a16="http://schemas.microsoft.com/office/drawing/2014/main" id="{6BFD53BC-87FE-35E6-B699-4AF70485C666}"/>
                </a:ext>
              </a:extLst>
            </p:cNvPr>
            <p:cNvSpPr/>
            <p:nvPr/>
          </p:nvSpPr>
          <p:spPr>
            <a:xfrm>
              <a:off x="4489705" y="2754693"/>
              <a:ext cx="2733427" cy="325453"/>
            </a:xfrm>
            <a:prstGeom prst="roundRect">
              <a:avLst/>
            </a:prstGeom>
            <a:solidFill>
              <a:srgbClr val="FFFFC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noProof="0" dirty="0">
                  <a:solidFill>
                    <a:schemeClr val="tx1"/>
                  </a:solidFill>
                </a:rPr>
                <a:t>Add all elements</a:t>
              </a:r>
            </a:p>
          </p:txBody>
        </p:sp>
        <p:cxnSp>
          <p:nvCxnSpPr>
            <p:cNvPr id="29" name="Gerade Verbindung mit Pfeil 28">
              <a:extLst>
                <a:ext uri="{FF2B5EF4-FFF2-40B4-BE49-F238E27FC236}">
                  <a16:creationId xmlns:a16="http://schemas.microsoft.com/office/drawing/2014/main" id="{1D0F0227-3396-A4AF-5B97-D78EA700A1D2}"/>
                </a:ext>
              </a:extLst>
            </p:cNvPr>
            <p:cNvCxnSpPr>
              <a:cxnSpLocks/>
              <a:stCxn id="30" idx="3"/>
              <a:endCxn id="28" idx="1"/>
            </p:cNvCxnSpPr>
            <p:nvPr/>
          </p:nvCxnSpPr>
          <p:spPr>
            <a:xfrm>
              <a:off x="4046668" y="2917420"/>
              <a:ext cx="443037" cy="0"/>
            </a:xfrm>
            <a:prstGeom prst="straightConnector1">
              <a:avLst/>
            </a:prstGeom>
            <a:ln>
              <a:headEnd type="none" w="med" len="med"/>
              <a:tailEnd type="arrow" w="med" len="med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30" name="Rechteck: abgerundete Ecken 29">
              <a:extLst>
                <a:ext uri="{FF2B5EF4-FFF2-40B4-BE49-F238E27FC236}">
                  <a16:creationId xmlns:a16="http://schemas.microsoft.com/office/drawing/2014/main" id="{C2859610-2815-8BCB-33A8-05BF15257453}"/>
                </a:ext>
              </a:extLst>
            </p:cNvPr>
            <p:cNvSpPr/>
            <p:nvPr/>
          </p:nvSpPr>
          <p:spPr>
            <a:xfrm>
              <a:off x="2898648" y="2754693"/>
              <a:ext cx="1148020" cy="325453"/>
            </a:xfrm>
            <a:prstGeom prst="roundRect">
              <a:avLst/>
            </a:prstGeom>
            <a:solidFill>
              <a:srgbClr val="FFFFC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noProof="0" dirty="0">
                  <a:solidFill>
                    <a:schemeClr val="tx1"/>
                  </a:solidFill>
                </a:rPr>
                <a:t>[1, 2, 3]</a:t>
              </a:r>
            </a:p>
          </p:txBody>
        </p:sp>
        <p:sp>
          <p:nvSpPr>
            <p:cNvPr id="31" name="Rechteck: abgerundete Ecken 30">
              <a:extLst>
                <a:ext uri="{FF2B5EF4-FFF2-40B4-BE49-F238E27FC236}">
                  <a16:creationId xmlns:a16="http://schemas.microsoft.com/office/drawing/2014/main" id="{618AF27D-8944-6493-C460-43322811FFC2}"/>
                </a:ext>
              </a:extLst>
            </p:cNvPr>
            <p:cNvSpPr/>
            <p:nvPr/>
          </p:nvSpPr>
          <p:spPr>
            <a:xfrm>
              <a:off x="7666169" y="2754693"/>
              <a:ext cx="1267519" cy="325453"/>
            </a:xfrm>
            <a:prstGeom prst="roundRect">
              <a:avLst/>
            </a:prstGeom>
            <a:solidFill>
              <a:srgbClr val="FFFFC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noProof="0" dirty="0">
                  <a:solidFill>
                    <a:schemeClr val="tx1"/>
                  </a:solidFill>
                </a:rPr>
                <a:t>6</a:t>
              </a:r>
            </a:p>
          </p:txBody>
        </p:sp>
        <p:cxnSp>
          <p:nvCxnSpPr>
            <p:cNvPr id="32" name="Gerade Verbindung mit Pfeil 31">
              <a:extLst>
                <a:ext uri="{FF2B5EF4-FFF2-40B4-BE49-F238E27FC236}">
                  <a16:creationId xmlns:a16="http://schemas.microsoft.com/office/drawing/2014/main" id="{B9582410-0D88-74C9-EDAD-FEDFA3D74D29}"/>
                </a:ext>
              </a:extLst>
            </p:cNvPr>
            <p:cNvCxnSpPr>
              <a:cxnSpLocks/>
              <a:stCxn id="28" idx="3"/>
              <a:endCxn id="31" idx="1"/>
            </p:cNvCxnSpPr>
            <p:nvPr/>
          </p:nvCxnSpPr>
          <p:spPr>
            <a:xfrm>
              <a:off x="7223132" y="2917420"/>
              <a:ext cx="443037" cy="0"/>
            </a:xfrm>
            <a:prstGeom prst="straightConnector1">
              <a:avLst/>
            </a:prstGeom>
            <a:ln>
              <a:headEnd type="none" w="med" len="med"/>
              <a:tailEnd type="arrow" w="med" len="med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2" name="Gruppieren 41">
            <a:extLst>
              <a:ext uri="{FF2B5EF4-FFF2-40B4-BE49-F238E27FC236}">
                <a16:creationId xmlns:a16="http://schemas.microsoft.com/office/drawing/2014/main" id="{489F6A1A-2017-4B8E-2367-C0B7EF8EBE77}"/>
              </a:ext>
            </a:extLst>
          </p:cNvPr>
          <p:cNvGrpSpPr/>
          <p:nvPr/>
        </p:nvGrpSpPr>
        <p:grpSpPr>
          <a:xfrm>
            <a:off x="2898648" y="3232068"/>
            <a:ext cx="6035040" cy="325453"/>
            <a:chOff x="2898648" y="3232068"/>
            <a:chExt cx="6035040" cy="325453"/>
          </a:xfrm>
        </p:grpSpPr>
        <p:sp>
          <p:nvSpPr>
            <p:cNvPr id="34" name="Rechteck: abgerundete Ecken 33">
              <a:extLst>
                <a:ext uri="{FF2B5EF4-FFF2-40B4-BE49-F238E27FC236}">
                  <a16:creationId xmlns:a16="http://schemas.microsoft.com/office/drawing/2014/main" id="{21267BC3-F767-AC8A-AE89-7177167A89FB}"/>
                </a:ext>
              </a:extLst>
            </p:cNvPr>
            <p:cNvSpPr/>
            <p:nvPr/>
          </p:nvSpPr>
          <p:spPr>
            <a:xfrm>
              <a:off x="4489705" y="3232068"/>
              <a:ext cx="2733427" cy="325453"/>
            </a:xfrm>
            <a:prstGeom prst="roundRect">
              <a:avLst/>
            </a:prstGeom>
            <a:solidFill>
              <a:srgbClr val="FFFFC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noProof="0" dirty="0">
                  <a:solidFill>
                    <a:schemeClr val="tx1"/>
                  </a:solidFill>
                </a:rPr>
                <a:t>Remove decimals</a:t>
              </a:r>
            </a:p>
          </p:txBody>
        </p:sp>
        <p:cxnSp>
          <p:nvCxnSpPr>
            <p:cNvPr id="35" name="Gerade Verbindung mit Pfeil 34">
              <a:extLst>
                <a:ext uri="{FF2B5EF4-FFF2-40B4-BE49-F238E27FC236}">
                  <a16:creationId xmlns:a16="http://schemas.microsoft.com/office/drawing/2014/main" id="{43E7BD72-DB2E-E149-F8DA-ABCCB9AB93B1}"/>
                </a:ext>
              </a:extLst>
            </p:cNvPr>
            <p:cNvCxnSpPr>
              <a:cxnSpLocks/>
              <a:stCxn id="36" idx="3"/>
              <a:endCxn id="34" idx="1"/>
            </p:cNvCxnSpPr>
            <p:nvPr/>
          </p:nvCxnSpPr>
          <p:spPr>
            <a:xfrm>
              <a:off x="4046668" y="3394795"/>
              <a:ext cx="443037" cy="0"/>
            </a:xfrm>
            <a:prstGeom prst="straightConnector1">
              <a:avLst/>
            </a:prstGeom>
            <a:ln>
              <a:headEnd type="none" w="med" len="med"/>
              <a:tailEnd type="arrow" w="med" len="med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36" name="Rechteck: abgerundete Ecken 35">
              <a:extLst>
                <a:ext uri="{FF2B5EF4-FFF2-40B4-BE49-F238E27FC236}">
                  <a16:creationId xmlns:a16="http://schemas.microsoft.com/office/drawing/2014/main" id="{0F844FDF-82A4-B5A8-CD0F-C6C22EFBDCE6}"/>
                </a:ext>
              </a:extLst>
            </p:cNvPr>
            <p:cNvSpPr/>
            <p:nvPr/>
          </p:nvSpPr>
          <p:spPr>
            <a:xfrm>
              <a:off x="2898648" y="3232068"/>
              <a:ext cx="1148020" cy="325453"/>
            </a:xfrm>
            <a:prstGeom prst="roundRect">
              <a:avLst/>
            </a:prstGeom>
            <a:solidFill>
              <a:srgbClr val="FFFFC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noProof="0" dirty="0">
                  <a:solidFill>
                    <a:schemeClr val="tx1"/>
                  </a:solidFill>
                </a:rPr>
                <a:t>3.1415</a:t>
              </a:r>
            </a:p>
          </p:txBody>
        </p:sp>
        <p:sp>
          <p:nvSpPr>
            <p:cNvPr id="37" name="Rechteck: abgerundete Ecken 36">
              <a:extLst>
                <a:ext uri="{FF2B5EF4-FFF2-40B4-BE49-F238E27FC236}">
                  <a16:creationId xmlns:a16="http://schemas.microsoft.com/office/drawing/2014/main" id="{B32EDB96-2147-F78A-6CB2-FCDB52169CC8}"/>
                </a:ext>
              </a:extLst>
            </p:cNvPr>
            <p:cNvSpPr/>
            <p:nvPr/>
          </p:nvSpPr>
          <p:spPr>
            <a:xfrm>
              <a:off x="7666169" y="3232068"/>
              <a:ext cx="1267519" cy="325453"/>
            </a:xfrm>
            <a:prstGeom prst="roundRect">
              <a:avLst/>
            </a:prstGeom>
            <a:solidFill>
              <a:srgbClr val="FFFFC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noProof="0" dirty="0">
                  <a:solidFill>
                    <a:schemeClr val="tx1"/>
                  </a:solidFill>
                </a:rPr>
                <a:t>3</a:t>
              </a:r>
            </a:p>
          </p:txBody>
        </p:sp>
        <p:cxnSp>
          <p:nvCxnSpPr>
            <p:cNvPr id="38" name="Gerade Verbindung mit Pfeil 37">
              <a:extLst>
                <a:ext uri="{FF2B5EF4-FFF2-40B4-BE49-F238E27FC236}">
                  <a16:creationId xmlns:a16="http://schemas.microsoft.com/office/drawing/2014/main" id="{3B197A63-41EA-DEB4-3A02-28433D78E981}"/>
                </a:ext>
              </a:extLst>
            </p:cNvPr>
            <p:cNvCxnSpPr>
              <a:cxnSpLocks/>
              <a:stCxn id="34" idx="3"/>
              <a:endCxn id="37" idx="1"/>
            </p:cNvCxnSpPr>
            <p:nvPr/>
          </p:nvCxnSpPr>
          <p:spPr>
            <a:xfrm>
              <a:off x="7223132" y="3394795"/>
              <a:ext cx="443037" cy="0"/>
            </a:xfrm>
            <a:prstGeom prst="straightConnector1">
              <a:avLst/>
            </a:prstGeom>
            <a:ln>
              <a:headEnd type="none" w="med" len="med"/>
              <a:tailEnd type="arrow" w="med" len="med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7" name="Gruppieren 46">
            <a:extLst>
              <a:ext uri="{FF2B5EF4-FFF2-40B4-BE49-F238E27FC236}">
                <a16:creationId xmlns:a16="http://schemas.microsoft.com/office/drawing/2014/main" id="{3DD203BC-32BE-6694-5E1A-854AF46D467E}"/>
              </a:ext>
            </a:extLst>
          </p:cNvPr>
          <p:cNvGrpSpPr/>
          <p:nvPr/>
        </p:nvGrpSpPr>
        <p:grpSpPr>
          <a:xfrm>
            <a:off x="8335250" y="4830232"/>
            <a:ext cx="3577350" cy="900461"/>
            <a:chOff x="8649686" y="4802800"/>
            <a:chExt cx="3577350" cy="900461"/>
          </a:xfrm>
        </p:grpSpPr>
        <p:cxnSp>
          <p:nvCxnSpPr>
            <p:cNvPr id="44" name="Gerade Verbindung mit Pfeil 43">
              <a:extLst>
                <a:ext uri="{FF2B5EF4-FFF2-40B4-BE49-F238E27FC236}">
                  <a16:creationId xmlns:a16="http://schemas.microsoft.com/office/drawing/2014/main" id="{889D9EC4-8FB2-EAC6-DEBA-208BDB1987B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649686" y="5164225"/>
              <a:ext cx="1131570" cy="539036"/>
            </a:xfrm>
            <a:prstGeom prst="straightConnector1">
              <a:avLst/>
            </a:prstGeom>
            <a:ln>
              <a:headEnd type="none" w="med" len="med"/>
              <a:tailEnd type="arrow" w="med" len="med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46" name="Rechteck 45">
              <a:extLst>
                <a:ext uri="{FF2B5EF4-FFF2-40B4-BE49-F238E27FC236}">
                  <a16:creationId xmlns:a16="http://schemas.microsoft.com/office/drawing/2014/main" id="{92EC2E82-6D60-E3B5-4C32-40FBA97E8F24}"/>
                </a:ext>
              </a:extLst>
            </p:cNvPr>
            <p:cNvSpPr/>
            <p:nvPr/>
          </p:nvSpPr>
          <p:spPr>
            <a:xfrm>
              <a:off x="9798332" y="4802800"/>
              <a:ext cx="2428704" cy="720175"/>
            </a:xfrm>
            <a:prstGeom prst="rect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Either an assignment and / or a visual output</a:t>
              </a:r>
              <a:endParaRPr lang="de-DE" dirty="0"/>
            </a:p>
          </p:txBody>
        </p:sp>
      </p:grpSp>
    </p:spTree>
    <p:extLst>
      <p:ext uri="{BB962C8B-B14F-4D97-AF65-F5344CB8AC3E}">
        <p14:creationId xmlns:p14="http://schemas.microsoft.com/office/powerpoint/2010/main" val="2445776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34850EC-AE4C-3131-B94E-E42C5C2DB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we use functions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B431AE5-5AD5-3558-F359-717F636EC2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Input </a:t>
            </a:r>
            <a:r>
              <a:rPr lang="en-US" dirty="0">
                <a:sym typeface="Wingdings" panose="05000000000000000000" pitchFamily="2" charset="2"/>
              </a:rPr>
              <a:t> Function Logic  Assignment:</a:t>
            </a:r>
          </a:p>
          <a:p>
            <a:endParaRPr lang="en-US" dirty="0">
              <a:sym typeface="Wingdings" panose="05000000000000000000" pitchFamily="2" charset="2"/>
            </a:endParaRPr>
          </a:p>
          <a:p>
            <a:endParaRPr lang="en-US" dirty="0">
              <a:sym typeface="Wingdings" panose="05000000000000000000" pitchFamily="2" charset="2"/>
            </a:endParaRPr>
          </a:p>
          <a:p>
            <a:endParaRPr lang="en-US" dirty="0">
              <a:sym typeface="Wingdings" panose="05000000000000000000" pitchFamily="2" charset="2"/>
            </a:endParaRPr>
          </a:p>
          <a:p>
            <a:r>
              <a:rPr lang="en-US" dirty="0"/>
              <a:t>Input </a:t>
            </a:r>
            <a:r>
              <a:rPr lang="en-US" dirty="0">
                <a:sym typeface="Wingdings" panose="05000000000000000000" pitchFamily="2" charset="2"/>
              </a:rPr>
              <a:t> Function Logic  Visual Output:</a:t>
            </a:r>
          </a:p>
          <a:p>
            <a:endParaRPr lang="de-DE" dirty="0"/>
          </a:p>
        </p:txBody>
      </p: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2AA34D97-4A11-C3D7-E469-97C854C3E124}"/>
              </a:ext>
            </a:extLst>
          </p:cNvPr>
          <p:cNvGrpSpPr/>
          <p:nvPr/>
        </p:nvGrpSpPr>
        <p:grpSpPr>
          <a:xfrm>
            <a:off x="1575542" y="1554480"/>
            <a:ext cx="8160298" cy="1301291"/>
            <a:chOff x="1575542" y="1554480"/>
            <a:chExt cx="8160298" cy="1301291"/>
          </a:xfrm>
        </p:grpSpPr>
        <p:pic>
          <p:nvPicPr>
            <p:cNvPr id="5" name="Grafik 4">
              <a:extLst>
                <a:ext uri="{FF2B5EF4-FFF2-40B4-BE49-F238E27FC236}">
                  <a16:creationId xmlns:a16="http://schemas.microsoft.com/office/drawing/2014/main" id="{89D8689A-8408-E60A-7604-D7BFA30F088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337337" y="1554480"/>
              <a:ext cx="2398503" cy="1098873"/>
            </a:xfrm>
            <a:prstGeom prst="rect">
              <a:avLst/>
            </a:prstGeom>
          </p:spPr>
        </p:pic>
        <p:grpSp>
          <p:nvGrpSpPr>
            <p:cNvPr id="6" name="Gruppieren 5">
              <a:extLst>
                <a:ext uri="{FF2B5EF4-FFF2-40B4-BE49-F238E27FC236}">
                  <a16:creationId xmlns:a16="http://schemas.microsoft.com/office/drawing/2014/main" id="{5CF4A904-B240-751E-924F-6004EF8D9D8A}"/>
                </a:ext>
              </a:extLst>
            </p:cNvPr>
            <p:cNvGrpSpPr/>
            <p:nvPr/>
          </p:nvGrpSpPr>
          <p:grpSpPr>
            <a:xfrm rot="10957499">
              <a:off x="1575542" y="2014523"/>
              <a:ext cx="7363087" cy="841248"/>
              <a:chOff x="8487235" y="4177136"/>
              <a:chExt cx="2199873" cy="841248"/>
            </a:xfrm>
          </p:grpSpPr>
          <p:sp>
            <p:nvSpPr>
              <p:cNvPr id="7" name="Bogen 6">
                <a:extLst>
                  <a:ext uri="{FF2B5EF4-FFF2-40B4-BE49-F238E27FC236}">
                    <a16:creationId xmlns:a16="http://schemas.microsoft.com/office/drawing/2014/main" id="{D4C21179-F3D3-AAEA-1901-D9BD5D44762D}"/>
                  </a:ext>
                </a:extLst>
              </p:cNvPr>
              <p:cNvSpPr/>
              <p:nvPr/>
            </p:nvSpPr>
            <p:spPr>
              <a:xfrm>
                <a:off x="8531603" y="4177136"/>
                <a:ext cx="2155505" cy="841248"/>
              </a:xfrm>
              <a:prstGeom prst="arc">
                <a:avLst>
                  <a:gd name="adj1" fmla="val 10743950"/>
                  <a:gd name="adj2" fmla="val 0"/>
                </a:avLst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mc:AlternateContent xmlns:mc="http://schemas.openxmlformats.org/markup-compatibility/2006" xmlns:p14="http://schemas.microsoft.com/office/powerpoint/2010/main">
            <mc:Choice Requires="p14">
              <p:contentPart p14:bwMode="auto" r:id="rId4">
                <p14:nvContentPartPr>
                  <p14:cNvPr id="8" name="Freihand 7">
                    <a:extLst>
                      <a:ext uri="{FF2B5EF4-FFF2-40B4-BE49-F238E27FC236}">
                        <a16:creationId xmlns:a16="http://schemas.microsoft.com/office/drawing/2014/main" id="{ACE1FBC4-DA7A-9C1B-DADF-FDE700E76B5A}"/>
                      </a:ext>
                    </a:extLst>
                  </p14:cNvPr>
                  <p14:cNvContentPartPr/>
                  <p14:nvPr/>
                </p14:nvContentPartPr>
                <p14:xfrm rot="12692638" flipV="1">
                  <a:off x="8487235" y="4476469"/>
                  <a:ext cx="88735" cy="165615"/>
                </p14:xfrm>
              </p:contentPart>
            </mc:Choice>
            <mc:Fallback xmlns="">
              <p:pic>
                <p:nvPicPr>
                  <p:cNvPr id="8" name="Freihand 7">
                    <a:extLst>
                      <a:ext uri="{FF2B5EF4-FFF2-40B4-BE49-F238E27FC236}">
                        <a16:creationId xmlns:a16="http://schemas.microsoft.com/office/drawing/2014/main" id="{ACE1FBC4-DA7A-9C1B-DADF-FDE700E76B5A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 rot="12692638" flipV="1">
                    <a:off x="8485404" y="4470348"/>
                    <a:ext cx="92396" cy="177856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9" name="Gruppieren 8">
              <a:extLst>
                <a:ext uri="{FF2B5EF4-FFF2-40B4-BE49-F238E27FC236}">
                  <a16:creationId xmlns:a16="http://schemas.microsoft.com/office/drawing/2014/main" id="{46B9D2CF-C994-9047-1BC3-44070FEB850D}"/>
                </a:ext>
              </a:extLst>
            </p:cNvPr>
            <p:cNvGrpSpPr/>
            <p:nvPr/>
          </p:nvGrpSpPr>
          <p:grpSpPr>
            <a:xfrm rot="228950" flipH="1">
              <a:off x="3936664" y="1563288"/>
              <a:ext cx="4318672" cy="841248"/>
              <a:chOff x="8487235" y="4177136"/>
              <a:chExt cx="2199873" cy="841248"/>
            </a:xfrm>
          </p:grpSpPr>
          <p:sp>
            <p:nvSpPr>
              <p:cNvPr id="10" name="Bogen 9">
                <a:extLst>
                  <a:ext uri="{FF2B5EF4-FFF2-40B4-BE49-F238E27FC236}">
                    <a16:creationId xmlns:a16="http://schemas.microsoft.com/office/drawing/2014/main" id="{3166F096-8828-5635-14D5-D2BE3C1A10F0}"/>
                  </a:ext>
                </a:extLst>
              </p:cNvPr>
              <p:cNvSpPr/>
              <p:nvPr/>
            </p:nvSpPr>
            <p:spPr>
              <a:xfrm>
                <a:off x="8531603" y="4177136"/>
                <a:ext cx="2155505" cy="841248"/>
              </a:xfrm>
              <a:prstGeom prst="arc">
                <a:avLst>
                  <a:gd name="adj1" fmla="val 10743950"/>
                  <a:gd name="adj2" fmla="val 0"/>
                </a:avLst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mc:AlternateContent xmlns:mc="http://schemas.openxmlformats.org/markup-compatibility/2006" xmlns:p14="http://schemas.microsoft.com/office/powerpoint/2010/main">
            <mc:Choice Requires="p14">
              <p:contentPart p14:bwMode="auto" r:id="rId6">
                <p14:nvContentPartPr>
                  <p14:cNvPr id="11" name="Freihand 10">
                    <a:extLst>
                      <a:ext uri="{FF2B5EF4-FFF2-40B4-BE49-F238E27FC236}">
                        <a16:creationId xmlns:a16="http://schemas.microsoft.com/office/drawing/2014/main" id="{574B402E-EEBA-B41E-C389-1A27CCA1D319}"/>
                      </a:ext>
                    </a:extLst>
                  </p14:cNvPr>
                  <p14:cNvContentPartPr/>
                  <p14:nvPr/>
                </p14:nvContentPartPr>
                <p14:xfrm rot="12692638" flipV="1">
                  <a:off x="8487235" y="4476469"/>
                  <a:ext cx="88735" cy="165615"/>
                </p14:xfrm>
              </p:contentPart>
            </mc:Choice>
            <mc:Fallback xmlns="">
              <p:pic>
                <p:nvPicPr>
                  <p:cNvPr id="11" name="Freihand 10">
                    <a:extLst>
                      <a:ext uri="{FF2B5EF4-FFF2-40B4-BE49-F238E27FC236}">
                        <a16:creationId xmlns:a16="http://schemas.microsoft.com/office/drawing/2014/main" id="{574B402E-EEBA-B41E-C389-1A27CCA1D319}"/>
                      </a:ext>
                    </a:extLst>
                  </p:cNvPr>
                  <p:cNvPicPr/>
                  <p:nvPr/>
                </p:nvPicPr>
                <p:blipFill>
                  <a:blip r:embed="rId7"/>
                  <a:stretch>
                    <a:fillRect/>
                  </a:stretch>
                </p:blipFill>
                <p:spPr>
                  <a:xfrm rot="12692638" flipV="1">
                    <a:off x="8484118" y="4470348"/>
                    <a:ext cx="94968" cy="177856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12" name="Gruppieren 11">
              <a:extLst>
                <a:ext uri="{FF2B5EF4-FFF2-40B4-BE49-F238E27FC236}">
                  <a16:creationId xmlns:a16="http://schemas.microsoft.com/office/drawing/2014/main" id="{48C62CB1-A430-FE78-9696-81012A0B25C2}"/>
                </a:ext>
              </a:extLst>
            </p:cNvPr>
            <p:cNvGrpSpPr/>
            <p:nvPr/>
          </p:nvGrpSpPr>
          <p:grpSpPr>
            <a:xfrm rot="11219394">
              <a:off x="5867844" y="2107650"/>
              <a:ext cx="1793582" cy="572660"/>
              <a:chOff x="8440548" y="4177136"/>
              <a:chExt cx="2246560" cy="841248"/>
            </a:xfrm>
          </p:grpSpPr>
          <p:sp>
            <p:nvSpPr>
              <p:cNvPr id="13" name="Bogen 12">
                <a:extLst>
                  <a:ext uri="{FF2B5EF4-FFF2-40B4-BE49-F238E27FC236}">
                    <a16:creationId xmlns:a16="http://schemas.microsoft.com/office/drawing/2014/main" id="{856434DC-EBAD-9BDD-A298-373D66F60A51}"/>
                  </a:ext>
                </a:extLst>
              </p:cNvPr>
              <p:cNvSpPr/>
              <p:nvPr/>
            </p:nvSpPr>
            <p:spPr>
              <a:xfrm>
                <a:off x="8531603" y="4177136"/>
                <a:ext cx="2155505" cy="841248"/>
              </a:xfrm>
              <a:prstGeom prst="arc">
                <a:avLst>
                  <a:gd name="adj1" fmla="val 10743950"/>
                  <a:gd name="adj2" fmla="val 0"/>
                </a:avLst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mc:AlternateContent xmlns:mc="http://schemas.openxmlformats.org/markup-compatibility/2006" xmlns:p14="http://schemas.microsoft.com/office/powerpoint/2010/main">
            <mc:Choice Requires="p14">
              <p:contentPart p14:bwMode="auto" r:id="rId8">
                <p14:nvContentPartPr>
                  <p14:cNvPr id="14" name="Freihand 13">
                    <a:extLst>
                      <a:ext uri="{FF2B5EF4-FFF2-40B4-BE49-F238E27FC236}">
                        <a16:creationId xmlns:a16="http://schemas.microsoft.com/office/drawing/2014/main" id="{3082476C-08DB-C67F-AF9E-194BA25F64BE}"/>
                      </a:ext>
                    </a:extLst>
                  </p14:cNvPr>
                  <p14:cNvContentPartPr/>
                  <p14:nvPr/>
                </p14:nvContentPartPr>
                <p14:xfrm>
                  <a:off x="8440548" y="4481426"/>
                  <a:ext cx="271800" cy="140040"/>
                </p14:xfrm>
              </p:contentPart>
            </mc:Choice>
            <mc:Fallback xmlns="">
              <p:pic>
                <p:nvPicPr>
                  <p:cNvPr id="16" name="Freihand 15">
                    <a:extLst>
                      <a:ext uri="{FF2B5EF4-FFF2-40B4-BE49-F238E27FC236}">
                        <a16:creationId xmlns:a16="http://schemas.microsoft.com/office/drawing/2014/main" id="{85C3B65C-6361-A6C5-6F9A-1B32B4EEBF3B}"/>
                      </a:ext>
                    </a:extLst>
                  </p:cNvPr>
                  <p:cNvPicPr/>
                  <p:nvPr/>
                </p:nvPicPr>
                <p:blipFill>
                  <a:blip r:embed="rId9"/>
                  <a:stretch>
                    <a:fillRect/>
                  </a:stretch>
                </p:blipFill>
                <p:spPr>
                  <a:xfrm>
                    <a:off x="8434428" y="4475306"/>
                    <a:ext cx="284040" cy="152280"/>
                  </a:xfrm>
                  <a:prstGeom prst="rect">
                    <a:avLst/>
                  </a:prstGeom>
                </p:spPr>
              </p:pic>
            </mc:Fallback>
          </mc:AlternateContent>
        </p:grpSp>
      </p:grp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1CD721B3-2C08-3248-1674-8FCAD4B7B6EA}"/>
              </a:ext>
            </a:extLst>
          </p:cNvPr>
          <p:cNvGrpSpPr/>
          <p:nvPr/>
        </p:nvGrpSpPr>
        <p:grpSpPr>
          <a:xfrm>
            <a:off x="1618060" y="3608130"/>
            <a:ext cx="8366843" cy="1695390"/>
            <a:chOff x="1618060" y="3608130"/>
            <a:chExt cx="8366843" cy="1695390"/>
          </a:xfrm>
        </p:grpSpPr>
        <p:pic>
          <p:nvPicPr>
            <p:cNvPr id="16" name="Grafik 15">
              <a:extLst>
                <a:ext uri="{FF2B5EF4-FFF2-40B4-BE49-F238E27FC236}">
                  <a16:creationId xmlns:a16="http://schemas.microsoft.com/office/drawing/2014/main" id="{B722FB85-A71A-BBD2-DB77-06B7CBD108D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7841479" y="3817413"/>
              <a:ext cx="2143424" cy="1486107"/>
            </a:xfrm>
            <a:prstGeom prst="rect">
              <a:avLst/>
            </a:prstGeom>
          </p:spPr>
        </p:pic>
        <p:grpSp>
          <p:nvGrpSpPr>
            <p:cNvPr id="17" name="Gruppieren 16">
              <a:extLst>
                <a:ext uri="{FF2B5EF4-FFF2-40B4-BE49-F238E27FC236}">
                  <a16:creationId xmlns:a16="http://schemas.microsoft.com/office/drawing/2014/main" id="{697DB359-E402-BB4B-EFA8-C04A0A287A80}"/>
                </a:ext>
              </a:extLst>
            </p:cNvPr>
            <p:cNvGrpSpPr/>
            <p:nvPr/>
          </p:nvGrpSpPr>
          <p:grpSpPr>
            <a:xfrm rot="10998562" flipV="1">
              <a:off x="1618060" y="3608130"/>
              <a:ext cx="7363087" cy="925109"/>
              <a:chOff x="8487235" y="4177136"/>
              <a:chExt cx="2199873" cy="841248"/>
            </a:xfrm>
          </p:grpSpPr>
          <p:sp>
            <p:nvSpPr>
              <p:cNvPr id="18" name="Bogen 17">
                <a:extLst>
                  <a:ext uri="{FF2B5EF4-FFF2-40B4-BE49-F238E27FC236}">
                    <a16:creationId xmlns:a16="http://schemas.microsoft.com/office/drawing/2014/main" id="{24F9B0B9-C873-7B06-7F5F-429E2C85CA1D}"/>
                  </a:ext>
                </a:extLst>
              </p:cNvPr>
              <p:cNvSpPr/>
              <p:nvPr/>
            </p:nvSpPr>
            <p:spPr>
              <a:xfrm>
                <a:off x="8531603" y="4177136"/>
                <a:ext cx="2155505" cy="841248"/>
              </a:xfrm>
              <a:prstGeom prst="arc">
                <a:avLst>
                  <a:gd name="adj1" fmla="val 10743950"/>
                  <a:gd name="adj2" fmla="val 0"/>
                </a:avLst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mc:AlternateContent xmlns:mc="http://schemas.openxmlformats.org/markup-compatibility/2006" xmlns:p14="http://schemas.microsoft.com/office/powerpoint/2010/main">
            <mc:Choice Requires="p14">
              <p:contentPart p14:bwMode="auto" r:id="rId11">
                <p14:nvContentPartPr>
                  <p14:cNvPr id="19" name="Freihand 18">
                    <a:extLst>
                      <a:ext uri="{FF2B5EF4-FFF2-40B4-BE49-F238E27FC236}">
                        <a16:creationId xmlns:a16="http://schemas.microsoft.com/office/drawing/2014/main" id="{156220C4-06F4-6FD8-A888-49F15EE43FDE}"/>
                      </a:ext>
                    </a:extLst>
                  </p14:cNvPr>
                  <p14:cNvContentPartPr/>
                  <p14:nvPr/>
                </p14:nvContentPartPr>
                <p14:xfrm rot="12692638" flipV="1">
                  <a:off x="8487235" y="4476469"/>
                  <a:ext cx="88735" cy="165615"/>
                </p14:xfrm>
              </p:contentPart>
            </mc:Choice>
            <mc:Fallback xmlns="">
              <p:pic>
                <p:nvPicPr>
                  <p:cNvPr id="19" name="Freihand 18">
                    <a:extLst>
                      <a:ext uri="{FF2B5EF4-FFF2-40B4-BE49-F238E27FC236}">
                        <a16:creationId xmlns:a16="http://schemas.microsoft.com/office/drawing/2014/main" id="{156220C4-06F4-6FD8-A888-49F15EE43FDE}"/>
                      </a:ext>
                    </a:extLst>
                  </p:cNvPr>
                  <p:cNvPicPr/>
                  <p:nvPr/>
                </p:nvPicPr>
                <p:blipFill>
                  <a:blip r:embed="rId12"/>
                  <a:stretch>
                    <a:fillRect/>
                  </a:stretch>
                </p:blipFill>
                <p:spPr>
                  <a:xfrm rot="12692638" flipV="1">
                    <a:off x="8485404" y="4470905"/>
                    <a:ext cx="92396" cy="176743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20" name="Gruppieren 19">
              <a:extLst>
                <a:ext uri="{FF2B5EF4-FFF2-40B4-BE49-F238E27FC236}">
                  <a16:creationId xmlns:a16="http://schemas.microsoft.com/office/drawing/2014/main" id="{9BB1E1B1-50A9-2631-FDDA-956D420A1462}"/>
                </a:ext>
              </a:extLst>
            </p:cNvPr>
            <p:cNvGrpSpPr/>
            <p:nvPr/>
          </p:nvGrpSpPr>
          <p:grpSpPr>
            <a:xfrm rot="396559" flipH="1" flipV="1">
              <a:off x="3821458" y="3914468"/>
              <a:ext cx="4318672" cy="1144317"/>
              <a:chOff x="8487235" y="4177136"/>
              <a:chExt cx="2199873" cy="841248"/>
            </a:xfrm>
          </p:grpSpPr>
          <p:sp>
            <p:nvSpPr>
              <p:cNvPr id="21" name="Bogen 20">
                <a:extLst>
                  <a:ext uri="{FF2B5EF4-FFF2-40B4-BE49-F238E27FC236}">
                    <a16:creationId xmlns:a16="http://schemas.microsoft.com/office/drawing/2014/main" id="{FA7A17D7-25F3-A773-3D53-5937DB0A07A4}"/>
                  </a:ext>
                </a:extLst>
              </p:cNvPr>
              <p:cNvSpPr/>
              <p:nvPr/>
            </p:nvSpPr>
            <p:spPr>
              <a:xfrm>
                <a:off x="8531603" y="4177136"/>
                <a:ext cx="2155505" cy="841248"/>
              </a:xfrm>
              <a:prstGeom prst="arc">
                <a:avLst>
                  <a:gd name="adj1" fmla="val 10743950"/>
                  <a:gd name="adj2" fmla="val 0"/>
                </a:avLst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mc:AlternateContent xmlns:mc="http://schemas.openxmlformats.org/markup-compatibility/2006" xmlns:p14="http://schemas.microsoft.com/office/powerpoint/2010/main">
            <mc:Choice Requires="p14">
              <p:contentPart p14:bwMode="auto" r:id="rId13">
                <p14:nvContentPartPr>
                  <p14:cNvPr id="22" name="Freihand 21">
                    <a:extLst>
                      <a:ext uri="{FF2B5EF4-FFF2-40B4-BE49-F238E27FC236}">
                        <a16:creationId xmlns:a16="http://schemas.microsoft.com/office/drawing/2014/main" id="{5062D448-F697-20DF-6189-E22432B4FFF9}"/>
                      </a:ext>
                    </a:extLst>
                  </p14:cNvPr>
                  <p14:cNvContentPartPr/>
                  <p14:nvPr/>
                </p14:nvContentPartPr>
                <p14:xfrm rot="12692638" flipV="1">
                  <a:off x="8487235" y="4476469"/>
                  <a:ext cx="88735" cy="165615"/>
                </p14:xfrm>
              </p:contentPart>
            </mc:Choice>
            <mc:Fallback xmlns="">
              <p:pic>
                <p:nvPicPr>
                  <p:cNvPr id="22" name="Freihand 21">
                    <a:extLst>
                      <a:ext uri="{FF2B5EF4-FFF2-40B4-BE49-F238E27FC236}">
                        <a16:creationId xmlns:a16="http://schemas.microsoft.com/office/drawing/2014/main" id="{5062D448-F697-20DF-6189-E22432B4FFF9}"/>
                      </a:ext>
                    </a:extLst>
                  </p:cNvPr>
                  <p:cNvPicPr/>
                  <p:nvPr/>
                </p:nvPicPr>
                <p:blipFill>
                  <a:blip r:embed="rId14"/>
                  <a:stretch>
                    <a:fillRect/>
                  </a:stretch>
                </p:blipFill>
                <p:spPr>
                  <a:xfrm rot="12692638" flipV="1">
                    <a:off x="8484118" y="4471964"/>
                    <a:ext cx="94968" cy="174624"/>
                  </a:xfrm>
                  <a:prstGeom prst="rect">
                    <a:avLst/>
                  </a:prstGeom>
                </p:spPr>
              </p:pic>
            </mc:Fallback>
          </mc:AlternateContent>
        </p:grpSp>
        <p:cxnSp>
          <p:nvCxnSpPr>
            <p:cNvPr id="23" name="Gerade Verbindung mit Pfeil 22">
              <a:extLst>
                <a:ext uri="{FF2B5EF4-FFF2-40B4-BE49-F238E27FC236}">
                  <a16:creationId xmlns:a16="http://schemas.microsoft.com/office/drawing/2014/main" id="{C8878F27-E9F7-EDF3-DD38-3898AFAA1042}"/>
                </a:ext>
              </a:extLst>
            </p:cNvPr>
            <p:cNvCxnSpPr>
              <a:cxnSpLocks/>
            </p:cNvCxnSpPr>
            <p:nvPr/>
          </p:nvCxnSpPr>
          <p:spPr>
            <a:xfrm>
              <a:off x="6311900" y="4296833"/>
              <a:ext cx="1684867" cy="715434"/>
            </a:xfrm>
            <a:prstGeom prst="straightConnector1">
              <a:avLst/>
            </a:prstGeom>
            <a:ln>
              <a:headEnd type="none" w="med" len="med"/>
              <a:tailEnd type="arrow" w="med" len="med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48183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Grafik 42">
            <a:extLst>
              <a:ext uri="{FF2B5EF4-FFF2-40B4-BE49-F238E27FC236}">
                <a16:creationId xmlns:a16="http://schemas.microsoft.com/office/drawing/2014/main" id="{CBCADC9C-4BF1-2712-88E8-C62D3F633A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1191" y="4298922"/>
            <a:ext cx="3044786" cy="164001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0E7E12AB-F551-7E22-317F-A88787268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Live Coding: How to Create Functions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BCF1727-98BC-892A-C959-753459DCDA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733800" cy="4351338"/>
          </a:xfrm>
        </p:spPr>
        <p:txBody>
          <a:bodyPr/>
          <a:lstStyle/>
          <a:p>
            <a:endParaRPr lang="en-US" dirty="0"/>
          </a:p>
          <a:p>
            <a:r>
              <a:rPr lang="en-US" dirty="0"/>
              <a:t>Without Assignment:</a:t>
            </a:r>
            <a:br>
              <a:rPr lang="en-US" dirty="0"/>
            </a:br>
            <a:r>
              <a:rPr lang="en-US" dirty="0"/>
              <a:t>(Single Input)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Without Assignment:</a:t>
            </a:r>
            <a:br>
              <a:rPr lang="en-US" dirty="0"/>
            </a:br>
            <a:r>
              <a:rPr lang="en-US" dirty="0"/>
              <a:t>(Multiple Input)</a:t>
            </a:r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81F51E81-AEB9-0660-2A03-865ED44522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7354" y="1825625"/>
            <a:ext cx="2463005" cy="170182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hteck 5">
            <a:extLst>
              <a:ext uri="{FF2B5EF4-FFF2-40B4-BE49-F238E27FC236}">
                <a16:creationId xmlns:a16="http://schemas.microsoft.com/office/drawing/2014/main" id="{10ACA9B0-3262-8790-755D-468C0BE5548F}"/>
              </a:ext>
            </a:extLst>
          </p:cNvPr>
          <p:cNvSpPr/>
          <p:nvPr/>
        </p:nvSpPr>
        <p:spPr>
          <a:xfrm>
            <a:off x="4712829" y="1889369"/>
            <a:ext cx="358230" cy="243298"/>
          </a:xfrm>
          <a:prstGeom prst="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3B7B46C7-EC25-C4C9-3042-97A3A3E82265}"/>
              </a:ext>
            </a:extLst>
          </p:cNvPr>
          <p:cNvSpPr/>
          <p:nvPr/>
        </p:nvSpPr>
        <p:spPr>
          <a:xfrm>
            <a:off x="6649322" y="1916357"/>
            <a:ext cx="120362" cy="216310"/>
          </a:xfrm>
          <a:prstGeom prst="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ACB1B386-8AE1-52B5-5AC1-1BC4ABB7B34C}"/>
              </a:ext>
            </a:extLst>
          </p:cNvPr>
          <p:cNvSpPr/>
          <p:nvPr/>
        </p:nvSpPr>
        <p:spPr>
          <a:xfrm>
            <a:off x="4712829" y="2132667"/>
            <a:ext cx="1369996" cy="451379"/>
          </a:xfrm>
          <a:prstGeom prst="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CB1F28D8-EF9B-5E41-D6ED-8371926C1E61}"/>
              </a:ext>
            </a:extLst>
          </p:cNvPr>
          <p:cNvCxnSpPr>
            <a:cxnSpLocks/>
            <a:stCxn id="10" idx="1"/>
          </p:cNvCxnSpPr>
          <p:nvPr/>
        </p:nvCxnSpPr>
        <p:spPr>
          <a:xfrm flipH="1">
            <a:off x="6438425" y="1446905"/>
            <a:ext cx="772063" cy="469452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0" name="Rechteck 9">
            <a:extLst>
              <a:ext uri="{FF2B5EF4-FFF2-40B4-BE49-F238E27FC236}">
                <a16:creationId xmlns:a16="http://schemas.microsoft.com/office/drawing/2014/main" id="{B9D6841A-13EC-EF32-8CC2-C5FC1842FC53}"/>
              </a:ext>
            </a:extLst>
          </p:cNvPr>
          <p:cNvSpPr/>
          <p:nvPr/>
        </p:nvSpPr>
        <p:spPr>
          <a:xfrm>
            <a:off x="7210488" y="1291878"/>
            <a:ext cx="777338" cy="310054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Input</a:t>
            </a:r>
            <a:endParaRPr lang="de-DE" dirty="0"/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E43D7AE7-EDCE-C25C-4B04-DA1AA4A83F19}"/>
              </a:ext>
            </a:extLst>
          </p:cNvPr>
          <p:cNvCxnSpPr>
            <a:cxnSpLocks/>
            <a:stCxn id="14" idx="1"/>
          </p:cNvCxnSpPr>
          <p:nvPr/>
        </p:nvCxnSpPr>
        <p:spPr>
          <a:xfrm flipH="1" flipV="1">
            <a:off x="6157185" y="2399216"/>
            <a:ext cx="1298792" cy="11892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4" name="Rechteck 13">
            <a:extLst>
              <a:ext uri="{FF2B5EF4-FFF2-40B4-BE49-F238E27FC236}">
                <a16:creationId xmlns:a16="http://schemas.microsoft.com/office/drawing/2014/main" id="{ED2BC30C-A1E7-C208-D691-AE0443A1D2A2}"/>
              </a:ext>
            </a:extLst>
          </p:cNvPr>
          <p:cNvSpPr/>
          <p:nvPr/>
        </p:nvSpPr>
        <p:spPr>
          <a:xfrm>
            <a:off x="7455977" y="2362175"/>
            <a:ext cx="727379" cy="311922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Logic</a:t>
            </a:r>
            <a:endParaRPr lang="de-DE" dirty="0"/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9B83E428-6CBD-D8AB-038A-214FFA5D1CFC}"/>
              </a:ext>
            </a:extLst>
          </p:cNvPr>
          <p:cNvCxnSpPr>
            <a:cxnSpLocks/>
            <a:stCxn id="24" idx="1"/>
            <a:endCxn id="7" idx="3"/>
          </p:cNvCxnSpPr>
          <p:nvPr/>
        </p:nvCxnSpPr>
        <p:spPr>
          <a:xfrm flipH="1">
            <a:off x="6769684" y="1916357"/>
            <a:ext cx="1003962" cy="108155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4" name="Rechteck 23">
            <a:extLst>
              <a:ext uri="{FF2B5EF4-FFF2-40B4-BE49-F238E27FC236}">
                <a16:creationId xmlns:a16="http://schemas.microsoft.com/office/drawing/2014/main" id="{57229F26-A03D-C859-01E3-E6BEEE6A0CEB}"/>
              </a:ext>
            </a:extLst>
          </p:cNvPr>
          <p:cNvSpPr/>
          <p:nvPr/>
        </p:nvSpPr>
        <p:spPr>
          <a:xfrm>
            <a:off x="7773646" y="1760396"/>
            <a:ext cx="772063" cy="311922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colon</a:t>
            </a:r>
            <a:endParaRPr lang="de-DE" dirty="0"/>
          </a:p>
        </p:txBody>
      </p: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3E90FC9F-C1A3-A5FA-268F-EB4DDC061F06}"/>
              </a:ext>
            </a:extLst>
          </p:cNvPr>
          <p:cNvCxnSpPr>
            <a:cxnSpLocks/>
            <a:stCxn id="10" idx="1"/>
          </p:cNvCxnSpPr>
          <p:nvPr/>
        </p:nvCxnSpPr>
        <p:spPr>
          <a:xfrm flipH="1">
            <a:off x="6438425" y="1446905"/>
            <a:ext cx="772063" cy="1327276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AB0C2933-982C-E3BF-1622-A83081BFDF41}"/>
              </a:ext>
            </a:extLst>
          </p:cNvPr>
          <p:cNvCxnSpPr>
            <a:cxnSpLocks/>
            <a:stCxn id="34" idx="1"/>
          </p:cNvCxnSpPr>
          <p:nvPr/>
        </p:nvCxnSpPr>
        <p:spPr>
          <a:xfrm flipH="1" flipV="1">
            <a:off x="7016097" y="4522533"/>
            <a:ext cx="1081729" cy="159047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4" name="Rechteck 33">
            <a:extLst>
              <a:ext uri="{FF2B5EF4-FFF2-40B4-BE49-F238E27FC236}">
                <a16:creationId xmlns:a16="http://schemas.microsoft.com/office/drawing/2014/main" id="{89B28C0A-E542-64B2-46CA-1C2F1B5180ED}"/>
              </a:ext>
            </a:extLst>
          </p:cNvPr>
          <p:cNvSpPr/>
          <p:nvPr/>
        </p:nvSpPr>
        <p:spPr>
          <a:xfrm>
            <a:off x="8097826" y="4422449"/>
            <a:ext cx="1819568" cy="518261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Comma separated input</a:t>
            </a:r>
            <a:endParaRPr lang="de-DE" dirty="0"/>
          </a:p>
        </p:txBody>
      </p:sp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D3115202-48C6-72FA-0482-A8003822A6CC}"/>
              </a:ext>
            </a:extLst>
          </p:cNvPr>
          <p:cNvCxnSpPr>
            <a:cxnSpLocks/>
            <a:stCxn id="34" idx="1"/>
          </p:cNvCxnSpPr>
          <p:nvPr/>
        </p:nvCxnSpPr>
        <p:spPr>
          <a:xfrm flipH="1">
            <a:off x="6438425" y="4681580"/>
            <a:ext cx="1659401" cy="700835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060762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rafik 15">
            <a:extLst>
              <a:ext uri="{FF2B5EF4-FFF2-40B4-BE49-F238E27FC236}">
                <a16:creationId xmlns:a16="http://schemas.microsoft.com/office/drawing/2014/main" id="{AFEB52CE-B931-0F3F-5611-DB63199161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7487" y="3846568"/>
            <a:ext cx="2477569" cy="21031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6920CD88-9D7D-C3FF-C922-078C956143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Live Coding: How to Create Functions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559ED63-FB8D-1136-6925-1E63A03A93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81499"/>
          </a:xfrm>
        </p:spPr>
        <p:txBody>
          <a:bodyPr/>
          <a:lstStyle/>
          <a:p>
            <a:r>
              <a:rPr lang="en-US" dirty="0"/>
              <a:t>With assignment:</a:t>
            </a:r>
            <a:br>
              <a:rPr lang="en-US" dirty="0"/>
            </a:br>
            <a:r>
              <a:rPr lang="en-US" dirty="0"/>
              <a:t>(Single return)</a:t>
            </a:r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r>
              <a:rPr lang="de-DE" dirty="0"/>
              <a:t>With </a:t>
            </a:r>
            <a:r>
              <a:rPr lang="de-DE" dirty="0" err="1"/>
              <a:t>assignment</a:t>
            </a:r>
            <a:r>
              <a:rPr lang="de-DE" dirty="0"/>
              <a:t>:</a:t>
            </a:r>
            <a:br>
              <a:rPr lang="de-DE" dirty="0"/>
            </a:br>
            <a:r>
              <a:rPr lang="de-DE" dirty="0"/>
              <a:t>(multiple </a:t>
            </a:r>
            <a:r>
              <a:rPr lang="de-DE" dirty="0" err="1"/>
              <a:t>return</a:t>
            </a:r>
            <a:r>
              <a:rPr lang="de-DE" dirty="0"/>
              <a:t>)</a:t>
            </a:r>
          </a:p>
          <a:p>
            <a:endParaRPr lang="de-DE" dirty="0"/>
          </a:p>
          <a:p>
            <a:endParaRPr lang="en-US" dirty="0"/>
          </a:p>
          <a:p>
            <a:r>
              <a:rPr lang="en-US" dirty="0"/>
              <a:t>Function exits after return (even if there </a:t>
            </a:r>
            <a:r>
              <a:rPr lang="en-US"/>
              <a:t>is code)</a:t>
            </a:r>
            <a:endParaRPr lang="en-US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9013A46E-7C2E-02E1-F57A-B98E414C60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7052" y="1484232"/>
            <a:ext cx="2817895" cy="156612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5" name="Rechteck 4">
            <a:extLst>
              <a:ext uri="{FF2B5EF4-FFF2-40B4-BE49-F238E27FC236}">
                <a16:creationId xmlns:a16="http://schemas.microsoft.com/office/drawing/2014/main" id="{33401323-BDC2-4276-F840-47D71C463E52}"/>
              </a:ext>
            </a:extLst>
          </p:cNvPr>
          <p:cNvSpPr/>
          <p:nvPr/>
        </p:nvSpPr>
        <p:spPr>
          <a:xfrm>
            <a:off x="5071622" y="1951781"/>
            <a:ext cx="739832" cy="227397"/>
          </a:xfrm>
          <a:prstGeom prst="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15850069-C63B-98B2-8DFD-D9E9BF8502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999" y="3200398"/>
            <a:ext cx="1266076" cy="1063953"/>
          </a:xfrm>
          <a:prstGeom prst="rect">
            <a:avLst/>
          </a:prstGeom>
        </p:spPr>
      </p:pic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E34738F9-7580-19FA-9451-21FFFD8ADA4E}"/>
              </a:ext>
            </a:extLst>
          </p:cNvPr>
          <p:cNvCxnSpPr>
            <a:cxnSpLocks/>
          </p:cNvCxnSpPr>
          <p:nvPr/>
        </p:nvCxnSpPr>
        <p:spPr>
          <a:xfrm flipH="1">
            <a:off x="6566612" y="3768695"/>
            <a:ext cx="1107511" cy="237963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9368C89F-40C6-402C-FEC5-9DA9351CC8BB}"/>
              </a:ext>
            </a:extLst>
          </p:cNvPr>
          <p:cNvCxnSpPr>
            <a:cxnSpLocks/>
            <a:stCxn id="18" idx="1"/>
          </p:cNvCxnSpPr>
          <p:nvPr/>
        </p:nvCxnSpPr>
        <p:spPr>
          <a:xfrm flipH="1">
            <a:off x="5776957" y="4757341"/>
            <a:ext cx="1318636" cy="45532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8" name="Rechteck 17">
            <a:extLst>
              <a:ext uri="{FF2B5EF4-FFF2-40B4-BE49-F238E27FC236}">
                <a16:creationId xmlns:a16="http://schemas.microsoft.com/office/drawing/2014/main" id="{87BFEC29-9017-3B83-9B75-3BBE062FFD99}"/>
              </a:ext>
            </a:extLst>
          </p:cNvPr>
          <p:cNvSpPr/>
          <p:nvPr/>
        </p:nvSpPr>
        <p:spPr>
          <a:xfrm>
            <a:off x="7095593" y="4498210"/>
            <a:ext cx="1943482" cy="518261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Comma separated return</a:t>
            </a:r>
            <a:endParaRPr lang="de-DE" dirty="0"/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490A1C87-25DB-06A6-A660-4E552898CECE}"/>
              </a:ext>
            </a:extLst>
          </p:cNvPr>
          <p:cNvCxnSpPr>
            <a:cxnSpLocks/>
            <a:stCxn id="18" idx="1"/>
          </p:cNvCxnSpPr>
          <p:nvPr/>
        </p:nvCxnSpPr>
        <p:spPr>
          <a:xfrm flipH="1">
            <a:off x="4858284" y="4757341"/>
            <a:ext cx="2237309" cy="313955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4" name="Textfeld 23">
            <a:extLst>
              <a:ext uri="{FF2B5EF4-FFF2-40B4-BE49-F238E27FC236}">
                <a16:creationId xmlns:a16="http://schemas.microsoft.com/office/drawing/2014/main" id="{132CCAA7-A7C2-1A1E-6312-45BA732D71F6}"/>
              </a:ext>
            </a:extLst>
          </p:cNvPr>
          <p:cNvSpPr txBox="1"/>
          <p:nvPr/>
        </p:nvSpPr>
        <p:spPr>
          <a:xfrm>
            <a:off x="8983527" y="3846568"/>
            <a:ext cx="28566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noProof="0" dirty="0">
                <a:solidFill>
                  <a:schemeClr val="bg2">
                    <a:lumMod val="75000"/>
                  </a:schemeClr>
                </a:solidFill>
              </a:rPr>
              <a:t>[</a:t>
            </a:r>
            <a:r>
              <a:rPr lang="en-GB" sz="1200" dirty="0">
                <a:solidFill>
                  <a:schemeClr val="bg2">
                    <a:lumMod val="75000"/>
                  </a:schemeClr>
                </a:solidFill>
              </a:rPr>
              <a:t>https://pt.memedroid.com/memes/detail/3846326/Spoiler-alert</a:t>
            </a:r>
            <a:r>
              <a:rPr lang="en-GB" sz="1200" noProof="0" dirty="0">
                <a:solidFill>
                  <a:schemeClr val="bg2">
                    <a:lumMod val="75000"/>
                  </a:schemeClr>
                </a:solidFill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1377094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82CBA87-C0B6-ECA7-3678-99DAEAE8F6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 topic: f-strings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1531EF3-7D15-44AC-E302-39D8C18F85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Inserting a lot of variables in a string with “+” is tedious: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Alternative with format():</a:t>
            </a:r>
          </a:p>
          <a:p>
            <a:endParaRPr lang="de-DE" dirty="0"/>
          </a:p>
          <a:p>
            <a:r>
              <a:rPr lang="en-US" dirty="0"/>
              <a:t>Alternative with f-string:</a:t>
            </a:r>
          </a:p>
          <a:p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3BCA6D8-4E7C-B1AE-6083-1A85733EB9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5180" y="2343558"/>
            <a:ext cx="4713564" cy="169096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1510E010-A9B1-C223-3DCA-24C70C8FC3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0101" y="5324921"/>
            <a:ext cx="3705843" cy="60515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B506FA52-C740-19F8-C631-8FF58276A6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6113" y="4288536"/>
            <a:ext cx="5115379" cy="71101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0" name="Rechteck 9">
            <a:extLst>
              <a:ext uri="{FF2B5EF4-FFF2-40B4-BE49-F238E27FC236}">
                <a16:creationId xmlns:a16="http://schemas.microsoft.com/office/drawing/2014/main" id="{1ED2D7D5-7874-4F0E-AFD9-95B42561AEE9}"/>
              </a:ext>
            </a:extLst>
          </p:cNvPr>
          <p:cNvSpPr/>
          <p:nvPr/>
        </p:nvSpPr>
        <p:spPr>
          <a:xfrm>
            <a:off x="9808704" y="5637467"/>
            <a:ext cx="1383551" cy="585216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Winner </a:t>
            </a:r>
            <a:r>
              <a:rPr lang="en-GB" dirty="0"/>
              <a:t>🎉</a:t>
            </a:r>
            <a:endParaRPr lang="de-DE" dirty="0"/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8CEA4226-50D0-622A-3F81-975AE5FBD77C}"/>
              </a:ext>
            </a:extLst>
          </p:cNvPr>
          <p:cNvCxnSpPr>
            <a:cxnSpLocks/>
            <a:stCxn id="10" idx="1"/>
            <a:endCxn id="7" idx="3"/>
          </p:cNvCxnSpPr>
          <p:nvPr/>
        </p:nvCxnSpPr>
        <p:spPr>
          <a:xfrm flipH="1" flipV="1">
            <a:off x="8695944" y="5627498"/>
            <a:ext cx="1112760" cy="302577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776543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E709B7-4EE2-1C5C-E005-FB19611A0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**Bin </a:t>
            </a:r>
            <a:r>
              <a:rPr lang="en-US" dirty="0" err="1"/>
              <a:t>unzufrieden</a:t>
            </a:r>
            <a:r>
              <a:rPr lang="en-US" dirty="0"/>
              <a:t> </a:t>
            </a:r>
            <a:r>
              <a:rPr lang="en-US" dirty="0" err="1"/>
              <a:t>mit</a:t>
            </a:r>
            <a:r>
              <a:rPr lang="en-US" dirty="0"/>
              <a:t> dem Slide, </a:t>
            </a:r>
            <a:r>
              <a:rPr lang="en-US" dirty="0" err="1"/>
              <a:t>rausnahmen</a:t>
            </a:r>
            <a:r>
              <a:rPr lang="en-US" dirty="0"/>
              <a:t>?**</a:t>
            </a:r>
            <a:br>
              <a:rPr lang="en-US" dirty="0"/>
            </a:br>
            <a:r>
              <a:rPr lang="en-US" dirty="0"/>
              <a:t>Live Coding: Variable Scopes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EA530EA-7E50-248A-5926-E193D41992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“</a:t>
            </a:r>
            <a:r>
              <a:rPr lang="en-US" dirty="0" err="1"/>
              <a:t>Accesability</a:t>
            </a:r>
            <a:r>
              <a:rPr lang="en-US" dirty="0"/>
              <a:t> of variables”</a:t>
            </a:r>
          </a:p>
          <a:p>
            <a:pPr>
              <a:buFont typeface="Wingdings" panose="05000000000000000000" pitchFamily="2" charset="2"/>
              <a:buChar char="à"/>
            </a:pPr>
            <a:r>
              <a:rPr lang="en-US" dirty="0">
                <a:highlight>
                  <a:srgbClr val="C0C0C0"/>
                </a:highlight>
                <a:sym typeface="Wingdings" panose="05000000000000000000" pitchFamily="2" charset="2"/>
              </a:rPr>
              <a:t>hi</a:t>
            </a:r>
            <a:r>
              <a:rPr lang="en-US" dirty="0">
                <a:sym typeface="Wingdings" panose="05000000000000000000" pitchFamily="2" charset="2"/>
              </a:rPr>
              <a:t> is only “known” inside the function</a:t>
            </a:r>
            <a:endParaRPr lang="en-US" dirty="0"/>
          </a:p>
          <a:p>
            <a:endParaRPr lang="en-US" dirty="0"/>
          </a:p>
          <a:p>
            <a:endParaRPr lang="de-DE" dirty="0"/>
          </a:p>
          <a:p>
            <a:r>
              <a:rPr lang="de-DE" dirty="0"/>
              <a:t>But: This </a:t>
            </a:r>
            <a:r>
              <a:rPr lang="de-DE" dirty="0" err="1"/>
              <a:t>works</a:t>
            </a:r>
            <a:r>
              <a:rPr lang="de-DE" dirty="0"/>
              <a:t>?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4E3D5E86-9637-86C8-E2A5-B86CBE89A5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7638" y="857815"/>
            <a:ext cx="2211638" cy="236151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193AA17B-8502-2E6C-A279-F908F7AD61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9372" y="3219326"/>
            <a:ext cx="1970028" cy="189386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D57928F8-5AA2-A00F-67BF-91FF78650C34}"/>
              </a:ext>
            </a:extLst>
          </p:cNvPr>
          <p:cNvSpPr/>
          <p:nvPr/>
        </p:nvSpPr>
        <p:spPr>
          <a:xfrm>
            <a:off x="4530853" y="5579561"/>
            <a:ext cx="2733427" cy="841248"/>
          </a:xfrm>
          <a:prstGeom prst="roundRect">
            <a:avLst/>
          </a:prstGeom>
          <a:solidFill>
            <a:srgbClr val="FFFFC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noProof="0" dirty="0">
                <a:solidFill>
                  <a:schemeClr val="tx1"/>
                </a:solidFill>
              </a:rPr>
              <a:t>Function Logic</a:t>
            </a:r>
          </a:p>
        </p:txBody>
      </p: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4E6382A4-49BE-CA6C-1A20-0724C8ABD73F}"/>
              </a:ext>
            </a:extLst>
          </p:cNvPr>
          <p:cNvCxnSpPr>
            <a:cxnSpLocks/>
            <a:stCxn id="13" idx="3"/>
            <a:endCxn id="11" idx="1"/>
          </p:cNvCxnSpPr>
          <p:nvPr/>
        </p:nvCxnSpPr>
        <p:spPr>
          <a:xfrm>
            <a:off x="4087816" y="6000185"/>
            <a:ext cx="443037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3" name="Rechteck: abgerundete Ecken 12">
            <a:extLst>
              <a:ext uri="{FF2B5EF4-FFF2-40B4-BE49-F238E27FC236}">
                <a16:creationId xmlns:a16="http://schemas.microsoft.com/office/drawing/2014/main" id="{ECD5339A-A2E5-8FBF-C3D4-9A08AAF35F98}"/>
              </a:ext>
            </a:extLst>
          </p:cNvPr>
          <p:cNvSpPr/>
          <p:nvPr/>
        </p:nvSpPr>
        <p:spPr>
          <a:xfrm>
            <a:off x="2939796" y="5579561"/>
            <a:ext cx="1148020" cy="841248"/>
          </a:xfrm>
          <a:prstGeom prst="roundRect">
            <a:avLst/>
          </a:prstGeom>
          <a:solidFill>
            <a:srgbClr val="FFFFC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noProof="0" dirty="0">
                <a:solidFill>
                  <a:schemeClr val="tx1"/>
                </a:solidFill>
              </a:rPr>
              <a:t>Input</a:t>
            </a:r>
          </a:p>
        </p:txBody>
      </p:sp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648C072C-1C3C-0B4A-45BE-A147665D8D81}"/>
              </a:ext>
            </a:extLst>
          </p:cNvPr>
          <p:cNvSpPr/>
          <p:nvPr/>
        </p:nvSpPr>
        <p:spPr>
          <a:xfrm>
            <a:off x="7707317" y="5579561"/>
            <a:ext cx="1148647" cy="841248"/>
          </a:xfrm>
          <a:prstGeom prst="roundRect">
            <a:avLst/>
          </a:prstGeom>
          <a:solidFill>
            <a:srgbClr val="FFFFC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noProof="0" dirty="0">
                <a:solidFill>
                  <a:schemeClr val="tx1"/>
                </a:solidFill>
              </a:rPr>
              <a:t>Output</a:t>
            </a:r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C8DE3DA2-C424-A522-769A-457B01220394}"/>
              </a:ext>
            </a:extLst>
          </p:cNvPr>
          <p:cNvCxnSpPr>
            <a:cxnSpLocks/>
            <a:stCxn id="11" idx="3"/>
            <a:endCxn id="14" idx="1"/>
          </p:cNvCxnSpPr>
          <p:nvPr/>
        </p:nvCxnSpPr>
        <p:spPr>
          <a:xfrm>
            <a:off x="7264280" y="6000185"/>
            <a:ext cx="443037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" name="Rechteck: abgerundete Ecken 15">
            <a:extLst>
              <a:ext uri="{FF2B5EF4-FFF2-40B4-BE49-F238E27FC236}">
                <a16:creationId xmlns:a16="http://schemas.microsoft.com/office/drawing/2014/main" id="{7E8ED806-90DA-3F1D-1A46-ED70A61EF9C1}"/>
              </a:ext>
            </a:extLst>
          </p:cNvPr>
          <p:cNvSpPr/>
          <p:nvPr/>
        </p:nvSpPr>
        <p:spPr>
          <a:xfrm>
            <a:off x="2939796" y="4528001"/>
            <a:ext cx="1148020" cy="841248"/>
          </a:xfrm>
          <a:prstGeom prst="roundRect">
            <a:avLst/>
          </a:prstGeom>
          <a:solidFill>
            <a:srgbClr val="FFFFC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noProof="0" dirty="0">
                <a:solidFill>
                  <a:schemeClr val="tx1"/>
                </a:solidFill>
              </a:rPr>
              <a:t>“Global</a:t>
            </a:r>
          </a:p>
          <a:p>
            <a:pPr algn="ctr"/>
            <a:r>
              <a:rPr lang="en-GB" noProof="0" dirty="0">
                <a:solidFill>
                  <a:schemeClr val="tx1"/>
                </a:solidFill>
              </a:rPr>
              <a:t>Input”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7767704C-CF9D-9F45-ED75-445B7E43F835}"/>
              </a:ext>
            </a:extLst>
          </p:cNvPr>
          <p:cNvCxnSpPr>
            <a:cxnSpLocks/>
            <a:stCxn id="16" idx="3"/>
            <a:endCxn id="11" idx="1"/>
          </p:cNvCxnSpPr>
          <p:nvPr/>
        </p:nvCxnSpPr>
        <p:spPr>
          <a:xfrm>
            <a:off x="4087816" y="4948625"/>
            <a:ext cx="443037" cy="105156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660000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264A0F1-7BC6-1BD9-7CBF-4AC55674DB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12107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Good Luck with your Tasks </a:t>
            </a:r>
            <a:r>
              <a:rPr lang="en-US" dirty="0">
                <a:sym typeface="Wingdings" panose="05000000000000000000" pitchFamily="2" charset="2"/>
              </a:rPr>
              <a:t> </a:t>
            </a:r>
            <a:endParaRPr lang="de-DE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246098C8-1270-CDB4-2EEA-0D3CF8F824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196" y="2657632"/>
            <a:ext cx="4145607" cy="4058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88077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420</Words>
  <Application>Microsoft Office PowerPoint</Application>
  <PresentationFormat>Breitbild</PresentationFormat>
  <Paragraphs>92</Paragraphs>
  <Slides>9</Slides>
  <Notes>3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Wingdings</vt:lpstr>
      <vt:lpstr>Office</vt:lpstr>
      <vt:lpstr>Python Course for Physicists (And everyone else!) Chunk 6: Functions: Saving Code</vt:lpstr>
      <vt:lpstr>The Problem: Stupid Copy Paste of Code</vt:lpstr>
      <vt:lpstr>Smart Solution: Functions  Reuse of Code</vt:lpstr>
      <vt:lpstr>How we use functions</vt:lpstr>
      <vt:lpstr>Live Coding: How to Create Functions</vt:lpstr>
      <vt:lpstr>Live Coding: How to Create Functions</vt:lpstr>
      <vt:lpstr>Off topic: f-strings</vt:lpstr>
      <vt:lpstr>**Bin unzufrieden mit dem Slide, rausnahmen?** Live Coding: Variable Scopes</vt:lpstr>
      <vt:lpstr>Good Luck with your Tasks 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Jonathan Bollig</dc:creator>
  <cp:lastModifiedBy>Jonathan Bollig</cp:lastModifiedBy>
  <cp:revision>1</cp:revision>
  <dcterms:created xsi:type="dcterms:W3CDTF">2025-08-17T13:50:44Z</dcterms:created>
  <dcterms:modified xsi:type="dcterms:W3CDTF">2025-10-05T23:23:39Z</dcterms:modified>
</cp:coreProperties>
</file>