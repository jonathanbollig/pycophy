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9" r:id="rId4"/>
    <p:sldId id="274" r:id="rId5"/>
    <p:sldId id="270" r:id="rId6"/>
    <p:sldId id="271" r:id="rId7"/>
    <p:sldId id="272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22A076-CEEF-40DA-B98F-C81136A4B99D}" v="31" dt="2025-10-04T12:37:47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 sldOrd">
      <pc:chgData name="Jonathan Bollig" userId="8b5d0afe-f106-45e0-8c3f-fd98fa124db1" providerId="ADAL" clId="{B2469FA9-EBD8-4834-A16D-CBF8EFC907DD}" dt="2025-10-04T14:10:48.083" v="1537" actId="20577"/>
      <pc:docMkLst>
        <pc:docMk/>
      </pc:docMkLst>
      <pc:sldChg chg="modSp mod">
        <pc:chgData name="Jonathan Bollig" userId="8b5d0afe-f106-45e0-8c3f-fd98fa124db1" providerId="ADAL" clId="{B2469FA9-EBD8-4834-A16D-CBF8EFC907DD}" dt="2025-10-04T14:10:48.083" v="1537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0:48.083" v="1537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addSp modSp add del mod">
        <pc:chgData name="Jonathan Bollig" userId="8b5d0afe-f106-45e0-8c3f-fd98fa124db1" providerId="ADAL" clId="{B2469FA9-EBD8-4834-A16D-CBF8EFC907DD}" dt="2025-10-01T19:19:35.790" v="1426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modSp add mod">
        <pc:chgData name="Jonathan Bollig" userId="8b5d0afe-f106-45e0-8c3f-fd98fa124db1" providerId="ADAL" clId="{B2469FA9-EBD8-4834-A16D-CBF8EFC907DD}" dt="2025-10-04T12:41:55.324" v="1533" actId="732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37:05.616" v="1523" actId="1076"/>
          <ac:spMkLst>
            <pc:docMk/>
            <pc:sldMk cId="2138807736" sldId="267"/>
            <ac:spMk id="2" creationId="{4264A0F1-7BC6-1BD9-7CBF-4AC55674DB61}"/>
          </ac:spMkLst>
        </pc:spChg>
        <pc:spChg chg="add mod">
          <ac:chgData name="Jonathan Bollig" userId="8b5d0afe-f106-45e0-8c3f-fd98fa124db1" providerId="ADAL" clId="{B2469FA9-EBD8-4834-A16D-CBF8EFC907DD}" dt="2025-10-04T12:37:47.607" v="1528"/>
          <ac:spMkLst>
            <pc:docMk/>
            <pc:sldMk cId="2138807736" sldId="267"/>
            <ac:spMk id="5" creationId="{2C28FA87-F81D-E5FB-8329-C4E9890AF142}"/>
          </ac:spMkLst>
        </pc:spChg>
        <pc:picChg chg="add mod modCrop">
          <ac:chgData name="Jonathan Bollig" userId="8b5d0afe-f106-45e0-8c3f-fd98fa124db1" providerId="ADAL" clId="{B2469FA9-EBD8-4834-A16D-CBF8EFC907DD}" dt="2025-10-04T12:41:55.324" v="1533" actId="732"/>
          <ac:picMkLst>
            <pc:docMk/>
            <pc:sldMk cId="2138807736" sldId="267"/>
            <ac:picMk id="4" creationId="{DF7B06A5-5F6E-C378-3B20-42A296F26AA1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1T19:20:48.835" v="1444" actId="20577"/>
        <pc:sldMkLst>
          <pc:docMk/>
          <pc:sldMk cId="2683352454" sldId="268"/>
        </pc:sldMkLst>
        <pc:spChg chg="mod">
          <ac:chgData name="Jonathan Bollig" userId="8b5d0afe-f106-45e0-8c3f-fd98fa124db1" providerId="ADAL" clId="{B2469FA9-EBD8-4834-A16D-CBF8EFC907DD}" dt="2025-10-01T17:33:41.338" v="61" actId="20577"/>
          <ac:spMkLst>
            <pc:docMk/>
            <pc:sldMk cId="2683352454" sldId="268"/>
            <ac:spMk id="2" creationId="{954DE16F-EEB3-0C1F-6037-386B00B2C461}"/>
          </ac:spMkLst>
        </pc:spChg>
        <pc:spChg chg="mod">
          <ac:chgData name="Jonathan Bollig" userId="8b5d0afe-f106-45e0-8c3f-fd98fa124db1" providerId="ADAL" clId="{B2469FA9-EBD8-4834-A16D-CBF8EFC907DD}" dt="2025-10-01T17:50:03.952" v="594" actId="20577"/>
          <ac:spMkLst>
            <pc:docMk/>
            <pc:sldMk cId="2683352454" sldId="268"/>
            <ac:spMk id="3" creationId="{78F91536-0DB2-3CF3-3487-CA991D19E8BA}"/>
          </ac:spMkLst>
        </pc:spChg>
        <pc:spChg chg="add mod">
          <ac:chgData name="Jonathan Bollig" userId="8b5d0afe-f106-45e0-8c3f-fd98fa124db1" providerId="ADAL" clId="{B2469FA9-EBD8-4834-A16D-CBF8EFC907DD}" dt="2025-10-01T17:42:25.804" v="385" actId="1076"/>
          <ac:spMkLst>
            <pc:docMk/>
            <pc:sldMk cId="2683352454" sldId="268"/>
            <ac:spMk id="6" creationId="{949F9C91-BFDF-B80C-096F-E71DAB8ED724}"/>
          </ac:spMkLst>
        </pc:spChg>
        <pc:spChg chg="add mod">
          <ac:chgData name="Jonathan Bollig" userId="8b5d0afe-f106-45e0-8c3f-fd98fa124db1" providerId="ADAL" clId="{B2469FA9-EBD8-4834-A16D-CBF8EFC907DD}" dt="2025-10-01T17:42:25.804" v="385" actId="1076"/>
          <ac:spMkLst>
            <pc:docMk/>
            <pc:sldMk cId="2683352454" sldId="268"/>
            <ac:spMk id="7" creationId="{7CCDACA3-BF1F-4C2E-255F-3F3419CF1634}"/>
          </ac:spMkLst>
        </pc:spChg>
        <pc:spChg chg="add mod">
          <ac:chgData name="Jonathan Bollig" userId="8b5d0afe-f106-45e0-8c3f-fd98fa124db1" providerId="ADAL" clId="{B2469FA9-EBD8-4834-A16D-CBF8EFC907DD}" dt="2025-10-01T17:42:03.542" v="381" actId="20577"/>
          <ac:spMkLst>
            <pc:docMk/>
            <pc:sldMk cId="2683352454" sldId="268"/>
            <ac:spMk id="8" creationId="{2E49F171-3C3E-1BE0-2270-E50FEA833AA1}"/>
          </ac:spMkLst>
        </pc:spChg>
        <pc:spChg chg="add mod">
          <ac:chgData name="Jonathan Bollig" userId="8b5d0afe-f106-45e0-8c3f-fd98fa124db1" providerId="ADAL" clId="{B2469FA9-EBD8-4834-A16D-CBF8EFC907DD}" dt="2025-10-01T17:45:59.117" v="420" actId="13822"/>
          <ac:spMkLst>
            <pc:docMk/>
            <pc:sldMk cId="2683352454" sldId="268"/>
            <ac:spMk id="31" creationId="{DACB451F-930A-4D68-BF95-63E796F788F7}"/>
          </ac:spMkLst>
        </pc:spChg>
        <pc:spChg chg="add mod">
          <ac:chgData name="Jonathan Bollig" userId="8b5d0afe-f106-45e0-8c3f-fd98fa124db1" providerId="ADAL" clId="{B2469FA9-EBD8-4834-A16D-CBF8EFC907DD}" dt="2025-10-01T19:20:48.835" v="1444" actId="20577"/>
          <ac:spMkLst>
            <pc:docMk/>
            <pc:sldMk cId="2683352454" sldId="268"/>
            <ac:spMk id="37" creationId="{BEA50AA6-C096-E8C4-66AC-7D41FF4BCCA8}"/>
          </ac:spMkLst>
        </pc:spChg>
        <pc:spChg chg="add mod">
          <ac:chgData name="Jonathan Bollig" userId="8b5d0afe-f106-45e0-8c3f-fd98fa124db1" providerId="ADAL" clId="{B2469FA9-EBD8-4834-A16D-CBF8EFC907DD}" dt="2025-10-01T17:52:52.696" v="607" actId="14100"/>
          <ac:spMkLst>
            <pc:docMk/>
            <pc:sldMk cId="2683352454" sldId="268"/>
            <ac:spMk id="43" creationId="{1685BE43-DF2D-415D-3A01-779962FDF496}"/>
          </ac:spMkLst>
        </pc:spChg>
        <pc:spChg chg="add mod">
          <ac:chgData name="Jonathan Bollig" userId="8b5d0afe-f106-45e0-8c3f-fd98fa124db1" providerId="ADAL" clId="{B2469FA9-EBD8-4834-A16D-CBF8EFC907DD}" dt="2025-10-01T17:52:47.231" v="605" actId="14100"/>
          <ac:spMkLst>
            <pc:docMk/>
            <pc:sldMk cId="2683352454" sldId="268"/>
            <ac:spMk id="44" creationId="{2CFF06C5-4ECE-825F-C698-88C5142DFBCE}"/>
          </ac:spMkLst>
        </pc:spChg>
        <pc:spChg chg="add mod">
          <ac:chgData name="Jonathan Bollig" userId="8b5d0afe-f106-45e0-8c3f-fd98fa124db1" providerId="ADAL" clId="{B2469FA9-EBD8-4834-A16D-CBF8EFC907DD}" dt="2025-10-01T17:53:34.213" v="617" actId="14100"/>
          <ac:spMkLst>
            <pc:docMk/>
            <pc:sldMk cId="2683352454" sldId="268"/>
            <ac:spMk id="45" creationId="{CB8E5870-4186-15BB-0036-0BF0AAD6DA5C}"/>
          </ac:spMkLst>
        </pc:spChg>
        <pc:spChg chg="add mod">
          <ac:chgData name="Jonathan Bollig" userId="8b5d0afe-f106-45e0-8c3f-fd98fa124db1" providerId="ADAL" clId="{B2469FA9-EBD8-4834-A16D-CBF8EFC907DD}" dt="2025-10-01T17:53:17.087" v="612" actId="14100"/>
          <ac:spMkLst>
            <pc:docMk/>
            <pc:sldMk cId="2683352454" sldId="268"/>
            <ac:spMk id="46" creationId="{4A8D1902-8EB0-E3B6-8661-6DBDCE73C451}"/>
          </ac:spMkLst>
        </pc:spChg>
        <pc:grpChg chg="add mod">
          <ac:chgData name="Jonathan Bollig" userId="8b5d0afe-f106-45e0-8c3f-fd98fa124db1" providerId="ADAL" clId="{B2469FA9-EBD8-4834-A16D-CBF8EFC907DD}" dt="2025-10-01T17:45:47.526" v="418" actId="164"/>
          <ac:grpSpMkLst>
            <pc:docMk/>
            <pc:sldMk cId="2683352454" sldId="268"/>
            <ac:grpSpMk id="36" creationId="{AD8C246B-C234-F078-8D8B-379EF4374C0F}"/>
          </ac:grpSpMkLst>
        </pc:grpChg>
        <pc:picChg chg="add mod">
          <ac:chgData name="Jonathan Bollig" userId="8b5d0afe-f106-45e0-8c3f-fd98fa124db1" providerId="ADAL" clId="{B2469FA9-EBD8-4834-A16D-CBF8EFC907DD}" dt="2025-10-01T17:40:03.736" v="251" actId="1076"/>
          <ac:picMkLst>
            <pc:docMk/>
            <pc:sldMk cId="2683352454" sldId="268"/>
            <ac:picMk id="5" creationId="{AC8834B5-4090-21D7-49FB-64689FAC10F6}"/>
          </ac:picMkLst>
        </pc:picChg>
        <pc:picChg chg="add mod">
          <ac:chgData name="Jonathan Bollig" userId="8b5d0afe-f106-45e0-8c3f-fd98fa124db1" providerId="ADAL" clId="{B2469FA9-EBD8-4834-A16D-CBF8EFC907DD}" dt="2025-10-01T18:14:01.354" v="710" actId="1440"/>
          <ac:picMkLst>
            <pc:docMk/>
            <pc:sldMk cId="2683352454" sldId="268"/>
            <ac:picMk id="42" creationId="{12A36EE3-8187-BDFF-1AF8-88810C1E43F8}"/>
          </ac:picMkLst>
        </pc:picChg>
        <pc:inkChg chg="add mod">
          <ac:chgData name="Jonathan Bollig" userId="8b5d0afe-f106-45e0-8c3f-fd98fa124db1" providerId="ADAL" clId="{B2469FA9-EBD8-4834-A16D-CBF8EFC907DD}" dt="2025-10-01T17:45:47.526" v="418" actId="164"/>
          <ac:inkMkLst>
            <pc:docMk/>
            <pc:sldMk cId="2683352454" sldId="268"/>
            <ac:inkMk id="35" creationId="{FFF5D51F-D4AF-BDFD-01A4-2D32F4FECEED}"/>
          </ac:inkMkLst>
        </pc:inkChg>
        <pc:cxnChg chg="add mod">
          <ac:chgData name="Jonathan Bollig" userId="8b5d0afe-f106-45e0-8c3f-fd98fa124db1" providerId="ADAL" clId="{B2469FA9-EBD8-4834-A16D-CBF8EFC907DD}" dt="2025-10-01T17:42:25.804" v="385" actId="1076"/>
          <ac:cxnSpMkLst>
            <pc:docMk/>
            <pc:sldMk cId="2683352454" sldId="268"/>
            <ac:cxnSpMk id="9" creationId="{75BAFCE1-711E-A14B-543D-547A3FC1FAC1}"/>
          </ac:cxnSpMkLst>
        </pc:cxnChg>
        <pc:cxnChg chg="add mod">
          <ac:chgData name="Jonathan Bollig" userId="8b5d0afe-f106-45e0-8c3f-fd98fa124db1" providerId="ADAL" clId="{B2469FA9-EBD8-4834-A16D-CBF8EFC907DD}" dt="2025-10-01T17:42:40.128" v="388" actId="14100"/>
          <ac:cxnSpMkLst>
            <pc:docMk/>
            <pc:sldMk cId="2683352454" sldId="268"/>
            <ac:cxnSpMk id="13" creationId="{CCD233E1-D0CE-F26C-AA9C-2215EF384BD4}"/>
          </ac:cxnSpMkLst>
        </pc:cxnChg>
        <pc:cxnChg chg="add mod">
          <ac:chgData name="Jonathan Bollig" userId="8b5d0afe-f106-45e0-8c3f-fd98fa124db1" providerId="ADAL" clId="{B2469FA9-EBD8-4834-A16D-CBF8EFC907DD}" dt="2025-10-01T17:49:41.295" v="567" actId="14100"/>
          <ac:cxnSpMkLst>
            <pc:docMk/>
            <pc:sldMk cId="2683352454" sldId="268"/>
            <ac:cxnSpMk id="38" creationId="{7FBC92F7-6188-3292-3F88-7CD82D1D23C8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1T18:22:07.456" v="861" actId="1440"/>
        <pc:sldMkLst>
          <pc:docMk/>
          <pc:sldMk cId="1574071336" sldId="269"/>
        </pc:sldMkLst>
        <pc:spChg chg="mod">
          <ac:chgData name="Jonathan Bollig" userId="8b5d0afe-f106-45e0-8c3f-fd98fa124db1" providerId="ADAL" clId="{B2469FA9-EBD8-4834-A16D-CBF8EFC907DD}" dt="2025-10-01T18:15:39.231" v="795" actId="20577"/>
          <ac:spMkLst>
            <pc:docMk/>
            <pc:sldMk cId="1574071336" sldId="269"/>
            <ac:spMk id="2" creationId="{C70747BC-E482-A001-D50A-283E6F59DBC7}"/>
          </ac:spMkLst>
        </pc:spChg>
        <pc:spChg chg="mod">
          <ac:chgData name="Jonathan Bollig" userId="8b5d0afe-f106-45e0-8c3f-fd98fa124db1" providerId="ADAL" clId="{B2469FA9-EBD8-4834-A16D-CBF8EFC907DD}" dt="2025-10-01T18:21:52.205" v="854" actId="6549"/>
          <ac:spMkLst>
            <pc:docMk/>
            <pc:sldMk cId="1574071336" sldId="269"/>
            <ac:spMk id="3" creationId="{706B8C3C-2DC6-CB86-2ACA-829CFAD39A66}"/>
          </ac:spMkLst>
        </pc:spChg>
        <pc:picChg chg="add mod">
          <ac:chgData name="Jonathan Bollig" userId="8b5d0afe-f106-45e0-8c3f-fd98fa124db1" providerId="ADAL" clId="{B2469FA9-EBD8-4834-A16D-CBF8EFC907DD}" dt="2025-10-01T18:21:59.406" v="857" actId="1076"/>
          <ac:picMkLst>
            <pc:docMk/>
            <pc:sldMk cId="1574071336" sldId="269"/>
            <ac:picMk id="5" creationId="{67DE3015-B704-AC28-9D11-9ECD70EE5C7F}"/>
          </ac:picMkLst>
        </pc:picChg>
        <pc:picChg chg="add mod">
          <ac:chgData name="Jonathan Bollig" userId="8b5d0afe-f106-45e0-8c3f-fd98fa124db1" providerId="ADAL" clId="{B2469FA9-EBD8-4834-A16D-CBF8EFC907DD}" dt="2025-10-01T18:22:07.456" v="861" actId="1440"/>
          <ac:picMkLst>
            <pc:docMk/>
            <pc:sldMk cId="1574071336" sldId="269"/>
            <ac:picMk id="8" creationId="{4A564169-AD6B-886B-3B82-D355E9FEBEE0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1T18:47:32.860" v="1181" actId="1076"/>
        <pc:sldMkLst>
          <pc:docMk/>
          <pc:sldMk cId="3082664415" sldId="270"/>
        </pc:sldMkLst>
        <pc:spChg chg="mod">
          <ac:chgData name="Jonathan Bollig" userId="8b5d0afe-f106-45e0-8c3f-fd98fa124db1" providerId="ADAL" clId="{B2469FA9-EBD8-4834-A16D-CBF8EFC907DD}" dt="2025-10-01T17:46:58.061" v="513" actId="20577"/>
          <ac:spMkLst>
            <pc:docMk/>
            <pc:sldMk cId="3082664415" sldId="270"/>
            <ac:spMk id="2" creationId="{0E881A64-4B7D-F57B-3639-5E67DCC1430D}"/>
          </ac:spMkLst>
        </pc:spChg>
        <pc:spChg chg="mod">
          <ac:chgData name="Jonathan Bollig" userId="8b5d0afe-f106-45e0-8c3f-fd98fa124db1" providerId="ADAL" clId="{B2469FA9-EBD8-4834-A16D-CBF8EFC907DD}" dt="2025-10-01T18:44:35.735" v="1156" actId="20577"/>
          <ac:spMkLst>
            <pc:docMk/>
            <pc:sldMk cId="3082664415" sldId="270"/>
            <ac:spMk id="3" creationId="{623E8914-C68E-0EA2-5252-920F121A413C}"/>
          </ac:spMkLst>
        </pc:spChg>
        <pc:spChg chg="add mod">
          <ac:chgData name="Jonathan Bollig" userId="8b5d0afe-f106-45e0-8c3f-fd98fa124db1" providerId="ADAL" clId="{B2469FA9-EBD8-4834-A16D-CBF8EFC907DD}" dt="2025-10-01T18:47:32.860" v="1181" actId="1076"/>
          <ac:spMkLst>
            <pc:docMk/>
            <pc:sldMk cId="3082664415" sldId="270"/>
            <ac:spMk id="8" creationId="{0203C4EE-478D-E36A-D8C5-8EF0DA422D3A}"/>
          </ac:spMkLst>
        </pc:spChg>
        <pc:spChg chg="add mod">
          <ac:chgData name="Jonathan Bollig" userId="8b5d0afe-f106-45e0-8c3f-fd98fa124db1" providerId="ADAL" clId="{B2469FA9-EBD8-4834-A16D-CBF8EFC907DD}" dt="2025-10-01T18:47:16.134" v="1178" actId="1076"/>
          <ac:spMkLst>
            <pc:docMk/>
            <pc:sldMk cId="3082664415" sldId="270"/>
            <ac:spMk id="9" creationId="{11A32311-DFA2-EA39-C421-4A444C8A22E3}"/>
          </ac:spMkLst>
        </pc:spChg>
        <pc:picChg chg="add mod">
          <ac:chgData name="Jonathan Bollig" userId="8b5d0afe-f106-45e0-8c3f-fd98fa124db1" providerId="ADAL" clId="{B2469FA9-EBD8-4834-A16D-CBF8EFC907DD}" dt="2025-10-01T18:46:12.890" v="1162" actId="1440"/>
          <ac:picMkLst>
            <pc:docMk/>
            <pc:sldMk cId="3082664415" sldId="270"/>
            <ac:picMk id="5" creationId="{B31874CD-5C30-6535-A7D2-F8BA1621A612}"/>
          </ac:picMkLst>
        </pc:picChg>
        <pc:picChg chg="add mod">
          <ac:chgData name="Jonathan Bollig" userId="8b5d0afe-f106-45e0-8c3f-fd98fa124db1" providerId="ADAL" clId="{B2469FA9-EBD8-4834-A16D-CBF8EFC907DD}" dt="2025-10-01T18:46:12.890" v="1162" actId="1440"/>
          <ac:picMkLst>
            <pc:docMk/>
            <pc:sldMk cId="3082664415" sldId="270"/>
            <ac:picMk id="7" creationId="{AC8CC0B3-1775-DA79-224E-745C93C61F7E}"/>
          </ac:picMkLst>
        </pc:picChg>
        <pc:cxnChg chg="add mod">
          <ac:chgData name="Jonathan Bollig" userId="8b5d0afe-f106-45e0-8c3f-fd98fa124db1" providerId="ADAL" clId="{B2469FA9-EBD8-4834-A16D-CBF8EFC907DD}" dt="2025-10-01T18:47:27.006" v="1180" actId="1076"/>
          <ac:cxnSpMkLst>
            <pc:docMk/>
            <pc:sldMk cId="3082664415" sldId="270"/>
            <ac:cxnSpMk id="10" creationId="{8888F4B1-7AD3-9706-547A-EEE243238C46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1T19:23:34.441" v="1520" actId="1076"/>
        <pc:sldMkLst>
          <pc:docMk/>
          <pc:sldMk cId="723771648" sldId="271"/>
        </pc:sldMkLst>
        <pc:spChg chg="mod">
          <ac:chgData name="Jonathan Bollig" userId="8b5d0afe-f106-45e0-8c3f-fd98fa124db1" providerId="ADAL" clId="{B2469FA9-EBD8-4834-A16D-CBF8EFC907DD}" dt="2025-10-01T17:47:23.297" v="536" actId="20577"/>
          <ac:spMkLst>
            <pc:docMk/>
            <pc:sldMk cId="723771648" sldId="271"/>
            <ac:spMk id="2" creationId="{45344074-917D-A25E-D998-4AF58CBB1B15}"/>
          </ac:spMkLst>
        </pc:spChg>
        <pc:spChg chg="mod">
          <ac:chgData name="Jonathan Bollig" userId="8b5d0afe-f106-45e0-8c3f-fd98fa124db1" providerId="ADAL" clId="{B2469FA9-EBD8-4834-A16D-CBF8EFC907DD}" dt="2025-10-01T19:20:30.812" v="1433" actId="14100"/>
          <ac:spMkLst>
            <pc:docMk/>
            <pc:sldMk cId="723771648" sldId="271"/>
            <ac:spMk id="3" creationId="{AE939EA1-C370-C733-B099-8B6A6B90F3B1}"/>
          </ac:spMkLst>
        </pc:spChg>
        <pc:spChg chg="add mod">
          <ac:chgData name="Jonathan Bollig" userId="8b5d0afe-f106-45e0-8c3f-fd98fa124db1" providerId="ADAL" clId="{B2469FA9-EBD8-4834-A16D-CBF8EFC907DD}" dt="2025-10-01T19:23:34.441" v="1520" actId="1076"/>
          <ac:spMkLst>
            <pc:docMk/>
            <pc:sldMk cId="723771648" sldId="271"/>
            <ac:spMk id="6" creationId="{A58A73F8-5F85-C630-70C3-5C8855C01E50}"/>
          </ac:spMkLst>
        </pc:spChg>
        <pc:spChg chg="add mod">
          <ac:chgData name="Jonathan Bollig" userId="8b5d0afe-f106-45e0-8c3f-fd98fa124db1" providerId="ADAL" clId="{B2469FA9-EBD8-4834-A16D-CBF8EFC907DD}" dt="2025-10-01T19:22:39.623" v="1504" actId="14100"/>
          <ac:spMkLst>
            <pc:docMk/>
            <pc:sldMk cId="723771648" sldId="271"/>
            <ac:spMk id="7" creationId="{18C09442-37D9-2917-370A-7BBD02A0A2DE}"/>
          </ac:spMkLst>
        </pc:spChg>
        <pc:spChg chg="add mod">
          <ac:chgData name="Jonathan Bollig" userId="8b5d0afe-f106-45e0-8c3f-fd98fa124db1" providerId="ADAL" clId="{B2469FA9-EBD8-4834-A16D-CBF8EFC907DD}" dt="2025-10-01T19:21:46.771" v="1497" actId="1076"/>
          <ac:spMkLst>
            <pc:docMk/>
            <pc:sldMk cId="723771648" sldId="271"/>
            <ac:spMk id="8" creationId="{E1402421-6AC3-856E-8068-6F344AF32D28}"/>
          </ac:spMkLst>
        </pc:spChg>
        <pc:spChg chg="mod">
          <ac:chgData name="Jonathan Bollig" userId="8b5d0afe-f106-45e0-8c3f-fd98fa124db1" providerId="ADAL" clId="{B2469FA9-EBD8-4834-A16D-CBF8EFC907DD}" dt="2025-10-01T19:21:06.136" v="1445"/>
          <ac:spMkLst>
            <pc:docMk/>
            <pc:sldMk cId="723771648" sldId="271"/>
            <ac:spMk id="12" creationId="{78BC5A7D-840F-88D4-51AE-E02D11EBFFB1}"/>
          </ac:spMkLst>
        </pc:spChg>
        <pc:spChg chg="add mod">
          <ac:chgData name="Jonathan Bollig" userId="8b5d0afe-f106-45e0-8c3f-fd98fa124db1" providerId="ADAL" clId="{B2469FA9-EBD8-4834-A16D-CBF8EFC907DD}" dt="2025-10-01T19:22:52.431" v="1506" actId="1076"/>
          <ac:spMkLst>
            <pc:docMk/>
            <pc:sldMk cId="723771648" sldId="271"/>
            <ac:spMk id="14" creationId="{D46A28E5-DB30-B8BE-C88B-91182E976C51}"/>
          </ac:spMkLst>
        </pc:spChg>
        <pc:spChg chg="add mod">
          <ac:chgData name="Jonathan Bollig" userId="8b5d0afe-f106-45e0-8c3f-fd98fa124db1" providerId="ADAL" clId="{B2469FA9-EBD8-4834-A16D-CBF8EFC907DD}" dt="2025-10-01T19:23:01.359" v="1509" actId="1076"/>
          <ac:spMkLst>
            <pc:docMk/>
            <pc:sldMk cId="723771648" sldId="271"/>
            <ac:spMk id="18" creationId="{CC671A28-8C85-FAE0-6D74-59BC94AC7063}"/>
          </ac:spMkLst>
        </pc:spChg>
        <pc:spChg chg="add mod">
          <ac:chgData name="Jonathan Bollig" userId="8b5d0afe-f106-45e0-8c3f-fd98fa124db1" providerId="ADAL" clId="{B2469FA9-EBD8-4834-A16D-CBF8EFC907DD}" dt="2025-10-01T19:23:09.340" v="1516" actId="20577"/>
          <ac:spMkLst>
            <pc:docMk/>
            <pc:sldMk cId="723771648" sldId="271"/>
            <ac:spMk id="25" creationId="{81497C2E-6594-606A-8A29-6AF1346E64FF}"/>
          </ac:spMkLst>
        </pc:spChg>
        <pc:grpChg chg="add mod">
          <ac:chgData name="Jonathan Bollig" userId="8b5d0afe-f106-45e0-8c3f-fd98fa124db1" providerId="ADAL" clId="{B2469FA9-EBD8-4834-A16D-CBF8EFC907DD}" dt="2025-10-01T19:22:43.057" v="1505" actId="14100"/>
          <ac:grpSpMkLst>
            <pc:docMk/>
            <pc:sldMk cId="723771648" sldId="271"/>
            <ac:grpSpMk id="11" creationId="{8016AA92-C8EA-97C3-CC0D-85B5480C24DF}"/>
          </ac:grpSpMkLst>
        </pc:grpChg>
        <pc:picChg chg="add mod">
          <ac:chgData name="Jonathan Bollig" userId="8b5d0afe-f106-45e0-8c3f-fd98fa124db1" providerId="ADAL" clId="{B2469FA9-EBD8-4834-A16D-CBF8EFC907DD}" dt="2025-10-01T19:20:33.437" v="1434" actId="1076"/>
          <ac:picMkLst>
            <pc:docMk/>
            <pc:sldMk cId="723771648" sldId="271"/>
            <ac:picMk id="5" creationId="{8112C086-5CD4-5141-D771-BBD1855C7593}"/>
          </ac:picMkLst>
        </pc:picChg>
        <pc:inkChg chg="mod">
          <ac:chgData name="Jonathan Bollig" userId="8b5d0afe-f106-45e0-8c3f-fd98fa124db1" providerId="ADAL" clId="{B2469FA9-EBD8-4834-A16D-CBF8EFC907DD}" dt="2025-10-01T19:21:06.136" v="1445"/>
          <ac:inkMkLst>
            <pc:docMk/>
            <pc:sldMk cId="723771648" sldId="271"/>
            <ac:inkMk id="13" creationId="{B29444BE-53A1-241E-B197-6DAB118EC9A3}"/>
          </ac:inkMkLst>
        </pc:inkChg>
        <pc:cxnChg chg="add mod">
          <ac:chgData name="Jonathan Bollig" userId="8b5d0afe-f106-45e0-8c3f-fd98fa124db1" providerId="ADAL" clId="{B2469FA9-EBD8-4834-A16D-CBF8EFC907DD}" dt="2025-10-01T19:22:39.623" v="1504" actId="14100"/>
          <ac:cxnSpMkLst>
            <pc:docMk/>
            <pc:sldMk cId="723771648" sldId="271"/>
            <ac:cxnSpMk id="9" creationId="{94246287-B0DF-10AB-14F9-1E6E29D4A8C5}"/>
          </ac:cxnSpMkLst>
        </pc:cxnChg>
        <pc:cxnChg chg="add mod">
          <ac:chgData name="Jonathan Bollig" userId="8b5d0afe-f106-45e0-8c3f-fd98fa124db1" providerId="ADAL" clId="{B2469FA9-EBD8-4834-A16D-CBF8EFC907DD}" dt="2025-10-01T19:23:34.441" v="1520" actId="1076"/>
          <ac:cxnSpMkLst>
            <pc:docMk/>
            <pc:sldMk cId="723771648" sldId="271"/>
            <ac:cxnSpMk id="10" creationId="{EEA28FD7-D09E-7CDE-5313-6E946B945824}"/>
          </ac:cxnSpMkLst>
        </pc:cxnChg>
        <pc:cxnChg chg="add mod">
          <ac:chgData name="Jonathan Bollig" userId="8b5d0afe-f106-45e0-8c3f-fd98fa124db1" providerId="ADAL" clId="{B2469FA9-EBD8-4834-A16D-CBF8EFC907DD}" dt="2025-10-01T19:22:58.134" v="1508" actId="14100"/>
          <ac:cxnSpMkLst>
            <pc:docMk/>
            <pc:sldMk cId="723771648" sldId="271"/>
            <ac:cxnSpMk id="15" creationId="{54B2FB9A-F63B-3F6F-969C-35F8A5C13B76}"/>
          </ac:cxnSpMkLst>
        </pc:cxnChg>
      </pc:sldChg>
      <pc:sldChg chg="addSp modSp new mod ord">
        <pc:chgData name="Jonathan Bollig" userId="8b5d0afe-f106-45e0-8c3f-fd98fa124db1" providerId="ADAL" clId="{B2469FA9-EBD8-4834-A16D-CBF8EFC907DD}" dt="2025-10-01T19:18:53.790" v="1425" actId="20577"/>
        <pc:sldMkLst>
          <pc:docMk/>
          <pc:sldMk cId="1184681014" sldId="272"/>
        </pc:sldMkLst>
        <pc:spChg chg="mod">
          <ac:chgData name="Jonathan Bollig" userId="8b5d0afe-f106-45e0-8c3f-fd98fa124db1" providerId="ADAL" clId="{B2469FA9-EBD8-4834-A16D-CBF8EFC907DD}" dt="2025-10-01T17:48:23.932" v="563" actId="20577"/>
          <ac:spMkLst>
            <pc:docMk/>
            <pc:sldMk cId="1184681014" sldId="272"/>
            <ac:spMk id="2" creationId="{6E118E4E-F7DC-504D-4418-E6136DE88F28}"/>
          </ac:spMkLst>
        </pc:spChg>
        <pc:spChg chg="mod">
          <ac:chgData name="Jonathan Bollig" userId="8b5d0afe-f106-45e0-8c3f-fd98fa124db1" providerId="ADAL" clId="{B2469FA9-EBD8-4834-A16D-CBF8EFC907DD}" dt="2025-10-01T19:18:53.790" v="1425" actId="20577"/>
          <ac:spMkLst>
            <pc:docMk/>
            <pc:sldMk cId="1184681014" sldId="272"/>
            <ac:spMk id="3" creationId="{FCEE24D1-44B8-B082-0902-73A722E192A4}"/>
          </ac:spMkLst>
        </pc:spChg>
        <pc:picChg chg="add mod">
          <ac:chgData name="Jonathan Bollig" userId="8b5d0afe-f106-45e0-8c3f-fd98fa124db1" providerId="ADAL" clId="{B2469FA9-EBD8-4834-A16D-CBF8EFC907DD}" dt="2025-10-01T19:16:51.218" v="1369" actId="1440"/>
          <ac:picMkLst>
            <pc:docMk/>
            <pc:sldMk cId="1184681014" sldId="272"/>
            <ac:picMk id="5" creationId="{03561717-E575-1287-BE92-9750FCC32C16}"/>
          </ac:picMkLst>
        </pc:picChg>
        <pc:picChg chg="add mod">
          <ac:chgData name="Jonathan Bollig" userId="8b5d0afe-f106-45e0-8c3f-fd98fa124db1" providerId="ADAL" clId="{B2469FA9-EBD8-4834-A16D-CBF8EFC907DD}" dt="2025-10-01T19:18:27.886" v="1399" actId="1440"/>
          <ac:picMkLst>
            <pc:docMk/>
            <pc:sldMk cId="1184681014" sldId="272"/>
            <ac:picMk id="7" creationId="{BF474649-9FC0-42F9-9318-62290CD6144B}"/>
          </ac:picMkLst>
        </pc:picChg>
      </pc:sldChg>
      <pc:sldChg chg="addSp delSp modSp new del mod">
        <pc:chgData name="Jonathan Bollig" userId="8b5d0afe-f106-45e0-8c3f-fd98fa124db1" providerId="ADAL" clId="{B2469FA9-EBD8-4834-A16D-CBF8EFC907DD}" dt="2025-10-01T18:44:11.312" v="1109" actId="47"/>
        <pc:sldMkLst>
          <pc:docMk/>
          <pc:sldMk cId="3959080562" sldId="273"/>
        </pc:sldMkLst>
      </pc:sldChg>
      <pc:sldChg chg="addSp modSp new mod">
        <pc:chgData name="Jonathan Bollig" userId="8b5d0afe-f106-45e0-8c3f-fd98fa124db1" providerId="ADAL" clId="{B2469FA9-EBD8-4834-A16D-CBF8EFC907DD}" dt="2025-10-01T18:42:57.071" v="1108" actId="1076"/>
        <pc:sldMkLst>
          <pc:docMk/>
          <pc:sldMk cId="1289672372" sldId="274"/>
        </pc:sldMkLst>
        <pc:spChg chg="mod">
          <ac:chgData name="Jonathan Bollig" userId="8b5d0afe-f106-45e0-8c3f-fd98fa124db1" providerId="ADAL" clId="{B2469FA9-EBD8-4834-A16D-CBF8EFC907DD}" dt="2025-10-01T18:37:28.835" v="973" actId="20577"/>
          <ac:spMkLst>
            <pc:docMk/>
            <pc:sldMk cId="1289672372" sldId="274"/>
            <ac:spMk id="2" creationId="{B3A9717A-D904-D891-4556-C40CC4E4685A}"/>
          </ac:spMkLst>
        </pc:spChg>
        <pc:spChg chg="mod">
          <ac:chgData name="Jonathan Bollig" userId="8b5d0afe-f106-45e0-8c3f-fd98fa124db1" providerId="ADAL" clId="{B2469FA9-EBD8-4834-A16D-CBF8EFC907DD}" dt="2025-10-01T18:39:42.089" v="1097" actId="5793"/>
          <ac:spMkLst>
            <pc:docMk/>
            <pc:sldMk cId="1289672372" sldId="274"/>
            <ac:spMk id="3" creationId="{604CC5DB-2CD9-55AA-3E23-772DE4677E9A}"/>
          </ac:spMkLst>
        </pc:spChg>
        <pc:spChg chg="mod">
          <ac:chgData name="Jonathan Bollig" userId="8b5d0afe-f106-45e0-8c3f-fd98fa124db1" providerId="ADAL" clId="{B2469FA9-EBD8-4834-A16D-CBF8EFC907DD}" dt="2025-10-01T18:39:44.545" v="1098"/>
          <ac:spMkLst>
            <pc:docMk/>
            <pc:sldMk cId="1289672372" sldId="274"/>
            <ac:spMk id="7" creationId="{DAB8C038-84AF-6696-6FA8-50D4CEC85478}"/>
          </ac:spMkLst>
        </pc:spChg>
        <pc:spChg chg="mod">
          <ac:chgData name="Jonathan Bollig" userId="8b5d0afe-f106-45e0-8c3f-fd98fa124db1" providerId="ADAL" clId="{B2469FA9-EBD8-4834-A16D-CBF8EFC907DD}" dt="2025-10-01T18:39:58.131" v="1102"/>
          <ac:spMkLst>
            <pc:docMk/>
            <pc:sldMk cId="1289672372" sldId="274"/>
            <ac:spMk id="10" creationId="{6FF28848-6A70-71FD-DB4C-ACAB8CBBBD41}"/>
          </ac:spMkLst>
        </pc:spChg>
        <pc:grpChg chg="add mod">
          <ac:chgData name="Jonathan Bollig" userId="8b5d0afe-f106-45e0-8c3f-fd98fa124db1" providerId="ADAL" clId="{B2469FA9-EBD8-4834-A16D-CBF8EFC907DD}" dt="2025-10-01T18:40:13.757" v="1106" actId="1076"/>
          <ac:grpSpMkLst>
            <pc:docMk/>
            <pc:sldMk cId="1289672372" sldId="274"/>
            <ac:grpSpMk id="6" creationId="{F98B9690-DDE7-E3AD-9924-2920B23E8B47}"/>
          </ac:grpSpMkLst>
        </pc:grpChg>
        <pc:grpChg chg="add mod">
          <ac:chgData name="Jonathan Bollig" userId="8b5d0afe-f106-45e0-8c3f-fd98fa124db1" providerId="ADAL" clId="{B2469FA9-EBD8-4834-A16D-CBF8EFC907DD}" dt="2025-10-01T18:40:03.468" v="1104" actId="14100"/>
          <ac:grpSpMkLst>
            <pc:docMk/>
            <pc:sldMk cId="1289672372" sldId="274"/>
            <ac:grpSpMk id="9" creationId="{66F156B6-DFB5-F140-9C5E-2281DFB33D1A}"/>
          </ac:grpSpMkLst>
        </pc:grpChg>
        <pc:picChg chg="add mod">
          <ac:chgData name="Jonathan Bollig" userId="8b5d0afe-f106-45e0-8c3f-fd98fa124db1" providerId="ADAL" clId="{B2469FA9-EBD8-4834-A16D-CBF8EFC907DD}" dt="2025-10-01T18:37:46.455" v="993" actId="1076"/>
          <ac:picMkLst>
            <pc:docMk/>
            <pc:sldMk cId="1289672372" sldId="274"/>
            <ac:picMk id="5" creationId="{F615E6F1-8B00-C9DD-B3FE-1B68DD43E573}"/>
          </ac:picMkLst>
        </pc:picChg>
        <pc:picChg chg="add mod">
          <ac:chgData name="Jonathan Bollig" userId="8b5d0afe-f106-45e0-8c3f-fd98fa124db1" providerId="ADAL" clId="{B2469FA9-EBD8-4834-A16D-CBF8EFC907DD}" dt="2025-10-01T18:42:57.071" v="1108" actId="1076"/>
          <ac:picMkLst>
            <pc:docMk/>
            <pc:sldMk cId="1289672372" sldId="274"/>
            <ac:picMk id="13" creationId="{B873FED4-C115-FF55-8A84-078A4551936B}"/>
          </ac:picMkLst>
        </pc:picChg>
        <pc:inkChg chg="mod">
          <ac:chgData name="Jonathan Bollig" userId="8b5d0afe-f106-45e0-8c3f-fd98fa124db1" providerId="ADAL" clId="{B2469FA9-EBD8-4834-A16D-CBF8EFC907DD}" dt="2025-10-01T18:39:44.545" v="1098"/>
          <ac:inkMkLst>
            <pc:docMk/>
            <pc:sldMk cId="1289672372" sldId="274"/>
            <ac:inkMk id="8" creationId="{25686352-D2E1-E7B4-4293-2EE1D54B64D7}"/>
          </ac:inkMkLst>
        </pc:inkChg>
        <pc:inkChg chg="mod">
          <ac:chgData name="Jonathan Bollig" userId="8b5d0afe-f106-45e0-8c3f-fd98fa124db1" providerId="ADAL" clId="{B2469FA9-EBD8-4834-A16D-CBF8EFC907DD}" dt="2025-10-01T18:39:58.131" v="1102"/>
          <ac:inkMkLst>
            <pc:docMk/>
            <pc:sldMk cId="1289672372" sldId="274"/>
            <ac:inkMk id="11" creationId="{9BFC9565-4667-6145-0447-33B9D527BF21}"/>
          </ac:inkMkLst>
        </pc:ink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7:45:19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24575,'0'7'0,"1"0"0,1-1 0,-1 1 0,1 0 0,0-1 0,0 0 0,1 1 0,0-1 0,4 6 0,35 51 0,32 21 0,-55-65 0,0 1 0,-2 0 0,24 36 0,-41-54 0,1 0 0,0 0 0,1 0 0,-1 0 0,0 0 0,1-1 0,-1 1 0,1 0 0,-1-1 0,1 1 0,0-1 0,-1 1 0,1-1 0,0 0 0,0 0 0,0 0 0,0 0 0,0 0 0,0 0 0,1 0 0,-1-1 0,0 1 0,4-1 0,-1 0 0,0-1 0,0-1 0,-1 1 0,1-1 0,-1 1 0,1-1 0,-1-1 0,0 1 0,1-1 0,5-4 0,96-62 0,-92 64 0,1-1 0,0 2 0,0 0 0,0 0 0,0 2 0,1 0 0,16-1 0,43-6 0,-49 5 0,-19 3 0,-1 1 0,1-1 0,-1 0 0,0-1 0,1 0 0,-1 0 0,0 0 0,0-1 0,11-6 0,-17 9 0,0 0 0,0-1 0,0 1 0,0 0 0,0 0 0,0-1 0,0 1 0,0 0 0,0 0 0,0-1 0,0 1 0,0 0 0,0 0 0,0-1 0,0 1 0,0 0 0,0 0 0,0-1 0,0 1 0,0 0 0,0 0 0,-1-1 0,1 1 0,0 0 0,0 0 0,0 0 0,0-1 0,-1 1 0,1 0 0,0 0 0,0 0 0,0 0 0,-1 0 0,1-1 0,0 1 0,0 0 0,-1 0 0,1 0 0,0 0 0,0 0 0,-1 0 0,1 0 0,0 0 0,0 0 0,-1 0 0,1 0 0,0 0 0,0 0 0,-1 0 0,1 0 0,0 0 0,0 0 0,-1 0 0,1 1 0,-18-4 0,4 3 0,0 0 0,0 1 0,1 0 0,-1 1 0,0 0 0,1 2 0,-1-1 0,1 2 0,0 0 0,0 0 0,-17 11 0,0 3 0,0 1 0,1 2 0,-31 30 0,56-48 0,-1 0 0,1-1 0,-1 0 0,1 0 0,-1 0 0,0 0 0,0-1 0,0 0 0,-1 0 0,1 0 0,0-1 0,-8 2 0,10-3 0,0 0 0,0 0 0,0 0 0,0 0 0,-1-1 0,1 1 0,0-1 0,0 0 0,0 1 0,0-2 0,0 1 0,0 0 0,1 0 0,-1-1 0,0 0 0,1 0 0,-1 1 0,1-1 0,-1-1 0,1 1 0,0 0 0,-4-5 0,-15-20 0,-1 1 0,-1 2 0,-48-40 0,61 55-124,0-1 0,1 0 0,0 0 0,1 0 0,0-2 0,1 1-1,0-1 1,1 1 0,0-2 0,-6-16 0,8 9-6702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8:39:44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588 0 24575,'-1'7'0,"1"0"0,-1-1 0,-1 1 0,1 0 0,-1-1 0,0 0 0,0 1 0,0-1 0,-3 6 0,-28 51 0,-25 21 0,43-65 0,1 1 0,0 0 0,-17 36 0,30-54 0,0 0 0,1 0 0,-1 0 0,0 0 0,0 0 0,0-1 0,-1 1 0,1 0 0,0-1 0,0 1 0,-1-1 0,1 1 0,-1-1 0,1 0 0,-1 0 0,1 0 0,-1 0 0,1 0 0,-1 0 0,0 0 0,1-1 0,-1 1 0,-3-1 0,1 0 0,0-1 0,1-1 0,-1 1 0,0-1 0,1 1 0,0-1 0,-1-1 0,1 1 0,0-1 0,-5-4 0,-75-62 0,72 64 0,-1-1 0,1 2 0,-1 0 0,0 0 0,0 2 0,0 0 0,-13-1 0,-34-6 0,39 5 0,15 3 0,0 1 0,0-1 0,0 0 0,0-1 0,0 0 0,0 0 0,1 0 0,-1-1 0,-8-6 0,13 9 0,0 0 0,0-1 0,0 1 0,-1 0 0,1 0 0,0-1 0,0 1 0,0 0 0,0 0 0,0-1 0,0 1 0,0 0 0,1 0 0,-1-1 0,0 1 0,0 0 0,0 0 0,0-1 0,0 1 0,0 0 0,0 0 0,0-1 0,0 1 0,1 0 0,-1 0 0,0 0 0,0-1 0,0 1 0,0 0 0,0 0 0,1 0 0,-1 0 0,0 0 0,0-1 0,0 1 0,0 0 0,1 0 0,-1 0 0,0 0 0,0 0 0,0 0 0,1 0 0,-1 0 0,0 0 0,0 0 0,0 0 0,1 0 0,-1 0 0,0 0 0,0 0 0,0 0 0,1 0 0,-1 0 0,0 1 0,14-4 0,-3 3 0,0 0 0,-1 1 0,1 0 0,0 1 0,0 0 0,-1 2 0,0-1 0,1 2 0,-1 0 0,0 0 0,13 11 0,1 3 0,-1 1 0,0 2 0,24 30 0,-44-48 0,0 0 0,1-1 0,-1 0 0,1 0 0,0 0 0,0 0 0,0-1 0,0 0 0,0 0 0,0 0 0,0-1 0,6 2 0,-8-3 0,1 0 0,-1 0 0,1 0 0,-1 0 0,0-1 0,1 1 0,-1-1 0,1 0 0,-1 1 0,0-2 0,1 1 0,-1 0 0,0 0 0,0-1 0,0 0 0,0 0 0,0 1 0,0-1 0,0-1 0,0 1 0,-1 0 0,4-5 0,11-20 0,1 1 0,2 2 0,36-40 0,-47 55-124,-1-1 0,0 0 0,0 0 0,0 0 0,-1-2 0,-1 1-1,1-1 1,-1 1 0,-1-2 0,5-16 0,-6 9-6702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8:39:58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782 0 24575,'-1'7'0,"0"0"0,0-1 0,-1 1 0,0 0 0,0-1 0,0 0 0,-1 1 0,0-1 0,-4 6 0,-37 51 0,-33 21 0,57-65 0,1 1 0,1 0 0,-24 36 0,41-54 0,0 0 0,0 0 0,0 0 0,0 0 0,-1 0 0,1-1 0,0 1 0,-1 0 0,0-1 0,1 1 0,-1-1 0,0 1 0,0-1 0,0 0 0,0 0 0,0 0 0,0 0 0,-1 0 0,1 0 0,0 0 0,0-1 0,-1 1 0,-3-1 0,1 0 0,0-1 0,0-1 0,0 1 0,0-1 0,1 1 0,-1-1 0,1-1 0,-1 1 0,1-1 0,-6-4 0,-101-62 0,96 64 0,0-1 0,0 2 0,-1 0 0,1 0 0,-1 2 0,0 0 0,-18-1 0,-44-6 0,51 5 0,21 3 0,-1 1 0,0-1 0,1 0 0,-1-1 0,1 0 0,-1 0 0,1 0 0,0-1 0,-12-6 0,18 9 0,0 0 0,0-1 0,0 1 0,0 0 0,0 0 0,0-1 0,0 1 0,0 0 0,0 0 0,0-1 0,0 1 0,0 0 0,0 0 0,0-1 0,0 1 0,0 0 0,0 0 0,0-1 0,0 1 0,0 0 0,1 0 0,-1-1 0,0 1 0,0 0 0,0 0 0,0 0 0,1-1 0,-1 1 0,0 0 0,0 0 0,0 0 0,1 0 0,-1 0 0,0-1 0,0 1 0,1 0 0,-1 0 0,0 0 0,0 0 0,1 0 0,-1 0 0,0 0 0,0 0 0,1 0 0,-1 0 0,0 0 0,0 0 0,1 0 0,-1 0 0,0 0 0,1 0 0,-1 0 0,0 0 0,0 1 0,19-4 0,-5 3 0,1 0 0,-1 1 0,0 0 0,1 1 0,-1 0 0,0 2 0,0-1 0,-1 2 0,1 0 0,-1 0 0,18 11 0,1 3 0,-1 1 0,-1 2 0,32 30 0,-58-48 0,1 0 0,-1-1 0,1 0 0,0 0 0,0 0 0,0 0 0,0-1 0,1 0 0,-1 0 0,1 0 0,-1-1 0,8 2 0,-9-3 0,-1 0 0,0 0 0,0 0 0,1 0 0,-1-1 0,0 1 0,0-1 0,0 0 0,1 1 0,-1-2 0,0 1 0,0 0 0,-1 0 0,1-1 0,0 0 0,0 0 0,-1 1 0,1-1 0,-1-1 0,1 1 0,-1 0 0,4-5 0,15-20 0,2 1 0,2 2 0,48-40 0,-63 55-124,0-1 0,0 0 0,-1 0 0,0 0 0,-1-2 0,-1 1-1,1-1 1,-2 1 0,0-2 0,6-16 0,-8 9-6702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9:21:06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24575,'0'7'0,"1"0"0,0-1 0,1 1 0,-1 0 0,1-1 0,1 0 0,-1 1 0,1-1 0,3 6 0,33 51 0,30 21 0,-52-65 0,1 1 0,-2 0 0,21 36 0,-36-54 0,0 0 0,0 0 0,0 0 0,0 0 0,0 0 0,1-1 0,-1 1 0,0 0 0,1-1 0,-1 1 0,1-1 0,0 1 0,-1-1 0,1 0 0,0 0 0,0 0 0,0 0 0,0 0 0,0 0 0,0 0 0,0-1 0,0 1 0,4-1 0,-2 0 0,1-1 0,-1-1 0,0 1 0,0-1 0,1 1 0,-1-1 0,0-1 0,0 1 0,-1-1 0,7-4 0,88-62 0,-84 64 0,-1-1 0,1 2 0,0 0 0,0 0 0,0 2 0,0 0 0,16-1 0,40-6 0,-46 5 0,-18 3 0,0 1 0,0-1 0,0 0 0,0-1 0,-1 0 0,1 0 0,0 0 0,-1-1 0,11-6 0,-16 9 0,0 0 0,0-1 0,0 1 0,0 0 0,0 0 0,1-1 0,-1 1 0,0 0 0,0 0 0,0-1 0,-1 1 0,1 0 0,0 0 0,0-1 0,0 1 0,0 0 0,0 0 0,0-1 0,0 1 0,0 0 0,0 0 0,0-1 0,-1 1 0,1 0 0,0 0 0,0 0 0,0-1 0,0 1 0,-1 0 0,1 0 0,0 0 0,0 0 0,0 0 0,-1-1 0,1 1 0,0 0 0,0 0 0,-1 0 0,1 0 0,0 0 0,0 0 0,0 0 0,-1 0 0,1 0 0,0 0 0,0 0 0,-1 0 0,1 0 0,0 0 0,0 0 0,-1 0 0,1 0 0,0 0 0,0 1 0,-17-4 0,4 3 0,0 0 0,1 1 0,-1 0 0,0 1 0,0 0 0,1 2 0,0-1 0,-1 2 0,1 0 0,0 0 0,-16 11 0,0 3 0,1 1 0,0 2 0,-29 30 0,52-48 0,0 0 0,0-1 0,0 0 0,0 0 0,-1 0 0,1 0 0,-1-1 0,0 0 0,0 0 0,0 0 0,0-1 0,-6 2 0,8-3 0,0 0 0,0 0 0,0 0 0,0 0 0,0-1 0,0 1 0,1-1 0,-1 0 0,0 1 0,0-2 0,1 1 0,-1 0 0,0 0 0,1-1 0,-1 0 0,1 0 0,0 1 0,-1-1 0,1-1 0,0 1 0,0 0 0,-3-5 0,-15-20 0,0 1 0,-2 2 0,-43-40 0,55 55-124,2-1 0,-1 0 0,1 0 0,0 0 0,1-2 0,0 1-1,1-1 1,0 1 0,1-2 0,-6-16 0,7 9-6702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 dirty="0"/>
              <a:t>Chunk </a:t>
            </a:r>
            <a:r>
              <a:rPr lang="en-US" dirty="0"/>
              <a:t>5</a:t>
            </a:r>
            <a:r>
              <a:rPr lang="en-US" noProof="0" dirty="0"/>
              <a:t>: Loops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DE16F-EEB3-0C1F-6037-386B00B2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Loops: The Idea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F91536-0DB2-3CF3-3487-CA991D19E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2842" cy="4351338"/>
          </a:xfrm>
        </p:spPr>
        <p:txBody>
          <a:bodyPr/>
          <a:lstStyle/>
          <a:p>
            <a:r>
              <a:rPr lang="en-US" dirty="0"/>
              <a:t>Problem without loops: Print every element in a list individually.</a:t>
            </a:r>
          </a:p>
          <a:p>
            <a:endParaRPr lang="en-US" dirty="0"/>
          </a:p>
          <a:p>
            <a:r>
              <a:rPr lang="en-US" dirty="0"/>
              <a:t>Easier way: for – loops:</a:t>
            </a:r>
            <a:br>
              <a:rPr lang="en-US" dirty="0"/>
            </a:br>
            <a:r>
              <a:rPr lang="en-US" dirty="0"/>
              <a:t>Iterate through “</a:t>
            </a:r>
            <a:r>
              <a:rPr lang="en-US" dirty="0" err="1"/>
              <a:t>iteratable</a:t>
            </a:r>
            <a:r>
              <a:rPr lang="en-US" dirty="0"/>
              <a:t>” object: Lists and Set (later more)</a:t>
            </a:r>
          </a:p>
          <a:p>
            <a:r>
              <a:rPr lang="en-US" dirty="0"/>
              <a:t>Syntax: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8834B5-4090-21D7-49FB-64689FAC1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898" y="224690"/>
            <a:ext cx="3153215" cy="2791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49F9C91-BFDF-B80C-096F-E71DAB8ED724}"/>
              </a:ext>
            </a:extLst>
          </p:cNvPr>
          <p:cNvSpPr/>
          <p:nvPr/>
        </p:nvSpPr>
        <p:spPr>
          <a:xfrm>
            <a:off x="6290268" y="3272556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  <a:p>
            <a:pPr algn="ctr"/>
            <a:r>
              <a:rPr lang="en-GB" noProof="0" dirty="0">
                <a:solidFill>
                  <a:schemeClr val="tx1"/>
                </a:solidFill>
              </a:rPr>
              <a:t>Generate Iteratable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CCDACA3-BF1F-4C2E-255F-3F3419CF1634}"/>
              </a:ext>
            </a:extLst>
          </p:cNvPr>
          <p:cNvSpPr/>
          <p:nvPr/>
        </p:nvSpPr>
        <p:spPr>
          <a:xfrm>
            <a:off x="6290267" y="4597773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Take first / next element of </a:t>
            </a:r>
            <a:r>
              <a:rPr lang="en-GB" noProof="0" dirty="0" err="1">
                <a:solidFill>
                  <a:schemeClr val="tx1"/>
                </a:solidFill>
              </a:rPr>
              <a:t>iteratable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E49F171-3C3E-1BE0-2270-E50FEA833AA1}"/>
              </a:ext>
            </a:extLst>
          </p:cNvPr>
          <p:cNvSpPr/>
          <p:nvPr/>
        </p:nvSpPr>
        <p:spPr>
          <a:xfrm>
            <a:off x="9320399" y="4597773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Do something with element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5BAFCE1-711E-A14B-543D-547A3FC1FAC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9023694" y="5018397"/>
            <a:ext cx="29670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CD233E1-D0CE-F26C-AA9C-2215EF384BD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656981" y="4113804"/>
            <a:ext cx="1" cy="4839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AD8C246B-C234-F078-8D8B-379EF4374C0F}"/>
              </a:ext>
            </a:extLst>
          </p:cNvPr>
          <p:cNvGrpSpPr/>
          <p:nvPr/>
        </p:nvGrpSpPr>
        <p:grpSpPr>
          <a:xfrm>
            <a:off x="8440548" y="4177136"/>
            <a:ext cx="2246560" cy="841248"/>
            <a:chOff x="8440548" y="4177136"/>
            <a:chExt cx="2246560" cy="841248"/>
          </a:xfrm>
        </p:grpSpPr>
        <p:sp>
          <p:nvSpPr>
            <p:cNvPr id="31" name="Bogen 30">
              <a:extLst>
                <a:ext uri="{FF2B5EF4-FFF2-40B4-BE49-F238E27FC236}">
                  <a16:creationId xmlns:a16="http://schemas.microsoft.com/office/drawing/2014/main" id="{DACB451F-930A-4D68-BF95-63E796F788F7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5" name="Freihand 34">
                  <a:extLst>
                    <a:ext uri="{FF2B5EF4-FFF2-40B4-BE49-F238E27FC236}">
                      <a16:creationId xmlns:a16="http://schemas.microsoft.com/office/drawing/2014/main" id="{FFF5D51F-D4AF-BDFD-01A4-2D32F4FECEED}"/>
                    </a:ext>
                  </a:extLst>
                </p14:cNvPr>
                <p14:cNvContentPartPr/>
                <p14:nvPr/>
              </p14:nvContentPartPr>
              <p14:xfrm>
                <a:off x="8440548" y="4481426"/>
                <a:ext cx="271800" cy="140040"/>
              </p14:xfrm>
            </p:contentPart>
          </mc:Choice>
          <mc:Fallback xmlns="">
            <p:pic>
              <p:nvPicPr>
                <p:cNvPr id="35" name="Freihand 34">
                  <a:extLst>
                    <a:ext uri="{FF2B5EF4-FFF2-40B4-BE49-F238E27FC236}">
                      <a16:creationId xmlns:a16="http://schemas.microsoft.com/office/drawing/2014/main" id="{FFF5D51F-D4AF-BDFD-01A4-2D32F4FECEE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34428" y="4475306"/>
                  <a:ext cx="284040" cy="152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BEA50AA6-C096-E8C4-66AC-7D41FF4BCCA8}"/>
              </a:ext>
            </a:extLst>
          </p:cNvPr>
          <p:cNvSpPr/>
          <p:nvPr/>
        </p:nvSpPr>
        <p:spPr>
          <a:xfrm>
            <a:off x="6290267" y="583224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Continue with Code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7FBC92F7-6188-3292-3F88-7CD82D1D23C8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7656979" y="5439021"/>
            <a:ext cx="2" cy="3932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" name="Grafik 41">
            <a:extLst>
              <a:ext uri="{FF2B5EF4-FFF2-40B4-BE49-F238E27FC236}">
                <a16:creationId xmlns:a16="http://schemas.microsoft.com/office/drawing/2014/main" id="{12A36EE3-8187-BDFF-1AF8-88810C1E4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4682" y="4438421"/>
            <a:ext cx="3277057" cy="2267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3" name="Rechteck 42">
            <a:extLst>
              <a:ext uri="{FF2B5EF4-FFF2-40B4-BE49-F238E27FC236}">
                <a16:creationId xmlns:a16="http://schemas.microsoft.com/office/drawing/2014/main" id="{1685BE43-DF2D-415D-3A01-779962FDF496}"/>
              </a:ext>
            </a:extLst>
          </p:cNvPr>
          <p:cNvSpPr/>
          <p:nvPr/>
        </p:nvSpPr>
        <p:spPr>
          <a:xfrm>
            <a:off x="2523037" y="4858839"/>
            <a:ext cx="511565" cy="26085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CFF06C5-4ECE-825F-C698-88C5142DFBCE}"/>
              </a:ext>
            </a:extLst>
          </p:cNvPr>
          <p:cNvSpPr/>
          <p:nvPr/>
        </p:nvSpPr>
        <p:spPr>
          <a:xfrm>
            <a:off x="3953924" y="4858839"/>
            <a:ext cx="346838" cy="26084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CB8E5870-4186-15BB-0036-0BF0AAD6DA5C}"/>
              </a:ext>
            </a:extLst>
          </p:cNvPr>
          <p:cNvSpPr/>
          <p:nvPr/>
        </p:nvSpPr>
        <p:spPr>
          <a:xfrm>
            <a:off x="2523037" y="5230342"/>
            <a:ext cx="511565" cy="20867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A8D1902-8EB0-E3B6-8661-6DBDCE73C451}"/>
              </a:ext>
            </a:extLst>
          </p:cNvPr>
          <p:cNvSpPr/>
          <p:nvPr/>
        </p:nvSpPr>
        <p:spPr>
          <a:xfrm>
            <a:off x="5142935" y="4887959"/>
            <a:ext cx="129153" cy="26085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83352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0747BC-E482-A001-D50A-283E6F59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Loop 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6B8C3C-2DC6-CB86-2ACA-829CFAD39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Squaring numbers: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Filtering strings: 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DE3015-B704-AC28-9D11-9ECD70EE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05" y="2313585"/>
            <a:ext cx="5081617" cy="1910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A564169-AD6B-886B-3B82-D355E9FEB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623" y="1825625"/>
            <a:ext cx="4442476" cy="4486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407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A9717A-D904-D891-4556-C40CC4E4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range and zip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4CC5DB-2CD9-55AA-3E23-772DE467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Range: Iteratable that counts: 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</a:rPr>
              <a:t>range(n) </a:t>
            </a:r>
            <a:r>
              <a:rPr lang="de-DE" dirty="0">
                <a:highlight>
                  <a:srgbClr val="C0C0C0"/>
                </a:highlight>
              </a:rPr>
              <a:t>≙ [0, 1, 2, 3, …, n-1]</a:t>
            </a:r>
          </a:p>
          <a:p>
            <a:endParaRPr lang="de-DE" dirty="0">
              <a:highlight>
                <a:srgbClr val="C0C0C0"/>
              </a:highlight>
            </a:endParaRPr>
          </a:p>
          <a:p>
            <a:endParaRPr lang="de-DE" dirty="0">
              <a:highlight>
                <a:srgbClr val="C0C0C0"/>
              </a:highlight>
            </a:endParaRPr>
          </a:p>
          <a:p>
            <a:r>
              <a:rPr lang="de-DE" dirty="0" err="1">
                <a:highlight>
                  <a:srgbClr val="C0C0C0"/>
                </a:highlight>
              </a:rPr>
              <a:t>zip</a:t>
            </a:r>
            <a:r>
              <a:rPr lang="de-DE" dirty="0"/>
              <a:t>: </a:t>
            </a:r>
            <a:r>
              <a:rPr lang="de-DE" dirty="0" err="1"/>
              <a:t>iterate</a:t>
            </a:r>
            <a:r>
              <a:rPr lang="de-DE" dirty="0"/>
              <a:t> multiple </a:t>
            </a:r>
            <a:r>
              <a:rPr lang="de-DE" dirty="0" err="1"/>
              <a:t>iterators</a:t>
            </a:r>
            <a:r>
              <a:rPr lang="de-DE" dirty="0"/>
              <a:t>: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 err="1">
                <a:highlight>
                  <a:srgbClr val="C0C0C0"/>
                </a:highlight>
              </a:rPr>
              <a:t>for</a:t>
            </a:r>
            <a:r>
              <a:rPr lang="de-DE" dirty="0">
                <a:highlight>
                  <a:srgbClr val="C0C0C0"/>
                </a:highlight>
              </a:rPr>
              <a:t> i, j in </a:t>
            </a:r>
            <a:r>
              <a:rPr lang="de-DE" dirty="0" err="1">
                <a:highlight>
                  <a:srgbClr val="C0C0C0"/>
                </a:highlight>
              </a:rPr>
              <a:t>zip</a:t>
            </a:r>
            <a:r>
              <a:rPr lang="de-DE" dirty="0">
                <a:highlight>
                  <a:srgbClr val="C0C0C0"/>
                </a:highlight>
              </a:rPr>
              <a:t>(list1, list2):</a:t>
            </a:r>
          </a:p>
          <a:p>
            <a:endParaRPr lang="de-DE" dirty="0">
              <a:highlight>
                <a:srgbClr val="C0C0C0"/>
              </a:highlight>
            </a:endParaRPr>
          </a:p>
          <a:p>
            <a:endParaRPr lang="de-DE" dirty="0">
              <a:highlight>
                <a:srgbClr val="C0C0C0"/>
              </a:highlight>
            </a:endParaRPr>
          </a:p>
          <a:p>
            <a:endParaRPr lang="de-DE" dirty="0">
              <a:highlight>
                <a:srgbClr val="C0C0C0"/>
              </a:highlight>
            </a:endParaRP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15E6F1-8B00-C9DD-B3FE-1B68DD43E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044" y="1190313"/>
            <a:ext cx="2400635" cy="2238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F98B9690-DDE7-E3AD-9924-2920B23E8B47}"/>
              </a:ext>
            </a:extLst>
          </p:cNvPr>
          <p:cNvGrpSpPr/>
          <p:nvPr/>
        </p:nvGrpSpPr>
        <p:grpSpPr>
          <a:xfrm rot="10800000" flipH="1">
            <a:off x="1346480" y="4770058"/>
            <a:ext cx="1750706" cy="841248"/>
            <a:chOff x="8440548" y="4177136"/>
            <a:chExt cx="2246560" cy="841248"/>
          </a:xfrm>
        </p:grpSpPr>
        <p:sp>
          <p:nvSpPr>
            <p:cNvPr id="7" name="Bogen 6">
              <a:extLst>
                <a:ext uri="{FF2B5EF4-FFF2-40B4-BE49-F238E27FC236}">
                  <a16:creationId xmlns:a16="http://schemas.microsoft.com/office/drawing/2014/main" id="{DAB8C038-84AF-6696-6FA8-50D4CEC85478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25686352-D2E1-E7B4-4293-2EE1D54B64D7}"/>
                    </a:ext>
                  </a:extLst>
                </p14:cNvPr>
                <p14:cNvContentPartPr/>
                <p14:nvPr/>
              </p14:nvContentPartPr>
              <p14:xfrm>
                <a:off x="8440548" y="4481426"/>
                <a:ext cx="271800" cy="140040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25686352-D2E1-E7B4-4293-2EE1D54B64D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32690" y="4475306"/>
                  <a:ext cx="287516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6F156B6-DFB5-F140-9C5E-2281DFB33D1A}"/>
              </a:ext>
            </a:extLst>
          </p:cNvPr>
          <p:cNvGrpSpPr/>
          <p:nvPr/>
        </p:nvGrpSpPr>
        <p:grpSpPr>
          <a:xfrm rot="10800000" flipH="1">
            <a:off x="1595158" y="4726295"/>
            <a:ext cx="2328301" cy="841248"/>
            <a:chOff x="8440548" y="4177136"/>
            <a:chExt cx="2246560" cy="841248"/>
          </a:xfrm>
        </p:grpSpPr>
        <p:sp>
          <p:nvSpPr>
            <p:cNvPr id="10" name="Bogen 9">
              <a:extLst>
                <a:ext uri="{FF2B5EF4-FFF2-40B4-BE49-F238E27FC236}">
                  <a16:creationId xmlns:a16="http://schemas.microsoft.com/office/drawing/2014/main" id="{6FF28848-6A70-71FD-DB4C-ACAB8CBBBD41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9BFC9565-4667-6145-0447-33B9D527BF21}"/>
                    </a:ext>
                  </a:extLst>
                </p14:cNvPr>
                <p14:cNvContentPartPr/>
                <p14:nvPr/>
              </p14:nvContentPartPr>
              <p14:xfrm>
                <a:off x="8440548" y="4481426"/>
                <a:ext cx="271800" cy="14004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9BFC9565-4667-6145-0447-33B9D527BF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34639" y="4475306"/>
                  <a:ext cx="283617" cy="152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B873FED4-C115-FF55-8A84-078A45519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559" y="3690591"/>
            <a:ext cx="6106377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7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81A64-4B7D-F57B-3639-5E67DCC14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Caveat: C / Java Style Loops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3E8914-C68E-0EA2-5252-920F121A4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C / Java style loops !!!!!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31874CD-5C30-6535-A7D2-F8BA1621A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871" y="3017804"/>
            <a:ext cx="3238952" cy="2286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C8CC0B3-1775-DA79-224E-745C93C6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81" y="3017804"/>
            <a:ext cx="3581900" cy="2229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03C4EE-478D-E36A-D8C5-8EF0DA422D3A}"/>
              </a:ext>
            </a:extLst>
          </p:cNvPr>
          <p:cNvSpPr txBox="1"/>
          <p:nvPr/>
        </p:nvSpPr>
        <p:spPr>
          <a:xfrm>
            <a:off x="7738970" y="5477212"/>
            <a:ext cx="8338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ym typeface="Wingdings" panose="05000000000000000000" pitchFamily="2" charset="2"/>
              </a:rPr>
              <a:t></a:t>
            </a:r>
            <a:endParaRPr lang="de-DE" sz="60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1A32311-DFA2-EA39-C421-4A444C8A22E3}"/>
              </a:ext>
            </a:extLst>
          </p:cNvPr>
          <p:cNvSpPr txBox="1"/>
          <p:nvPr/>
        </p:nvSpPr>
        <p:spPr>
          <a:xfrm>
            <a:off x="2322844" y="5477212"/>
            <a:ext cx="8338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ym typeface="Wingdings" panose="05000000000000000000" pitchFamily="2" charset="2"/>
              </a:rPr>
              <a:t></a:t>
            </a:r>
            <a:endParaRPr lang="de-DE" sz="60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888F4B1-7AD3-9706-547A-EEE243238C46}"/>
              </a:ext>
            </a:extLst>
          </p:cNvPr>
          <p:cNvCxnSpPr/>
          <p:nvPr/>
        </p:nvCxnSpPr>
        <p:spPr>
          <a:xfrm>
            <a:off x="5159160" y="4180227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66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344074-917D-A25E-D998-4AF58CBB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- loops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939EA1-C370-C733-B099-8B6A6B90F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68402" cy="4351338"/>
          </a:xfrm>
        </p:spPr>
        <p:txBody>
          <a:bodyPr/>
          <a:lstStyle/>
          <a:p>
            <a:r>
              <a:rPr lang="en-US" dirty="0"/>
              <a:t>Used, when the number of </a:t>
            </a:r>
            <a:r>
              <a:rPr lang="en-US" dirty="0" err="1"/>
              <a:t>itarations</a:t>
            </a:r>
            <a:r>
              <a:rPr lang="en-US" dirty="0"/>
              <a:t> is unknown </a:t>
            </a:r>
            <a:r>
              <a:rPr lang="en-US" dirty="0">
                <a:sym typeface="Wingdings" panose="05000000000000000000" pitchFamily="2" charset="2"/>
              </a:rPr>
              <a:t> not so often in scientific programming. 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12C086-5CD4-5141-D771-BBD1855C7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18857"/>
            <a:ext cx="5507892" cy="3639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58A73F8-5F85-C630-70C3-5C8855C01E50}"/>
              </a:ext>
            </a:extLst>
          </p:cNvPr>
          <p:cNvSpPr/>
          <p:nvPr/>
        </p:nvSpPr>
        <p:spPr>
          <a:xfrm>
            <a:off x="6712298" y="2551890"/>
            <a:ext cx="2261104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8C09442-37D9-2917-370A-7BBD02A0A2DE}"/>
              </a:ext>
            </a:extLst>
          </p:cNvPr>
          <p:cNvSpPr/>
          <p:nvPr/>
        </p:nvSpPr>
        <p:spPr>
          <a:xfrm>
            <a:off x="6712298" y="3702826"/>
            <a:ext cx="2261104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Check if Condition is met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1402421-6AC3-856E-8068-6F344AF32D28}"/>
              </a:ext>
            </a:extLst>
          </p:cNvPr>
          <p:cNvSpPr/>
          <p:nvPr/>
        </p:nvSpPr>
        <p:spPr>
          <a:xfrm>
            <a:off x="10177858" y="3702826"/>
            <a:ext cx="1953852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Execute Code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4246287-B0DF-10AB-14F9-1E6E29D4A8C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973402" y="4123450"/>
            <a:ext cx="120445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EA28FD7-D09E-7CDE-5313-6E946B94582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7842850" y="3393138"/>
            <a:ext cx="0" cy="30968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016AA92-C8EA-97C3-CC0D-85B5480C24DF}"/>
              </a:ext>
            </a:extLst>
          </p:cNvPr>
          <p:cNvGrpSpPr/>
          <p:nvPr/>
        </p:nvGrpSpPr>
        <p:grpSpPr>
          <a:xfrm>
            <a:off x="8510954" y="3282189"/>
            <a:ext cx="2080009" cy="841248"/>
            <a:chOff x="8440548" y="4177136"/>
            <a:chExt cx="2246560" cy="841248"/>
          </a:xfrm>
        </p:grpSpPr>
        <p:sp>
          <p:nvSpPr>
            <p:cNvPr id="12" name="Bogen 11">
              <a:extLst>
                <a:ext uri="{FF2B5EF4-FFF2-40B4-BE49-F238E27FC236}">
                  <a16:creationId xmlns:a16="http://schemas.microsoft.com/office/drawing/2014/main" id="{78BC5A7D-840F-88D4-51AE-E02D11EBFFB1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B29444BE-53A1-241E-B197-6DAB118EC9A3}"/>
                    </a:ext>
                  </a:extLst>
                </p14:cNvPr>
                <p14:cNvContentPartPr/>
                <p14:nvPr/>
              </p14:nvContentPartPr>
              <p14:xfrm>
                <a:off x="8440548" y="4481426"/>
                <a:ext cx="271800" cy="14004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B29444BE-53A1-241E-B197-6DAB118EC9A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33938" y="4475306"/>
                  <a:ext cx="285021" cy="152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46A28E5-DB30-B8BE-C88B-91182E976C51}"/>
              </a:ext>
            </a:extLst>
          </p:cNvPr>
          <p:cNvSpPr/>
          <p:nvPr/>
        </p:nvSpPr>
        <p:spPr>
          <a:xfrm>
            <a:off x="6712298" y="5479622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Continue with Code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4B2FB9A-F63B-3F6F-969C-35F8A5C13B76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7842850" y="4544074"/>
            <a:ext cx="236162" cy="93554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CC671A28-8C85-FAE0-6D74-59BC94AC7063}"/>
              </a:ext>
            </a:extLst>
          </p:cNvPr>
          <p:cNvSpPr txBox="1"/>
          <p:nvPr/>
        </p:nvSpPr>
        <p:spPr>
          <a:xfrm>
            <a:off x="7606602" y="4853762"/>
            <a:ext cx="7321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1497C2E-6594-606A-8A29-6AF1346E64FF}"/>
              </a:ext>
            </a:extLst>
          </p:cNvPr>
          <p:cNvSpPr txBox="1"/>
          <p:nvPr/>
        </p:nvSpPr>
        <p:spPr>
          <a:xfrm>
            <a:off x="9187601" y="3983247"/>
            <a:ext cx="7321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377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18E4E-F7DC-504D-4418-E6136DE8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&amp; continue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EE24D1-44B8-B082-0902-73A722E19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Rarely used in scientific computing. </a:t>
            </a:r>
          </a:p>
          <a:p>
            <a:r>
              <a:rPr lang="en-US" dirty="0"/>
              <a:t>continue </a:t>
            </a:r>
            <a:r>
              <a:rPr lang="de-DE" dirty="0"/>
              <a:t>≙ </a:t>
            </a:r>
            <a:r>
              <a:rPr lang="de-DE" dirty="0" err="1"/>
              <a:t>skip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iteration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break ≙ </a:t>
            </a:r>
            <a:r>
              <a:rPr lang="de-DE" dirty="0" err="1"/>
              <a:t>exit</a:t>
            </a:r>
            <a:r>
              <a:rPr lang="de-DE" dirty="0"/>
              <a:t> loop: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3561717-E575-1287-BE92-9750FCC32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632" y="831832"/>
            <a:ext cx="2505425" cy="2762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F474649-9FC0-42F9-9318-62290CD61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607" y="3884507"/>
            <a:ext cx="3562847" cy="2505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468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204" y="113953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F7B06A5-5F6E-C378-3B20-42A296F26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9" r="1615" b="1948"/>
          <a:stretch>
            <a:fillRect/>
          </a:stretch>
        </p:blipFill>
        <p:spPr>
          <a:xfrm>
            <a:off x="4197615" y="2889503"/>
            <a:ext cx="3620505" cy="336042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C28FA87-F81D-E5FB-8329-C4E9890AF142}"/>
              </a:ext>
            </a:extLst>
          </p:cNvPr>
          <p:cNvSpPr txBox="1"/>
          <p:nvPr/>
        </p:nvSpPr>
        <p:spPr>
          <a:xfrm>
            <a:off x="4142751" y="6395915"/>
            <a:ext cx="5267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https://medium.com/codex/10-best-programming-memes-1-cec344afc19a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Breitbild</PresentationFormat>
  <Paragraphs>49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Chunk 5: Loops</vt:lpstr>
      <vt:lpstr>Loops: The Idea</vt:lpstr>
      <vt:lpstr>Live Coding: Loop examples</vt:lpstr>
      <vt:lpstr>Live coding: range and zip</vt:lpstr>
      <vt:lpstr>Caveat: C / Java Style Loops</vt:lpstr>
      <vt:lpstr>while - loops</vt:lpstr>
      <vt:lpstr>break &amp; continue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2025-10-04T14:10:49Z</dcterms:modified>
</cp:coreProperties>
</file>