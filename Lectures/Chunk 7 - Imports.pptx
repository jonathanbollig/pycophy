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70" r:id="rId3"/>
    <p:sldId id="271" r:id="rId4"/>
    <p:sldId id="272" r:id="rId5"/>
    <p:sldId id="273" r:id="rId6"/>
    <p:sldId id="274" r:id="rId7"/>
    <p:sldId id="275" r:id="rId8"/>
    <p:sldId id="267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66FF94-6F8E-4CE3-BA60-87D1BFDB14F6}" v="15" dt="2025-10-04T14:03:19.7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476" autoAdjust="0"/>
  </p:normalViewPr>
  <p:slideViewPr>
    <p:cSldViewPr snapToGrid="0">
      <p:cViewPr varScale="1">
        <p:scale>
          <a:sx n="139" d="100"/>
          <a:sy n="139" d="100"/>
        </p:scale>
        <p:origin x="108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Bollig" userId="8b5d0afe-f106-45e0-8c3f-fd98fa124db1" providerId="ADAL" clId="{B108959E-8160-4214-BA0D-42D2F1070C03}"/>
    <pc:docChg chg="undo custSel addSld modSld sldOrd">
      <pc:chgData name="Jonathan Bollig" userId="8b5d0afe-f106-45e0-8c3f-fd98fa124db1" providerId="ADAL" clId="{B108959E-8160-4214-BA0D-42D2F1070C03}" dt="2025-08-18T09:38:51.161" v="3588" actId="20577"/>
      <pc:docMkLst>
        <pc:docMk/>
      </pc:docMkLst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836289018" sldId="256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3656329933" sldId="257"/>
        </pc:sldMkLst>
      </pc:sldChg>
      <pc:sldChg chg="addSp delSp modSp new mod modNotesTx">
        <pc:chgData name="Jonathan Bollig" userId="8b5d0afe-f106-45e0-8c3f-fd98fa124db1" providerId="ADAL" clId="{B108959E-8160-4214-BA0D-42D2F1070C03}" dt="2025-08-18T09:08:46.312" v="2773" actId="20577"/>
        <pc:sldMkLst>
          <pc:docMk/>
          <pc:sldMk cId="544279955" sldId="258"/>
        </pc:sldMkLst>
      </pc:sldChg>
      <pc:sldChg chg="addSp modSp new mod">
        <pc:chgData name="Jonathan Bollig" userId="8b5d0afe-f106-45e0-8c3f-fd98fa124db1" providerId="ADAL" clId="{B108959E-8160-4214-BA0D-42D2F1070C03}" dt="2025-08-17T17:17:31.026" v="2605" actId="20577"/>
        <pc:sldMkLst>
          <pc:docMk/>
          <pc:sldMk cId="2169503629" sldId="259"/>
        </pc:sldMkLst>
      </pc:sldChg>
      <pc:sldChg chg="modSp new mod">
        <pc:chgData name="Jonathan Bollig" userId="8b5d0afe-f106-45e0-8c3f-fd98fa124db1" providerId="ADAL" clId="{B108959E-8160-4214-BA0D-42D2F1070C03}" dt="2025-08-18T09:38:51.161" v="3588" actId="20577"/>
        <pc:sldMkLst>
          <pc:docMk/>
          <pc:sldMk cId="2533283895" sldId="260"/>
        </pc:sldMkLst>
      </pc:sldChg>
      <pc:sldChg chg="addSp delSp modSp new mod setBg">
        <pc:chgData name="Jonathan Bollig" userId="8b5d0afe-f106-45e0-8c3f-fd98fa124db1" providerId="ADAL" clId="{B108959E-8160-4214-BA0D-42D2F1070C03}" dt="2025-08-17T17:07:09.185" v="2483" actId="5793"/>
        <pc:sldMkLst>
          <pc:docMk/>
          <pc:sldMk cId="847849653" sldId="261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1908144578" sldId="262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4076698392" sldId="263"/>
        </pc:sldMkLst>
      </pc:sldChg>
      <pc:sldChg chg="modSp new mod">
        <pc:chgData name="Jonathan Bollig" userId="8b5d0afe-f106-45e0-8c3f-fd98fa124db1" providerId="ADAL" clId="{B108959E-8160-4214-BA0D-42D2F1070C03}" dt="2025-08-17T17:04:25.114" v="2368" actId="20577"/>
        <pc:sldMkLst>
          <pc:docMk/>
          <pc:sldMk cId="3708449378" sldId="264"/>
        </pc:sldMkLst>
      </pc:sldChg>
      <pc:sldChg chg="addSp delSp modSp new mod modNotesTx">
        <pc:chgData name="Jonathan Bollig" userId="8b5d0afe-f106-45e0-8c3f-fd98fa124db1" providerId="ADAL" clId="{B108959E-8160-4214-BA0D-42D2F1070C03}" dt="2025-08-18T09:38:09.362" v="3531" actId="20577"/>
        <pc:sldMkLst>
          <pc:docMk/>
          <pc:sldMk cId="933916611" sldId="265"/>
        </pc:sldMkLst>
      </pc:sldChg>
      <pc:sldChg chg="modSp new mod ord">
        <pc:chgData name="Jonathan Bollig" userId="8b5d0afe-f106-45e0-8c3f-fd98fa124db1" providerId="ADAL" clId="{B108959E-8160-4214-BA0D-42D2F1070C03}" dt="2025-08-18T09:21:09.777" v="2944" actId="2057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2469FA9-EBD8-4834-A16D-CBF8EFC907DD}"/>
    <pc:docChg chg="undo custSel addSld delSld modSld">
      <pc:chgData name="Jonathan Bollig" userId="8b5d0afe-f106-45e0-8c3f-fd98fa124db1" providerId="ADAL" clId="{B2469FA9-EBD8-4834-A16D-CBF8EFC907DD}" dt="2025-10-07T00:02:32.428" v="1652" actId="20577"/>
      <pc:docMkLst>
        <pc:docMk/>
      </pc:docMkLst>
      <pc:sldChg chg="modSp mod">
        <pc:chgData name="Jonathan Bollig" userId="8b5d0afe-f106-45e0-8c3f-fd98fa124db1" providerId="ADAL" clId="{B2469FA9-EBD8-4834-A16D-CBF8EFC907DD}" dt="2025-10-07T00:02:32.428" v="1652" actId="20577"/>
        <pc:sldMkLst>
          <pc:docMk/>
          <pc:sldMk cId="836289018" sldId="256"/>
        </pc:sldMkLst>
        <pc:spChg chg="mod">
          <ac:chgData name="Jonathan Bollig" userId="8b5d0afe-f106-45e0-8c3f-fd98fa124db1" providerId="ADAL" clId="{B2469FA9-EBD8-4834-A16D-CBF8EFC907DD}" dt="2025-10-04T14:11:15.102" v="1650" actId="20577"/>
          <ac:spMkLst>
            <pc:docMk/>
            <pc:sldMk cId="836289018" sldId="256"/>
            <ac:spMk id="2" creationId="{40F72F59-52B3-6063-A2E3-2AA45125A99B}"/>
          </ac:spMkLst>
        </pc:spChg>
        <pc:spChg chg="mod">
          <ac:chgData name="Jonathan Bollig" userId="8b5d0afe-f106-45e0-8c3f-fd98fa124db1" providerId="ADAL" clId="{B2469FA9-EBD8-4834-A16D-CBF8EFC907DD}" dt="2025-10-07T00:02:32.428" v="1652" actId="20577"/>
          <ac:spMkLst>
            <pc:docMk/>
            <pc:sldMk cId="836289018" sldId="256"/>
            <ac:spMk id="3" creationId="{62F76653-44B5-8707-B179-FDB90CB514B7}"/>
          </ac:spMkLst>
        </pc:spChg>
      </pc:sldChg>
      <pc:sldChg chg="add del">
        <pc:chgData name="Jonathan Bollig" userId="8b5d0afe-f106-45e0-8c3f-fd98fa124db1" providerId="ADAL" clId="{B2469FA9-EBD8-4834-A16D-CBF8EFC907DD}" dt="2025-10-01T19:19:23.559" v="15" actId="47"/>
        <pc:sldMkLst>
          <pc:docMk/>
          <pc:sldMk cId="2169503629" sldId="259"/>
        </pc:sldMkLst>
      </pc:sldChg>
      <pc:sldChg chg="del">
        <pc:chgData name="Jonathan Bollig" userId="8b5d0afe-f106-45e0-8c3f-fd98fa124db1" providerId="ADAL" clId="{B2469FA9-EBD8-4834-A16D-CBF8EFC907DD}" dt="2025-09-29T18:19:05.919" v="10" actId="47"/>
        <pc:sldMkLst>
          <pc:docMk/>
          <pc:sldMk cId="932306145" sldId="260"/>
        </pc:sldMkLst>
      </pc:sldChg>
      <pc:sldChg chg="addSp modSp add mod">
        <pc:chgData name="Jonathan Bollig" userId="8b5d0afe-f106-45e0-8c3f-fd98fa124db1" providerId="ADAL" clId="{B2469FA9-EBD8-4834-A16D-CBF8EFC907DD}" dt="2025-10-04T12:16:22.425" v="643" actId="1076"/>
        <pc:sldMkLst>
          <pc:docMk/>
          <pc:sldMk cId="2138807736" sldId="267"/>
        </pc:sldMkLst>
        <pc:spChg chg="mod">
          <ac:chgData name="Jonathan Bollig" userId="8b5d0afe-f106-45e0-8c3f-fd98fa124db1" providerId="ADAL" clId="{B2469FA9-EBD8-4834-A16D-CBF8EFC907DD}" dt="2025-10-04T12:15:26.431" v="632" actId="1076"/>
          <ac:spMkLst>
            <pc:docMk/>
            <pc:sldMk cId="2138807736" sldId="267"/>
            <ac:spMk id="2" creationId="{4264A0F1-7BC6-1BD9-7CBF-4AC55674DB61}"/>
          </ac:spMkLst>
        </pc:spChg>
        <pc:spChg chg="add mod">
          <ac:chgData name="Jonathan Bollig" userId="8b5d0afe-f106-45e0-8c3f-fd98fa124db1" providerId="ADAL" clId="{B2469FA9-EBD8-4834-A16D-CBF8EFC907DD}" dt="2025-10-04T12:16:22.425" v="643" actId="1076"/>
          <ac:spMkLst>
            <pc:docMk/>
            <pc:sldMk cId="2138807736" sldId="267"/>
            <ac:spMk id="5" creationId="{2152CBF8-F2CB-2861-A4F2-29F2933C52DB}"/>
          </ac:spMkLst>
        </pc:spChg>
        <pc:picChg chg="add mod">
          <ac:chgData name="Jonathan Bollig" userId="8b5d0afe-f106-45e0-8c3f-fd98fa124db1" providerId="ADAL" clId="{B2469FA9-EBD8-4834-A16D-CBF8EFC907DD}" dt="2025-10-04T12:15:48.594" v="640" actId="1076"/>
          <ac:picMkLst>
            <pc:docMk/>
            <pc:sldMk cId="2138807736" sldId="267"/>
            <ac:picMk id="4" creationId="{6B8DC1D0-B080-8EA7-42C6-0DD4B8F84AEA}"/>
          </ac:picMkLst>
        </pc:picChg>
      </pc:sldChg>
      <pc:sldChg chg="add del">
        <pc:chgData name="Jonathan Bollig" userId="8b5d0afe-f106-45e0-8c3f-fd98fa124db1" providerId="ADAL" clId="{B2469FA9-EBD8-4834-A16D-CBF8EFC907DD}" dt="2025-10-02T22:34:59.093" v="17" actId="47"/>
        <pc:sldMkLst>
          <pc:docMk/>
          <pc:sldMk cId="2385805343" sldId="268"/>
        </pc:sldMkLst>
      </pc:sldChg>
      <pc:sldChg chg="add del">
        <pc:chgData name="Jonathan Bollig" userId="8b5d0afe-f106-45e0-8c3f-fd98fa124db1" providerId="ADAL" clId="{B2469FA9-EBD8-4834-A16D-CBF8EFC907DD}" dt="2025-10-04T14:04:03.487" v="1647" actId="47"/>
        <pc:sldMkLst>
          <pc:docMk/>
          <pc:sldMk cId="2113368255" sldId="269"/>
        </pc:sldMkLst>
      </pc:sldChg>
      <pc:sldChg chg="addSp modSp new mod">
        <pc:chgData name="Jonathan Bollig" userId="8b5d0afe-f106-45e0-8c3f-fd98fa124db1" providerId="ADAL" clId="{B2469FA9-EBD8-4834-A16D-CBF8EFC907DD}" dt="2025-10-04T11:29:45.374" v="279" actId="1076"/>
        <pc:sldMkLst>
          <pc:docMk/>
          <pc:sldMk cId="1660626831" sldId="270"/>
        </pc:sldMkLst>
        <pc:spChg chg="mod">
          <ac:chgData name="Jonathan Bollig" userId="8b5d0afe-f106-45e0-8c3f-fd98fa124db1" providerId="ADAL" clId="{B2469FA9-EBD8-4834-A16D-CBF8EFC907DD}" dt="2025-10-04T11:09:03.295" v="74" actId="20577"/>
          <ac:spMkLst>
            <pc:docMk/>
            <pc:sldMk cId="1660626831" sldId="270"/>
            <ac:spMk id="2" creationId="{712E0457-6B51-90E8-50F1-29D017751CF6}"/>
          </ac:spMkLst>
        </pc:spChg>
        <pc:spChg chg="mod">
          <ac:chgData name="Jonathan Bollig" userId="8b5d0afe-f106-45e0-8c3f-fd98fa124db1" providerId="ADAL" clId="{B2469FA9-EBD8-4834-A16D-CBF8EFC907DD}" dt="2025-10-04T11:29:36.782" v="277" actId="20577"/>
          <ac:spMkLst>
            <pc:docMk/>
            <pc:sldMk cId="1660626831" sldId="270"/>
            <ac:spMk id="3" creationId="{44593AAD-D21E-0F2A-570C-971E7A0D84B9}"/>
          </ac:spMkLst>
        </pc:spChg>
        <pc:picChg chg="add mod">
          <ac:chgData name="Jonathan Bollig" userId="8b5d0afe-f106-45e0-8c3f-fd98fa124db1" providerId="ADAL" clId="{B2469FA9-EBD8-4834-A16D-CBF8EFC907DD}" dt="2025-10-04T11:29:45.374" v="279" actId="1076"/>
          <ac:picMkLst>
            <pc:docMk/>
            <pc:sldMk cId="1660626831" sldId="270"/>
            <ac:picMk id="5" creationId="{FDBD4A9C-2869-D660-C3EA-EA3C325E7512}"/>
          </ac:picMkLst>
        </pc:picChg>
        <pc:picChg chg="add mod">
          <ac:chgData name="Jonathan Bollig" userId="8b5d0afe-f106-45e0-8c3f-fd98fa124db1" providerId="ADAL" clId="{B2469FA9-EBD8-4834-A16D-CBF8EFC907DD}" dt="2025-10-04T11:29:44.172" v="278" actId="1076"/>
          <ac:picMkLst>
            <pc:docMk/>
            <pc:sldMk cId="1660626831" sldId="270"/>
            <ac:picMk id="7" creationId="{CF1DD2E0-F9CC-50A7-FBA8-D284C6805C1B}"/>
          </ac:picMkLst>
        </pc:picChg>
      </pc:sldChg>
      <pc:sldChg chg="addSp delSp modSp new mod">
        <pc:chgData name="Jonathan Bollig" userId="8b5d0afe-f106-45e0-8c3f-fd98fa124db1" providerId="ADAL" clId="{B2469FA9-EBD8-4834-A16D-CBF8EFC907DD}" dt="2025-10-04T11:44:48.095" v="458" actId="1440"/>
        <pc:sldMkLst>
          <pc:docMk/>
          <pc:sldMk cId="1004629392" sldId="271"/>
        </pc:sldMkLst>
        <pc:spChg chg="mod">
          <ac:chgData name="Jonathan Bollig" userId="8b5d0afe-f106-45e0-8c3f-fd98fa124db1" providerId="ADAL" clId="{B2469FA9-EBD8-4834-A16D-CBF8EFC907DD}" dt="2025-10-04T11:32:10.886" v="293" actId="20577"/>
          <ac:spMkLst>
            <pc:docMk/>
            <pc:sldMk cId="1004629392" sldId="271"/>
            <ac:spMk id="2" creationId="{34C25FCA-3660-F96E-A076-F479B2EDF100}"/>
          </ac:spMkLst>
        </pc:spChg>
        <pc:spChg chg="mod">
          <ac:chgData name="Jonathan Bollig" userId="8b5d0afe-f106-45e0-8c3f-fd98fa124db1" providerId="ADAL" clId="{B2469FA9-EBD8-4834-A16D-CBF8EFC907DD}" dt="2025-10-04T11:42:38.665" v="451" actId="20577"/>
          <ac:spMkLst>
            <pc:docMk/>
            <pc:sldMk cId="1004629392" sldId="271"/>
            <ac:spMk id="3" creationId="{DC7C3A44-C349-DDDE-C17F-EA28DC153A6C}"/>
          </ac:spMkLst>
        </pc:spChg>
        <pc:picChg chg="add mod">
          <ac:chgData name="Jonathan Bollig" userId="8b5d0afe-f106-45e0-8c3f-fd98fa124db1" providerId="ADAL" clId="{B2469FA9-EBD8-4834-A16D-CBF8EFC907DD}" dt="2025-10-04T11:42:56.586" v="454" actId="1076"/>
          <ac:picMkLst>
            <pc:docMk/>
            <pc:sldMk cId="1004629392" sldId="271"/>
            <ac:picMk id="7" creationId="{76065181-F11D-69D2-3BFE-8324BACD3FF7}"/>
          </ac:picMkLst>
        </pc:picChg>
        <pc:picChg chg="add mod">
          <ac:chgData name="Jonathan Bollig" userId="8b5d0afe-f106-45e0-8c3f-fd98fa124db1" providerId="ADAL" clId="{B2469FA9-EBD8-4834-A16D-CBF8EFC907DD}" dt="2025-10-04T11:44:17.743" v="455" actId="14100"/>
          <ac:picMkLst>
            <pc:docMk/>
            <pc:sldMk cId="1004629392" sldId="271"/>
            <ac:picMk id="9" creationId="{9ED88CC9-1A48-D5CB-A1F5-C76BBB6EA7AD}"/>
          </ac:picMkLst>
        </pc:picChg>
        <pc:picChg chg="add mod">
          <ac:chgData name="Jonathan Bollig" userId="8b5d0afe-f106-45e0-8c3f-fd98fa124db1" providerId="ADAL" clId="{B2469FA9-EBD8-4834-A16D-CBF8EFC907DD}" dt="2025-10-04T11:42:47.076" v="453" actId="1076"/>
          <ac:picMkLst>
            <pc:docMk/>
            <pc:sldMk cId="1004629392" sldId="271"/>
            <ac:picMk id="11" creationId="{23B71AD9-4106-92EE-5E10-69915B844D3F}"/>
          </ac:picMkLst>
        </pc:picChg>
        <pc:picChg chg="add mod">
          <ac:chgData name="Jonathan Bollig" userId="8b5d0afe-f106-45e0-8c3f-fd98fa124db1" providerId="ADAL" clId="{B2469FA9-EBD8-4834-A16D-CBF8EFC907DD}" dt="2025-10-04T11:44:48.095" v="458" actId="1440"/>
          <ac:picMkLst>
            <pc:docMk/>
            <pc:sldMk cId="1004629392" sldId="271"/>
            <ac:picMk id="13" creationId="{EE9AF51A-E17B-D48F-8014-AEF2D7868123}"/>
          </ac:picMkLst>
        </pc:picChg>
      </pc:sldChg>
      <pc:sldChg chg="addSp delSp modSp new mod modNotesTx">
        <pc:chgData name="Jonathan Bollig" userId="8b5d0afe-f106-45e0-8c3f-fd98fa124db1" providerId="ADAL" clId="{B2469FA9-EBD8-4834-A16D-CBF8EFC907DD}" dt="2025-10-04T14:01:40.159" v="1572" actId="1440"/>
        <pc:sldMkLst>
          <pc:docMk/>
          <pc:sldMk cId="3860615279" sldId="272"/>
        </pc:sldMkLst>
        <pc:spChg chg="mod">
          <ac:chgData name="Jonathan Bollig" userId="8b5d0afe-f106-45e0-8c3f-fd98fa124db1" providerId="ADAL" clId="{B2469FA9-EBD8-4834-A16D-CBF8EFC907DD}" dt="2025-10-04T13:59:23.401" v="1517" actId="20577"/>
          <ac:spMkLst>
            <pc:docMk/>
            <pc:sldMk cId="3860615279" sldId="272"/>
            <ac:spMk id="2" creationId="{099C0910-5539-0557-1E88-0A6705BB03F2}"/>
          </ac:spMkLst>
        </pc:spChg>
        <pc:spChg chg="mod">
          <ac:chgData name="Jonathan Bollig" userId="8b5d0afe-f106-45e0-8c3f-fd98fa124db1" providerId="ADAL" clId="{B2469FA9-EBD8-4834-A16D-CBF8EFC907DD}" dt="2025-10-04T13:44:30.092" v="919" actId="20577"/>
          <ac:spMkLst>
            <pc:docMk/>
            <pc:sldMk cId="3860615279" sldId="272"/>
            <ac:spMk id="3" creationId="{28B637FA-DF60-C592-FD5B-49C7FCF53C58}"/>
          </ac:spMkLst>
        </pc:spChg>
        <pc:picChg chg="add mod">
          <ac:chgData name="Jonathan Bollig" userId="8b5d0afe-f106-45e0-8c3f-fd98fa124db1" providerId="ADAL" clId="{B2469FA9-EBD8-4834-A16D-CBF8EFC907DD}" dt="2025-10-04T14:01:40.159" v="1572" actId="1440"/>
          <ac:picMkLst>
            <pc:docMk/>
            <pc:sldMk cId="3860615279" sldId="272"/>
            <ac:picMk id="18" creationId="{FC1D2D51-7901-6192-AF24-B792BC561D4F}"/>
          </ac:picMkLst>
        </pc:picChg>
      </pc:sldChg>
      <pc:sldChg chg="addSp modSp new mod">
        <pc:chgData name="Jonathan Bollig" userId="8b5d0afe-f106-45e0-8c3f-fd98fa124db1" providerId="ADAL" clId="{B2469FA9-EBD8-4834-A16D-CBF8EFC907DD}" dt="2025-10-04T13:49:41.470" v="1124" actId="13926"/>
        <pc:sldMkLst>
          <pc:docMk/>
          <pc:sldMk cId="3408068366" sldId="273"/>
        </pc:sldMkLst>
        <pc:spChg chg="mod">
          <ac:chgData name="Jonathan Bollig" userId="8b5d0afe-f106-45e0-8c3f-fd98fa124db1" providerId="ADAL" clId="{B2469FA9-EBD8-4834-A16D-CBF8EFC907DD}" dt="2025-10-04T13:45:38.806" v="976" actId="20577"/>
          <ac:spMkLst>
            <pc:docMk/>
            <pc:sldMk cId="3408068366" sldId="273"/>
            <ac:spMk id="2" creationId="{C844B15C-7BEB-B633-46B4-CC9CB6913251}"/>
          </ac:spMkLst>
        </pc:spChg>
        <pc:spChg chg="mod">
          <ac:chgData name="Jonathan Bollig" userId="8b5d0afe-f106-45e0-8c3f-fd98fa124db1" providerId="ADAL" clId="{B2469FA9-EBD8-4834-A16D-CBF8EFC907DD}" dt="2025-10-04T13:49:41.470" v="1124" actId="13926"/>
          <ac:spMkLst>
            <pc:docMk/>
            <pc:sldMk cId="3408068366" sldId="273"/>
            <ac:spMk id="3" creationId="{89C2AC21-3C7C-5C89-9490-1F89807A8BB6}"/>
          </ac:spMkLst>
        </pc:spChg>
        <pc:spChg chg="add mod">
          <ac:chgData name="Jonathan Bollig" userId="8b5d0afe-f106-45e0-8c3f-fd98fa124db1" providerId="ADAL" clId="{B2469FA9-EBD8-4834-A16D-CBF8EFC907DD}" dt="2025-10-04T13:48:49.457" v="1074" actId="1076"/>
          <ac:spMkLst>
            <pc:docMk/>
            <pc:sldMk cId="3408068366" sldId="273"/>
            <ac:spMk id="6" creationId="{E88508F4-8480-A42A-7D63-5D6E9C4E6E40}"/>
          </ac:spMkLst>
        </pc:spChg>
        <pc:spChg chg="add mod">
          <ac:chgData name="Jonathan Bollig" userId="8b5d0afe-f106-45e0-8c3f-fd98fa124db1" providerId="ADAL" clId="{B2469FA9-EBD8-4834-A16D-CBF8EFC907DD}" dt="2025-10-04T13:48:55.868" v="1077" actId="1076"/>
          <ac:spMkLst>
            <pc:docMk/>
            <pc:sldMk cId="3408068366" sldId="273"/>
            <ac:spMk id="7" creationId="{C84FBA27-B470-C83D-78C2-44F3DD78A8AD}"/>
          </ac:spMkLst>
        </pc:spChg>
        <pc:spChg chg="add mod">
          <ac:chgData name="Jonathan Bollig" userId="8b5d0afe-f106-45e0-8c3f-fd98fa124db1" providerId="ADAL" clId="{B2469FA9-EBD8-4834-A16D-CBF8EFC907DD}" dt="2025-10-04T13:49:31.670" v="1110" actId="14100"/>
          <ac:spMkLst>
            <pc:docMk/>
            <pc:sldMk cId="3408068366" sldId="273"/>
            <ac:spMk id="13" creationId="{2342DAE6-37E1-CA98-3AF6-F0FC5A4AC76E}"/>
          </ac:spMkLst>
        </pc:spChg>
        <pc:picChg chg="add mod modCrop">
          <ac:chgData name="Jonathan Bollig" userId="8b5d0afe-f106-45e0-8c3f-fd98fa124db1" providerId="ADAL" clId="{B2469FA9-EBD8-4834-A16D-CBF8EFC907DD}" dt="2025-10-04T13:49:25.011" v="1107" actId="1076"/>
          <ac:picMkLst>
            <pc:docMk/>
            <pc:sldMk cId="3408068366" sldId="273"/>
            <ac:picMk id="5" creationId="{E8716AC8-EB9D-C401-D3F8-1B511A3374AA}"/>
          </ac:picMkLst>
        </pc:picChg>
        <pc:picChg chg="add mod modCrop">
          <ac:chgData name="Jonathan Bollig" userId="8b5d0afe-f106-45e0-8c3f-fd98fa124db1" providerId="ADAL" clId="{B2469FA9-EBD8-4834-A16D-CBF8EFC907DD}" dt="2025-10-04T13:48:52.381" v="1076" actId="14100"/>
          <ac:picMkLst>
            <pc:docMk/>
            <pc:sldMk cId="3408068366" sldId="273"/>
            <ac:picMk id="9" creationId="{874AF4F5-DA0A-6166-BB1B-814AC35CB4C0}"/>
          </ac:picMkLst>
        </pc:picChg>
        <pc:picChg chg="add mod">
          <ac:chgData name="Jonathan Bollig" userId="8b5d0afe-f106-45e0-8c3f-fd98fa124db1" providerId="ADAL" clId="{B2469FA9-EBD8-4834-A16D-CBF8EFC907DD}" dt="2025-10-04T13:48:59.841" v="1079" actId="1076"/>
          <ac:picMkLst>
            <pc:docMk/>
            <pc:sldMk cId="3408068366" sldId="273"/>
            <ac:picMk id="11" creationId="{A57B48D4-4FDA-8EFA-6618-4C4D614214BC}"/>
          </ac:picMkLst>
        </pc:picChg>
        <pc:cxnChg chg="add mod">
          <ac:chgData name="Jonathan Bollig" userId="8b5d0afe-f106-45e0-8c3f-fd98fa124db1" providerId="ADAL" clId="{B2469FA9-EBD8-4834-A16D-CBF8EFC907DD}" dt="2025-10-04T13:48:58.373" v="1078" actId="14100"/>
          <ac:cxnSpMkLst>
            <pc:docMk/>
            <pc:sldMk cId="3408068366" sldId="273"/>
            <ac:cxnSpMk id="8" creationId="{633DC312-18DF-BE34-D7A8-DBF6BB182FEB}"/>
          </ac:cxnSpMkLst>
        </pc:cxnChg>
      </pc:sldChg>
      <pc:sldChg chg="addSp modSp new mod">
        <pc:chgData name="Jonathan Bollig" userId="8b5d0afe-f106-45e0-8c3f-fd98fa124db1" providerId="ADAL" clId="{B2469FA9-EBD8-4834-A16D-CBF8EFC907DD}" dt="2025-10-04T14:01:00.361" v="1562" actId="21"/>
        <pc:sldMkLst>
          <pc:docMk/>
          <pc:sldMk cId="3252157419" sldId="274"/>
        </pc:sldMkLst>
        <pc:spChg chg="mod">
          <ac:chgData name="Jonathan Bollig" userId="8b5d0afe-f106-45e0-8c3f-fd98fa124db1" providerId="ADAL" clId="{B2469FA9-EBD8-4834-A16D-CBF8EFC907DD}" dt="2025-10-04T13:51:17.113" v="1188" actId="313"/>
          <ac:spMkLst>
            <pc:docMk/>
            <pc:sldMk cId="3252157419" sldId="274"/>
            <ac:spMk id="2" creationId="{806BFAC4-7C7D-3A35-F69E-6FDFE2A22C7F}"/>
          </ac:spMkLst>
        </pc:spChg>
        <pc:spChg chg="mod">
          <ac:chgData name="Jonathan Bollig" userId="8b5d0afe-f106-45e0-8c3f-fd98fa124db1" providerId="ADAL" clId="{B2469FA9-EBD8-4834-A16D-CBF8EFC907DD}" dt="2025-10-04T14:01:00.361" v="1562" actId="21"/>
          <ac:spMkLst>
            <pc:docMk/>
            <pc:sldMk cId="3252157419" sldId="274"/>
            <ac:spMk id="3" creationId="{B0C1C52D-3461-6E35-1815-F90DCCDEEC05}"/>
          </ac:spMkLst>
        </pc:spChg>
        <pc:spChg chg="add mod">
          <ac:chgData name="Jonathan Bollig" userId="8b5d0afe-f106-45e0-8c3f-fd98fa124db1" providerId="ADAL" clId="{B2469FA9-EBD8-4834-A16D-CBF8EFC907DD}" dt="2025-10-04T13:55:32.853" v="1198" actId="1076"/>
          <ac:spMkLst>
            <pc:docMk/>
            <pc:sldMk cId="3252157419" sldId="274"/>
            <ac:spMk id="6" creationId="{A3614F48-8851-2E45-16A8-CBA79E6066B2}"/>
          </ac:spMkLst>
        </pc:spChg>
        <pc:spChg chg="add mod">
          <ac:chgData name="Jonathan Bollig" userId="8b5d0afe-f106-45e0-8c3f-fd98fa124db1" providerId="ADAL" clId="{B2469FA9-EBD8-4834-A16D-CBF8EFC907DD}" dt="2025-10-04T13:55:32.853" v="1198" actId="1076"/>
          <ac:spMkLst>
            <pc:docMk/>
            <pc:sldMk cId="3252157419" sldId="274"/>
            <ac:spMk id="7" creationId="{90337421-402E-E3BB-473B-D078BCDCA046}"/>
          </ac:spMkLst>
        </pc:spChg>
        <pc:picChg chg="add mod">
          <ac:chgData name="Jonathan Bollig" userId="8b5d0afe-f106-45e0-8c3f-fd98fa124db1" providerId="ADAL" clId="{B2469FA9-EBD8-4834-A16D-CBF8EFC907DD}" dt="2025-10-04T13:55:32.853" v="1198" actId="1076"/>
          <ac:picMkLst>
            <pc:docMk/>
            <pc:sldMk cId="3252157419" sldId="274"/>
            <ac:picMk id="5" creationId="{2DDE892C-38DE-4C9C-FEE1-45732C427A07}"/>
          </ac:picMkLst>
        </pc:picChg>
      </pc:sldChg>
      <pc:sldChg chg="addSp modSp new mod">
        <pc:chgData name="Jonathan Bollig" userId="8b5d0afe-f106-45e0-8c3f-fd98fa124db1" providerId="ADAL" clId="{B2469FA9-EBD8-4834-A16D-CBF8EFC907DD}" dt="2025-10-04T14:07:05.507" v="1648" actId="1440"/>
        <pc:sldMkLst>
          <pc:docMk/>
          <pc:sldMk cId="702868773" sldId="275"/>
        </pc:sldMkLst>
        <pc:spChg chg="mod">
          <ac:chgData name="Jonathan Bollig" userId="8b5d0afe-f106-45e0-8c3f-fd98fa124db1" providerId="ADAL" clId="{B2469FA9-EBD8-4834-A16D-CBF8EFC907DD}" dt="2025-10-04T14:02:29.905" v="1595" actId="20577"/>
          <ac:spMkLst>
            <pc:docMk/>
            <pc:sldMk cId="702868773" sldId="275"/>
            <ac:spMk id="2" creationId="{94C26DE5-21BC-993C-15D7-8D264C0D52B0}"/>
          </ac:spMkLst>
        </pc:spChg>
        <pc:spChg chg="mod">
          <ac:chgData name="Jonathan Bollig" userId="8b5d0afe-f106-45e0-8c3f-fd98fa124db1" providerId="ADAL" clId="{B2469FA9-EBD8-4834-A16D-CBF8EFC907DD}" dt="2025-10-04T14:03:46.972" v="1644" actId="20577"/>
          <ac:spMkLst>
            <pc:docMk/>
            <pc:sldMk cId="702868773" sldId="275"/>
            <ac:spMk id="3" creationId="{B17BAF23-80F8-51B3-2493-22AAF243888D}"/>
          </ac:spMkLst>
        </pc:spChg>
        <pc:spChg chg="add mod">
          <ac:chgData name="Jonathan Bollig" userId="8b5d0afe-f106-45e0-8c3f-fd98fa124db1" providerId="ADAL" clId="{B2469FA9-EBD8-4834-A16D-CBF8EFC907DD}" dt="2025-10-04T14:03:26.247" v="1623" actId="14100"/>
          <ac:spMkLst>
            <pc:docMk/>
            <pc:sldMk cId="702868773" sldId="275"/>
            <ac:spMk id="6" creationId="{941620A7-A138-78B3-5A36-2FC87C8AE346}"/>
          </ac:spMkLst>
        </pc:spChg>
        <pc:picChg chg="add mod">
          <ac:chgData name="Jonathan Bollig" userId="8b5d0afe-f106-45e0-8c3f-fd98fa124db1" providerId="ADAL" clId="{B2469FA9-EBD8-4834-A16D-CBF8EFC907DD}" dt="2025-10-04T14:03:14.094" v="1620" actId="1076"/>
          <ac:picMkLst>
            <pc:docMk/>
            <pc:sldMk cId="702868773" sldId="275"/>
            <ac:picMk id="5" creationId="{455F729A-607C-9C28-DE93-E37E92CAE2BE}"/>
          </ac:picMkLst>
        </pc:picChg>
        <pc:picChg chg="add mod">
          <ac:chgData name="Jonathan Bollig" userId="8b5d0afe-f106-45e0-8c3f-fd98fa124db1" providerId="ADAL" clId="{B2469FA9-EBD8-4834-A16D-CBF8EFC907DD}" dt="2025-10-04T14:07:05.507" v="1648" actId="1440"/>
          <ac:picMkLst>
            <pc:docMk/>
            <pc:sldMk cId="702868773" sldId="275"/>
            <ac:picMk id="8" creationId="{7DF7C8F5-C71A-2C5A-8139-3B620C23C5BF}"/>
          </ac:picMkLst>
        </pc:picChg>
      </pc:sldChg>
    </pc:docChg>
  </pc:docChgLst>
  <pc:docChgLst>
    <pc:chgData name="Jonathan Bollig" userId="8b5d0afe-f106-45e0-8c3f-fd98fa124db1" providerId="ADAL" clId="{891409C9-2319-433B-8001-2E1CE368518E}"/>
    <pc:docChg chg="custSel addSld delSld modSld">
      <pc:chgData name="Jonathan Bollig" userId="8b5d0afe-f106-45e0-8c3f-fd98fa124db1" providerId="ADAL" clId="{891409C9-2319-433B-8001-2E1CE368518E}" dt="2025-08-18T13:33:56.347" v="46" actId="47"/>
      <pc:docMkLst>
        <pc:docMk/>
      </pc:docMkLst>
      <pc:sldChg chg="modSp mod">
        <pc:chgData name="Jonathan Bollig" userId="8b5d0afe-f106-45e0-8c3f-fd98fa124db1" providerId="ADAL" clId="{891409C9-2319-433B-8001-2E1CE368518E}" dt="2025-08-18T10:03:07.320" v="7" actId="20577"/>
        <pc:sldMkLst>
          <pc:docMk/>
          <pc:sldMk cId="836289018" sldId="256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656329933" sldId="257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544279955" sldId="258"/>
        </pc:sldMkLst>
      </pc:sldChg>
      <pc:sldChg chg="delSp modSp del mod">
        <pc:chgData name="Jonathan Bollig" userId="8b5d0afe-f106-45e0-8c3f-fd98fa124db1" providerId="ADAL" clId="{891409C9-2319-433B-8001-2E1CE368518E}" dt="2025-08-18T13:33:56.347" v="46" actId="47"/>
        <pc:sldMkLst>
          <pc:docMk/>
          <pc:sldMk cId="2169503629" sldId="259"/>
        </pc:sldMkLst>
      </pc:sldChg>
      <pc:sldChg chg="add">
        <pc:chgData name="Jonathan Bollig" userId="8b5d0afe-f106-45e0-8c3f-fd98fa124db1" providerId="ADAL" clId="{891409C9-2319-433B-8001-2E1CE368518E}" dt="2025-08-18T13:33:54.473" v="45"/>
        <pc:sldMkLst>
          <pc:docMk/>
          <pc:sldMk cId="93230614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53328389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847849653" sldId="261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1908144578" sldId="262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4076698392" sldId="263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708449378" sldId="264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933916611" sldId="265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117799034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CA2EE-5589-4682-AD7F-744DBF1E81F5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22C3B-6429-4381-8F08-B422F3CD22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335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53086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5698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Note: Anaconda Manager works as well, but it’s better to do it in the command line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9804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CF529-6DEB-E4D7-0BD9-323EA01FE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0A0E300-420E-2525-45D3-8E24E8655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4E483A-3866-69B8-A89A-06A5A3E3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07D74D-6C79-794C-3A7B-4CD9682F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767471-AF72-F522-F9C8-D1A8101E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9403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82442-23ED-51AB-B11E-C02EE9E3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FB6CC-3344-41C2-A7A9-FD97D9669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07B756-CC70-5D1A-65F0-BA36F617D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85BC57-ADDF-8A28-E847-CC5388E87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BB58D5-33D2-895E-A1A1-B41693431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485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901EFF-BBAC-2399-8E9A-E8BAA4E4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E4AE0-C619-049A-0BFF-AABE41A1A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97E34-3D02-2C07-C28B-87084EE4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53033-0611-C734-89B6-24CF035A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52151C-1EF6-0973-739A-CBA57062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549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067E4-4EE1-0B07-E683-D619F240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B02DFB-CB33-5ECE-A637-0EBDBC1A75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3045C-02DD-7BE7-9D86-2EE9AC88C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C612DC-44A9-D801-F1BC-F14FD9587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08FCD2-BFCE-54F3-9D30-4AA25565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735D20-9B8C-8A3B-63B6-035CC49E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97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CBE7C-525A-D42E-E43F-0886C6464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39B155-7C21-DB95-30C2-DFCF32763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63A585B-18F2-C2E6-525C-F3883BD39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04D96C-CC87-E3F5-6F91-706502CB0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7C7A36B-3651-D77A-A0B4-353DF9529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156916-057E-51F8-534D-84F55E02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DEEBCE-5AD5-1E00-C91F-1DCDCF02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9CAFB6-90CF-5D1B-FD47-FEA656B8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623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4A36E-BFB2-E755-260D-DC02A115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899B6E-645D-169A-C3CC-DACA9EC3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9B3EA0-178A-0100-B821-DBBB3C8E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F4684F-962A-8067-27D8-5FB58870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076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D9DF99-987F-078B-23F2-AD0C4F0C8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EA8323-CC55-B01B-2104-F1FD0E3E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A6C53B-2330-836A-D0BC-2E01904D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230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F77C76-5BC9-E091-FC9B-7EAB5780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8A66E-18EF-064A-EB20-9A88AC8F4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291D1-EE4A-7FCA-2355-022D506AB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E07462-E862-1A7D-3909-8E6323F7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74FE35-B109-0707-821C-FBF101671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C136A12-4DCB-232D-7C95-F83C2777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7852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87360-94B1-2F3A-B700-56EDD9945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9C14D8-D370-D9C7-6410-4FBED8CAE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3279D0-F11A-49B0-40AD-F12A7DE04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BEC391-9770-5D80-C8C5-6C61CAD4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7A2F6D-EA0A-15A4-4DC8-DF3E9C11F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510ED1-8967-4C84-EA21-7BB69B1F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622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2EFBA-051E-825F-CC2D-B65084EF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ECEC60-3BB2-2938-8C9A-E34393D9A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C506D0-407A-6516-0839-99788463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ACE59F-C71F-8D11-72A2-C5901636F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9BA130-BB20-D464-AC08-B1794AD3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8142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61BD65F-595C-B872-7ED9-463BC365D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4D87C7-FA6C-26D2-FD57-AAE3DC3ED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85D20-1712-38B6-B0DE-C6150789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76EB8-8D04-2976-85D4-2ADF4FA3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0E5B9-8C2B-0AD6-70BD-4E96EAF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222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DDC3FE-CC3F-9BDA-0DA8-AC0AE97E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A997B66-C9C9-C5C2-4F68-B1ED0F53F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8C302-6259-AA12-6D15-F895C1B9C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50A006-B53F-FC11-600B-D61C8B8E3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E1156-7578-F688-1D91-BA880DD71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426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72F59-52B3-6063-A2E3-2AA45125A9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Python Course for Physicists</a:t>
            </a:r>
            <a:br>
              <a:rPr lang="en-US" dirty="0"/>
            </a:br>
            <a:r>
              <a:rPr lang="en-US" dirty="0"/>
              <a:t>(And everyone else!)</a:t>
            </a:r>
            <a:br>
              <a:rPr lang="en-US" noProof="0" dirty="0"/>
            </a:br>
            <a:r>
              <a:rPr lang="en-US" noProof="0"/>
              <a:t>Chunk 7: </a:t>
            </a:r>
            <a:r>
              <a:rPr lang="en-US" noProof="0" dirty="0"/>
              <a:t>Imports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F76653-44B5-8707-B179-FDB90CB514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By Jonathan Bollig</a:t>
            </a:r>
          </a:p>
          <a:p>
            <a:r>
              <a:rPr lang="en-US" noProof="0"/>
              <a:t>09.10.2025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3628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2E0457-6B51-90E8-50F1-29D017751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Being Lazy: Let Others 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593AAD-D21E-0F2A-570C-971E7A0D84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Imports allow you to use code, that others have programmed.</a:t>
            </a:r>
          </a:p>
          <a:p>
            <a:r>
              <a:rPr lang="de-DE" dirty="0"/>
              <a:t>„Package“ </a:t>
            </a:r>
            <a:r>
              <a:rPr lang="de-DE" dirty="0" err="1"/>
              <a:t>of</a:t>
            </a:r>
            <a:r>
              <a:rPr lang="de-DE" dirty="0"/>
              <a:t> code: </a:t>
            </a:r>
            <a:r>
              <a:rPr lang="de-DE" dirty="0" err="1"/>
              <a:t>module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a </a:t>
            </a:r>
            <a:r>
              <a:rPr lang="de-DE" dirty="0" err="1"/>
              <a:t>module</a:t>
            </a:r>
            <a:r>
              <a:rPr lang="de-DE" dirty="0"/>
              <a:t>:</a:t>
            </a:r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functions</a:t>
            </a:r>
            <a:r>
              <a:rPr lang="de-DE" dirty="0"/>
              <a:t>: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DBD4A9C-2869-D660-C3EA-EA3C325E75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2511" y="2838160"/>
            <a:ext cx="2953162" cy="14194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CF1DD2E0-F9CC-50A7-FBA8-D284C6805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9643" y="4586576"/>
            <a:ext cx="3143689" cy="13241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60626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C25FCA-3660-F96E-A076-F479B2EDF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options: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C7C3A44-C349-DDDE-C17F-EA28DC153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 multiple functions: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Import all: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 Not recommended</a:t>
            </a:r>
            <a:endParaRPr lang="en-US" dirty="0"/>
          </a:p>
          <a:p>
            <a:endParaRPr lang="en-US" dirty="0"/>
          </a:p>
          <a:p>
            <a:r>
              <a:rPr lang="en-US" dirty="0"/>
              <a:t>Rename on import </a:t>
            </a:r>
          </a:p>
          <a:p>
            <a:endParaRPr lang="en-US" dirty="0"/>
          </a:p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6065181-F11D-69D2-3BFE-8324BACD3F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5672" y="746089"/>
            <a:ext cx="3302296" cy="20936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9ED88CC9-1A48-D5CB-A1F5-C76BBB6EA7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3161" y="4808868"/>
            <a:ext cx="3201808" cy="13836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3B71AD9-4106-92EE-5E10-69915B844D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5712" y="3089417"/>
            <a:ext cx="2857899" cy="13527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E9AF51A-E17B-D48F-8014-AEF2D78681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7619" y="4835383"/>
            <a:ext cx="2543530" cy="12765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04629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9C0910-5539-0557-1E88-0A6705BB0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Built-in Modules </a:t>
            </a:r>
            <a:r>
              <a:rPr lang="en-US" dirty="0">
                <a:sym typeface="Wingdings" panose="05000000000000000000" pitchFamily="2" charset="2"/>
              </a:rPr>
              <a:t> External Modules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8B637FA-DF60-C592-FD5B-49C7FCF53C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ighlight>
                  <a:srgbClr val="C0C0C0"/>
                </a:highlight>
              </a:rPr>
              <a:t>Math</a:t>
            </a:r>
            <a:r>
              <a:rPr lang="en-US" dirty="0"/>
              <a:t> is a built-in module in python</a:t>
            </a:r>
          </a:p>
          <a:p>
            <a:r>
              <a:rPr lang="en-US" dirty="0"/>
              <a:t>Users upload their modules for use by other people</a:t>
            </a:r>
          </a:p>
          <a:p>
            <a:r>
              <a:rPr lang="en-US" dirty="0"/>
              <a:t>For example: </a:t>
            </a:r>
            <a:r>
              <a:rPr lang="en-US" dirty="0" err="1">
                <a:highlight>
                  <a:srgbClr val="C0C0C0"/>
                </a:highlight>
              </a:rPr>
              <a:t>numpy</a:t>
            </a:r>
            <a:r>
              <a:rPr lang="en-US" dirty="0"/>
              <a:t> </a:t>
            </a:r>
            <a:r>
              <a:rPr lang="de-DE" dirty="0"/>
              <a:t>≙ </a:t>
            </a:r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python</a:t>
            </a:r>
            <a:endParaRPr lang="de-DE" dirty="0"/>
          </a:p>
          <a:p>
            <a:r>
              <a:rPr lang="de-DE" dirty="0"/>
              <a:t>External </a:t>
            </a:r>
            <a:r>
              <a:rPr lang="de-DE" dirty="0" err="1"/>
              <a:t>modules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installed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command</a:t>
            </a:r>
            <a:r>
              <a:rPr lang="de-DE" dirty="0"/>
              <a:t> </a:t>
            </a:r>
            <a:r>
              <a:rPr lang="de-DE" dirty="0" err="1"/>
              <a:t>line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Otherwise</a:t>
            </a:r>
            <a:r>
              <a:rPr lang="de-DE" dirty="0">
                <a:sym typeface="Wingdings" panose="05000000000000000000" pitchFamily="2" charset="2"/>
              </a:rPr>
              <a:t>:</a:t>
            </a:r>
            <a:r>
              <a:rPr lang="de-DE" dirty="0"/>
              <a:t> </a:t>
            </a:r>
            <a:endParaRPr lang="en-US" dirty="0"/>
          </a:p>
          <a:p>
            <a:endParaRPr lang="de-DE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FC1D2D51-7901-6192-AF24-B792BC561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4607" y="4357116"/>
            <a:ext cx="5180317" cy="22212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60615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44B15C-7BEB-B633-46B4-CC9CB6913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Tutorial: Installing Modules using Conda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C2AC21-3C7C-5C89-9490-1F89807A8B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98328"/>
          </a:xfrm>
        </p:spPr>
        <p:txBody>
          <a:bodyPr/>
          <a:lstStyle/>
          <a:p>
            <a:r>
              <a:rPr lang="en-US" dirty="0"/>
              <a:t>Open “</a:t>
            </a:r>
            <a:r>
              <a:rPr lang="en-US" dirty="0">
                <a:highlight>
                  <a:srgbClr val="C0C0C0"/>
                </a:highlight>
              </a:rPr>
              <a:t>Anaconda </a:t>
            </a:r>
            <a:r>
              <a:rPr lang="en-US" dirty="0" err="1">
                <a:highlight>
                  <a:srgbClr val="C0C0C0"/>
                </a:highlight>
              </a:rPr>
              <a:t>Powershell</a:t>
            </a:r>
            <a:r>
              <a:rPr lang="en-US" dirty="0">
                <a:highlight>
                  <a:srgbClr val="C0C0C0"/>
                </a:highlight>
              </a:rPr>
              <a:t> Prompt</a:t>
            </a:r>
            <a:r>
              <a:rPr lang="en-US" dirty="0"/>
              <a:t>”</a:t>
            </a:r>
          </a:p>
          <a:p>
            <a:endParaRPr lang="en-US" dirty="0"/>
          </a:p>
          <a:p>
            <a:r>
              <a:rPr lang="en-US" dirty="0"/>
              <a:t>Enter “</a:t>
            </a:r>
            <a:r>
              <a:rPr lang="en-US" dirty="0" err="1">
                <a:highlight>
                  <a:srgbClr val="C0C0C0"/>
                </a:highlight>
              </a:rPr>
              <a:t>conda</a:t>
            </a:r>
            <a:r>
              <a:rPr lang="en-US" dirty="0">
                <a:highlight>
                  <a:srgbClr val="C0C0C0"/>
                </a:highlight>
              </a:rPr>
              <a:t> install </a:t>
            </a:r>
            <a:r>
              <a:rPr lang="en-US" dirty="0" err="1">
                <a:highlight>
                  <a:srgbClr val="C0C0C0"/>
                </a:highlight>
              </a:rPr>
              <a:t>numpy</a:t>
            </a:r>
            <a:r>
              <a:rPr lang="en-US" dirty="0"/>
              <a:t>”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de-DE" dirty="0"/>
              <a:t>Type „</a:t>
            </a:r>
            <a:r>
              <a:rPr lang="de-DE" dirty="0">
                <a:highlight>
                  <a:srgbClr val="C0C0C0"/>
                </a:highlight>
              </a:rPr>
              <a:t>y</a:t>
            </a:r>
            <a:r>
              <a:rPr lang="de-DE" dirty="0"/>
              <a:t>“ + Enter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proceed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716AC8-EB9D-C401-D3F8-1B511A3374A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7265"/>
          <a:stretch>
            <a:fillRect/>
          </a:stretch>
        </p:blipFill>
        <p:spPr>
          <a:xfrm>
            <a:off x="6395059" y="2786672"/>
            <a:ext cx="4490873" cy="2496312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E88508F4-8480-A42A-7D63-5D6E9C4E6E40}"/>
              </a:ext>
            </a:extLst>
          </p:cNvPr>
          <p:cNvSpPr/>
          <p:nvPr/>
        </p:nvSpPr>
        <p:spPr>
          <a:xfrm>
            <a:off x="8287760" y="2693375"/>
            <a:ext cx="1500891" cy="35401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84FBA27-B470-C83D-78C2-44F3DD78A8AD}"/>
              </a:ext>
            </a:extLst>
          </p:cNvPr>
          <p:cNvSpPr/>
          <p:nvPr/>
        </p:nvSpPr>
        <p:spPr>
          <a:xfrm>
            <a:off x="3510942" y="3429000"/>
            <a:ext cx="2286000" cy="82216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 your case it will show “base” instead of “example”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33DC312-18DF-BE34-D7A8-DBF6BB182FEB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5796942" y="2848356"/>
            <a:ext cx="542125" cy="991727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9" name="Grafik 8">
            <a:extLst>
              <a:ext uri="{FF2B5EF4-FFF2-40B4-BE49-F238E27FC236}">
                <a16:creationId xmlns:a16="http://schemas.microsoft.com/office/drawing/2014/main" id="{874AF4F5-DA0A-6166-BB1B-814AC35CB4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8127"/>
          <a:stretch>
            <a:fillRect/>
          </a:stretch>
        </p:blipFill>
        <p:spPr>
          <a:xfrm>
            <a:off x="7104249" y="1615571"/>
            <a:ext cx="3114171" cy="93108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A57B48D4-4FDA-8EFA-6618-4C4D614214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5059" y="5615917"/>
            <a:ext cx="4427993" cy="1008036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2342DAE6-37E1-CA98-3AF6-F0FC5A4AC76E}"/>
              </a:ext>
            </a:extLst>
          </p:cNvPr>
          <p:cNvSpPr/>
          <p:nvPr/>
        </p:nvSpPr>
        <p:spPr>
          <a:xfrm>
            <a:off x="6395059" y="6364224"/>
            <a:ext cx="1295045" cy="297180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08068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6BFAC4-7C7D-3A35-F69E-6FDFE2A22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Optional: Check installation with “</a:t>
            </a:r>
            <a:r>
              <a:rPr lang="en-US" dirty="0" err="1"/>
              <a:t>conda</a:t>
            </a:r>
            <a:r>
              <a:rPr lang="en-US" dirty="0"/>
              <a:t> list”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C1C52D-3461-6E35-1815-F90DCCDEEC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045964" cy="4712336"/>
          </a:xfrm>
        </p:spPr>
        <p:txBody>
          <a:bodyPr>
            <a:normAutofit/>
          </a:bodyPr>
          <a:lstStyle/>
          <a:p>
            <a:r>
              <a:rPr lang="en-US" dirty="0"/>
              <a:t>“</a:t>
            </a:r>
            <a:r>
              <a:rPr lang="en-US" dirty="0" err="1">
                <a:highlight>
                  <a:srgbClr val="C0C0C0"/>
                </a:highlight>
              </a:rPr>
              <a:t>conda</a:t>
            </a:r>
            <a:r>
              <a:rPr lang="en-US" dirty="0">
                <a:highlight>
                  <a:srgbClr val="C0C0C0"/>
                </a:highlight>
              </a:rPr>
              <a:t> list</a:t>
            </a:r>
            <a:r>
              <a:rPr lang="en-US" dirty="0"/>
              <a:t>” lists all installed packages </a:t>
            </a:r>
          </a:p>
          <a:p>
            <a:r>
              <a:rPr lang="en-US" dirty="0"/>
              <a:t>When installing </a:t>
            </a:r>
            <a:r>
              <a:rPr lang="en-US" dirty="0" err="1"/>
              <a:t>numpy</a:t>
            </a:r>
            <a:r>
              <a:rPr lang="en-US" dirty="0"/>
              <a:t> a lot of other packages get installed as well (dependencies)</a:t>
            </a:r>
          </a:p>
          <a:p>
            <a:r>
              <a:rPr lang="en-US" dirty="0"/>
              <a:t>Note: “</a:t>
            </a:r>
            <a:r>
              <a:rPr lang="en-US" dirty="0" err="1">
                <a:highlight>
                  <a:srgbClr val="C0C0C0"/>
                </a:highlight>
              </a:rPr>
              <a:t>conda</a:t>
            </a:r>
            <a:r>
              <a:rPr lang="en-US" dirty="0"/>
              <a:t>” and “</a:t>
            </a:r>
            <a:r>
              <a:rPr lang="en-US" dirty="0">
                <a:highlight>
                  <a:srgbClr val="C0C0C0"/>
                </a:highlight>
              </a:rPr>
              <a:t>pip</a:t>
            </a:r>
            <a:r>
              <a:rPr lang="en-US" dirty="0"/>
              <a:t>” do very similar things </a:t>
            </a:r>
            <a:r>
              <a:rPr lang="en-US" dirty="0">
                <a:sym typeface="Wingdings" panose="05000000000000000000" pitchFamily="2" charset="2"/>
              </a:rPr>
              <a:t> mostly interchangeable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(Relevant when googling)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DDE892C-38DE-4C9C-FEE1-45732C427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359" y="2301113"/>
            <a:ext cx="5154702" cy="3327126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A3614F48-8851-2E45-16A8-CBA79E6066B2}"/>
              </a:ext>
            </a:extLst>
          </p:cNvPr>
          <p:cNvSpPr/>
          <p:nvPr/>
        </p:nvSpPr>
        <p:spPr>
          <a:xfrm>
            <a:off x="8237469" y="2267712"/>
            <a:ext cx="860812" cy="233560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0337421-402E-E3BB-473B-D078BCDCA046}"/>
              </a:ext>
            </a:extLst>
          </p:cNvPr>
          <p:cNvSpPr/>
          <p:nvPr/>
        </p:nvSpPr>
        <p:spPr>
          <a:xfrm>
            <a:off x="6231359" y="4623816"/>
            <a:ext cx="452905" cy="233560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521574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C26DE5-21BC-993C-15D7-8D264C0D5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installed modules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7BAF23-80F8-51B3-2493-22AAF24388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Restart kernel: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Import works now: 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55F729A-607C-9C28-DE93-E37E92CAE2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1685" y="1482725"/>
            <a:ext cx="5350935" cy="14376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941620A7-A138-78B3-5A36-2FC87C8AE346}"/>
              </a:ext>
            </a:extLst>
          </p:cNvPr>
          <p:cNvSpPr/>
          <p:nvPr/>
        </p:nvSpPr>
        <p:spPr>
          <a:xfrm>
            <a:off x="7190481" y="2418588"/>
            <a:ext cx="271023" cy="233560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7DF7C8F5-C71A-2C5A-8139-3B620C23C5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1813" y="3276109"/>
            <a:ext cx="2248214" cy="6477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028687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64A0F1-7BC6-1BD9-7CBF-4AC55674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15027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Good Luck with your Tasks </a:t>
            </a:r>
            <a:r>
              <a:rPr lang="en-US" dirty="0">
                <a:sym typeface="Wingdings" panose="05000000000000000000" pitchFamily="2" charset="2"/>
              </a:rPr>
              <a:t> </a:t>
            </a:r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B8DC1D0-B080-8EA7-42C6-0DD4B8F84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7573" y="2606395"/>
            <a:ext cx="3996854" cy="394070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2152CBF8-F2CB-2861-A4F2-29F2933C52DB}"/>
              </a:ext>
            </a:extLst>
          </p:cNvPr>
          <p:cNvSpPr txBox="1"/>
          <p:nvPr/>
        </p:nvSpPr>
        <p:spPr>
          <a:xfrm>
            <a:off x="4097573" y="6506107"/>
            <a:ext cx="72047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en-GB" sz="1200" dirty="0">
                <a:solidFill>
                  <a:schemeClr val="bg2">
                    <a:lumMod val="75000"/>
                  </a:schemeClr>
                </a:solidFill>
              </a:rPr>
              <a:t>https://www.reddit.com/r/ProgrammerHumor/comments/o3zjp4/thats_the_evilest_thing_i_can_imagine/</a:t>
            </a:r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138807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274</Words>
  <Application>Microsoft Office PowerPoint</Application>
  <PresentationFormat>Breitbild</PresentationFormat>
  <Paragraphs>50</Paragraphs>
  <Slides>8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Wingdings</vt:lpstr>
      <vt:lpstr>Office</vt:lpstr>
      <vt:lpstr>Python Course for Physicists (And everyone else!) Chunk 7: Imports</vt:lpstr>
      <vt:lpstr>Being Lazy: Let Others Code</vt:lpstr>
      <vt:lpstr>More options:</vt:lpstr>
      <vt:lpstr>Built-in Modules  External Modules</vt:lpstr>
      <vt:lpstr>Tutorial: Installing Modules using Conda</vt:lpstr>
      <vt:lpstr>Optional: Check installation with “conda list”</vt:lpstr>
      <vt:lpstr>Using installed modules</vt:lpstr>
      <vt:lpstr>Good Luck with your Tasks 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Bollig</dc:creator>
  <cp:lastModifiedBy>Jonathan Bollig</cp:lastModifiedBy>
  <cp:revision>1</cp:revision>
  <dcterms:created xsi:type="dcterms:W3CDTF">2025-08-17T13:50:44Z</dcterms:created>
  <dcterms:modified xsi:type="dcterms:W3CDTF">2025-10-07T00:02:32Z</dcterms:modified>
</cp:coreProperties>
</file>