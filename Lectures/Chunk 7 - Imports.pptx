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66FF94-6F8E-4CE3-BA60-87D1BFDB14F6}" v="15" dt="2025-10-04T14:03:19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custSel addSld delSld modSld">
      <pc:chgData name="Jonathan Bollig" userId="8b5d0afe-f106-45e0-8c3f-fd98fa124db1" providerId="ADAL" clId="{B2469FA9-EBD8-4834-A16D-CBF8EFC907DD}" dt="2025-10-04T14:11:15.102" v="1650" actId="20577"/>
      <pc:docMkLst>
        <pc:docMk/>
      </pc:docMkLst>
      <pc:sldChg chg="modSp mod">
        <pc:chgData name="Jonathan Bollig" userId="8b5d0afe-f106-45e0-8c3f-fd98fa124db1" providerId="ADAL" clId="{B2469FA9-EBD8-4834-A16D-CBF8EFC907DD}" dt="2025-10-04T14:11:15.102" v="1650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4T14:11:15.102" v="1650" actId="20577"/>
          <ac:spMkLst>
            <pc:docMk/>
            <pc:sldMk cId="836289018" sldId="256"/>
            <ac:spMk id="2" creationId="{40F72F59-52B3-6063-A2E3-2AA45125A99B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Sp modSp add mod">
        <pc:chgData name="Jonathan Bollig" userId="8b5d0afe-f106-45e0-8c3f-fd98fa124db1" providerId="ADAL" clId="{B2469FA9-EBD8-4834-A16D-CBF8EFC907DD}" dt="2025-10-04T12:16:22.425" v="643" actId="1076"/>
        <pc:sldMkLst>
          <pc:docMk/>
          <pc:sldMk cId="2138807736" sldId="267"/>
        </pc:sldMkLst>
        <pc:spChg chg="mod">
          <ac:chgData name="Jonathan Bollig" userId="8b5d0afe-f106-45e0-8c3f-fd98fa124db1" providerId="ADAL" clId="{B2469FA9-EBD8-4834-A16D-CBF8EFC907DD}" dt="2025-10-04T12:15:26.431" v="632" actId="1076"/>
          <ac:spMkLst>
            <pc:docMk/>
            <pc:sldMk cId="2138807736" sldId="267"/>
            <ac:spMk id="2" creationId="{4264A0F1-7BC6-1BD9-7CBF-4AC55674DB61}"/>
          </ac:spMkLst>
        </pc:spChg>
        <pc:spChg chg="add mod">
          <ac:chgData name="Jonathan Bollig" userId="8b5d0afe-f106-45e0-8c3f-fd98fa124db1" providerId="ADAL" clId="{B2469FA9-EBD8-4834-A16D-CBF8EFC907DD}" dt="2025-10-04T12:16:22.425" v="643" actId="1076"/>
          <ac:spMkLst>
            <pc:docMk/>
            <pc:sldMk cId="2138807736" sldId="267"/>
            <ac:spMk id="5" creationId="{2152CBF8-F2CB-2861-A4F2-29F2933C52DB}"/>
          </ac:spMkLst>
        </pc:spChg>
        <pc:picChg chg="add mod">
          <ac:chgData name="Jonathan Bollig" userId="8b5d0afe-f106-45e0-8c3f-fd98fa124db1" providerId="ADAL" clId="{B2469FA9-EBD8-4834-A16D-CBF8EFC907DD}" dt="2025-10-04T12:15:48.594" v="640" actId="1076"/>
          <ac:picMkLst>
            <pc:docMk/>
            <pc:sldMk cId="2138807736" sldId="267"/>
            <ac:picMk id="4" creationId="{6B8DC1D0-B080-8EA7-42C6-0DD4B8F84AEA}"/>
          </ac:picMkLst>
        </pc:picChg>
      </pc:sldChg>
      <pc:sldChg chg="add del">
        <pc:chgData name="Jonathan Bollig" userId="8b5d0afe-f106-45e0-8c3f-fd98fa124db1" providerId="ADAL" clId="{B2469FA9-EBD8-4834-A16D-CBF8EFC907DD}" dt="2025-10-02T22:34:59.093" v="17" actId="47"/>
        <pc:sldMkLst>
          <pc:docMk/>
          <pc:sldMk cId="2385805343" sldId="268"/>
        </pc:sldMkLst>
      </pc:sldChg>
      <pc:sldChg chg="add del">
        <pc:chgData name="Jonathan Bollig" userId="8b5d0afe-f106-45e0-8c3f-fd98fa124db1" providerId="ADAL" clId="{B2469FA9-EBD8-4834-A16D-CBF8EFC907DD}" dt="2025-10-04T14:04:03.487" v="1647" actId="47"/>
        <pc:sldMkLst>
          <pc:docMk/>
          <pc:sldMk cId="2113368255" sldId="269"/>
        </pc:sldMkLst>
      </pc:sldChg>
      <pc:sldChg chg="addSp modSp new mod">
        <pc:chgData name="Jonathan Bollig" userId="8b5d0afe-f106-45e0-8c3f-fd98fa124db1" providerId="ADAL" clId="{B2469FA9-EBD8-4834-A16D-CBF8EFC907DD}" dt="2025-10-04T11:29:45.374" v="279" actId="1076"/>
        <pc:sldMkLst>
          <pc:docMk/>
          <pc:sldMk cId="1660626831" sldId="270"/>
        </pc:sldMkLst>
        <pc:spChg chg="mod">
          <ac:chgData name="Jonathan Bollig" userId="8b5d0afe-f106-45e0-8c3f-fd98fa124db1" providerId="ADAL" clId="{B2469FA9-EBD8-4834-A16D-CBF8EFC907DD}" dt="2025-10-04T11:09:03.295" v="74" actId="20577"/>
          <ac:spMkLst>
            <pc:docMk/>
            <pc:sldMk cId="1660626831" sldId="270"/>
            <ac:spMk id="2" creationId="{712E0457-6B51-90E8-50F1-29D017751CF6}"/>
          </ac:spMkLst>
        </pc:spChg>
        <pc:spChg chg="mod">
          <ac:chgData name="Jonathan Bollig" userId="8b5d0afe-f106-45e0-8c3f-fd98fa124db1" providerId="ADAL" clId="{B2469FA9-EBD8-4834-A16D-CBF8EFC907DD}" dt="2025-10-04T11:29:36.782" v="277" actId="20577"/>
          <ac:spMkLst>
            <pc:docMk/>
            <pc:sldMk cId="1660626831" sldId="270"/>
            <ac:spMk id="3" creationId="{44593AAD-D21E-0F2A-570C-971E7A0D84B9}"/>
          </ac:spMkLst>
        </pc:spChg>
        <pc:picChg chg="add mod">
          <ac:chgData name="Jonathan Bollig" userId="8b5d0afe-f106-45e0-8c3f-fd98fa124db1" providerId="ADAL" clId="{B2469FA9-EBD8-4834-A16D-CBF8EFC907DD}" dt="2025-10-04T11:29:45.374" v="279" actId="1076"/>
          <ac:picMkLst>
            <pc:docMk/>
            <pc:sldMk cId="1660626831" sldId="270"/>
            <ac:picMk id="5" creationId="{FDBD4A9C-2869-D660-C3EA-EA3C325E7512}"/>
          </ac:picMkLst>
        </pc:picChg>
        <pc:picChg chg="add mod">
          <ac:chgData name="Jonathan Bollig" userId="8b5d0afe-f106-45e0-8c3f-fd98fa124db1" providerId="ADAL" clId="{B2469FA9-EBD8-4834-A16D-CBF8EFC907DD}" dt="2025-10-04T11:29:44.172" v="278" actId="1076"/>
          <ac:picMkLst>
            <pc:docMk/>
            <pc:sldMk cId="1660626831" sldId="270"/>
            <ac:picMk id="7" creationId="{CF1DD2E0-F9CC-50A7-FBA8-D284C6805C1B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4T11:44:48.095" v="458" actId="1440"/>
        <pc:sldMkLst>
          <pc:docMk/>
          <pc:sldMk cId="1004629392" sldId="271"/>
        </pc:sldMkLst>
        <pc:spChg chg="mod">
          <ac:chgData name="Jonathan Bollig" userId="8b5d0afe-f106-45e0-8c3f-fd98fa124db1" providerId="ADAL" clId="{B2469FA9-EBD8-4834-A16D-CBF8EFC907DD}" dt="2025-10-04T11:32:10.886" v="293" actId="20577"/>
          <ac:spMkLst>
            <pc:docMk/>
            <pc:sldMk cId="1004629392" sldId="271"/>
            <ac:spMk id="2" creationId="{34C25FCA-3660-F96E-A076-F479B2EDF100}"/>
          </ac:spMkLst>
        </pc:spChg>
        <pc:spChg chg="mod">
          <ac:chgData name="Jonathan Bollig" userId="8b5d0afe-f106-45e0-8c3f-fd98fa124db1" providerId="ADAL" clId="{B2469FA9-EBD8-4834-A16D-CBF8EFC907DD}" dt="2025-10-04T11:42:38.665" v="451" actId="20577"/>
          <ac:spMkLst>
            <pc:docMk/>
            <pc:sldMk cId="1004629392" sldId="271"/>
            <ac:spMk id="3" creationId="{DC7C3A44-C349-DDDE-C17F-EA28DC153A6C}"/>
          </ac:spMkLst>
        </pc:spChg>
        <pc:picChg chg="add del mod">
          <ac:chgData name="Jonathan Bollig" userId="8b5d0afe-f106-45e0-8c3f-fd98fa124db1" providerId="ADAL" clId="{B2469FA9-EBD8-4834-A16D-CBF8EFC907DD}" dt="2025-10-04T11:33:20.140" v="331" actId="478"/>
          <ac:picMkLst>
            <pc:docMk/>
            <pc:sldMk cId="1004629392" sldId="271"/>
            <ac:picMk id="5" creationId="{387B5230-DE62-2913-F63B-D12B8CE69F55}"/>
          </ac:picMkLst>
        </pc:picChg>
        <pc:picChg chg="add mod">
          <ac:chgData name="Jonathan Bollig" userId="8b5d0afe-f106-45e0-8c3f-fd98fa124db1" providerId="ADAL" clId="{B2469FA9-EBD8-4834-A16D-CBF8EFC907DD}" dt="2025-10-04T11:42:56.586" v="454" actId="1076"/>
          <ac:picMkLst>
            <pc:docMk/>
            <pc:sldMk cId="1004629392" sldId="271"/>
            <ac:picMk id="7" creationId="{76065181-F11D-69D2-3BFE-8324BACD3FF7}"/>
          </ac:picMkLst>
        </pc:picChg>
        <pc:picChg chg="add mod">
          <ac:chgData name="Jonathan Bollig" userId="8b5d0afe-f106-45e0-8c3f-fd98fa124db1" providerId="ADAL" clId="{B2469FA9-EBD8-4834-A16D-CBF8EFC907DD}" dt="2025-10-04T11:44:17.743" v="455" actId="14100"/>
          <ac:picMkLst>
            <pc:docMk/>
            <pc:sldMk cId="1004629392" sldId="271"/>
            <ac:picMk id="9" creationId="{9ED88CC9-1A48-D5CB-A1F5-C76BBB6EA7AD}"/>
          </ac:picMkLst>
        </pc:picChg>
        <pc:picChg chg="add mod">
          <ac:chgData name="Jonathan Bollig" userId="8b5d0afe-f106-45e0-8c3f-fd98fa124db1" providerId="ADAL" clId="{B2469FA9-EBD8-4834-A16D-CBF8EFC907DD}" dt="2025-10-04T11:42:47.076" v="453" actId="1076"/>
          <ac:picMkLst>
            <pc:docMk/>
            <pc:sldMk cId="1004629392" sldId="271"/>
            <ac:picMk id="11" creationId="{23B71AD9-4106-92EE-5E10-69915B844D3F}"/>
          </ac:picMkLst>
        </pc:picChg>
        <pc:picChg chg="add mod">
          <ac:chgData name="Jonathan Bollig" userId="8b5d0afe-f106-45e0-8c3f-fd98fa124db1" providerId="ADAL" clId="{B2469FA9-EBD8-4834-A16D-CBF8EFC907DD}" dt="2025-10-04T11:44:48.095" v="458" actId="1440"/>
          <ac:picMkLst>
            <pc:docMk/>
            <pc:sldMk cId="1004629392" sldId="271"/>
            <ac:picMk id="13" creationId="{EE9AF51A-E17B-D48F-8014-AEF2D7868123}"/>
          </ac:picMkLst>
        </pc:picChg>
      </pc:sldChg>
      <pc:sldChg chg="addSp delSp modSp new mod modNotesTx">
        <pc:chgData name="Jonathan Bollig" userId="8b5d0afe-f106-45e0-8c3f-fd98fa124db1" providerId="ADAL" clId="{B2469FA9-EBD8-4834-A16D-CBF8EFC907DD}" dt="2025-10-04T14:01:40.159" v="1572" actId="1440"/>
        <pc:sldMkLst>
          <pc:docMk/>
          <pc:sldMk cId="3860615279" sldId="272"/>
        </pc:sldMkLst>
        <pc:spChg chg="mod">
          <ac:chgData name="Jonathan Bollig" userId="8b5d0afe-f106-45e0-8c3f-fd98fa124db1" providerId="ADAL" clId="{B2469FA9-EBD8-4834-A16D-CBF8EFC907DD}" dt="2025-10-04T13:59:23.401" v="1517" actId="20577"/>
          <ac:spMkLst>
            <pc:docMk/>
            <pc:sldMk cId="3860615279" sldId="272"/>
            <ac:spMk id="2" creationId="{099C0910-5539-0557-1E88-0A6705BB03F2}"/>
          </ac:spMkLst>
        </pc:spChg>
        <pc:spChg chg="mod">
          <ac:chgData name="Jonathan Bollig" userId="8b5d0afe-f106-45e0-8c3f-fd98fa124db1" providerId="ADAL" clId="{B2469FA9-EBD8-4834-A16D-CBF8EFC907DD}" dt="2025-10-04T13:44:30.092" v="919" actId="20577"/>
          <ac:spMkLst>
            <pc:docMk/>
            <pc:sldMk cId="3860615279" sldId="272"/>
            <ac:spMk id="3" creationId="{28B637FA-DF60-C592-FD5B-49C7FCF53C58}"/>
          </ac:spMkLst>
        </pc:spChg>
        <pc:spChg chg="add del mod">
          <ac:chgData name="Jonathan Bollig" userId="8b5d0afe-f106-45e0-8c3f-fd98fa124db1" providerId="ADAL" clId="{B2469FA9-EBD8-4834-A16D-CBF8EFC907DD}" dt="2025-10-04T13:42:46.002" v="720" actId="21"/>
          <ac:spMkLst>
            <pc:docMk/>
            <pc:sldMk cId="3860615279" sldId="272"/>
            <ac:spMk id="6" creationId="{E88508F4-8480-A42A-7D63-5D6E9C4E6E40}"/>
          </ac:spMkLst>
        </pc:spChg>
        <pc:spChg chg="add del mod">
          <ac:chgData name="Jonathan Bollig" userId="8b5d0afe-f106-45e0-8c3f-fd98fa124db1" providerId="ADAL" clId="{B2469FA9-EBD8-4834-A16D-CBF8EFC907DD}" dt="2025-10-04T13:42:46.002" v="720" actId="21"/>
          <ac:spMkLst>
            <pc:docMk/>
            <pc:sldMk cId="3860615279" sldId="272"/>
            <ac:spMk id="7" creationId="{C84FBA27-B470-C83D-78C2-44F3DD78A8AD}"/>
          </ac:spMkLst>
        </pc:spChg>
        <pc:picChg chg="add del mod">
          <ac:chgData name="Jonathan Bollig" userId="8b5d0afe-f106-45e0-8c3f-fd98fa124db1" providerId="ADAL" clId="{B2469FA9-EBD8-4834-A16D-CBF8EFC907DD}" dt="2025-10-04T13:42:46.002" v="720" actId="21"/>
          <ac:picMkLst>
            <pc:docMk/>
            <pc:sldMk cId="3860615279" sldId="272"/>
            <ac:picMk id="5" creationId="{E8716AC8-EB9D-C401-D3F8-1B511A3374AA}"/>
          </ac:picMkLst>
        </pc:picChg>
        <pc:picChg chg="add del mod">
          <ac:chgData name="Jonathan Bollig" userId="8b5d0afe-f106-45e0-8c3f-fd98fa124db1" providerId="ADAL" clId="{B2469FA9-EBD8-4834-A16D-CBF8EFC907DD}" dt="2025-10-04T14:01:29.873" v="1564" actId="478"/>
          <ac:picMkLst>
            <pc:docMk/>
            <pc:sldMk cId="3860615279" sldId="272"/>
            <ac:picMk id="13" creationId="{A4027BD1-6765-D06B-AC57-98A2006B3EA2}"/>
          </ac:picMkLst>
        </pc:picChg>
        <pc:picChg chg="add mod">
          <ac:chgData name="Jonathan Bollig" userId="8b5d0afe-f106-45e0-8c3f-fd98fa124db1" providerId="ADAL" clId="{B2469FA9-EBD8-4834-A16D-CBF8EFC907DD}" dt="2025-10-04T14:01:40.159" v="1572" actId="1440"/>
          <ac:picMkLst>
            <pc:docMk/>
            <pc:sldMk cId="3860615279" sldId="272"/>
            <ac:picMk id="18" creationId="{FC1D2D51-7901-6192-AF24-B792BC561D4F}"/>
          </ac:picMkLst>
        </pc:picChg>
        <pc:inkChg chg="add del">
          <ac:chgData name="Jonathan Bollig" userId="8b5d0afe-f106-45e0-8c3f-fd98fa124db1" providerId="ADAL" clId="{B2469FA9-EBD8-4834-A16D-CBF8EFC907DD}" dt="2025-10-04T14:01:30.873" v="1565" actId="478"/>
          <ac:inkMkLst>
            <pc:docMk/>
            <pc:sldMk cId="3860615279" sldId="272"/>
            <ac:inkMk id="14" creationId="{3188743A-251F-990E-C365-3EFA3FC9B49E}"/>
          </ac:inkMkLst>
        </pc:inkChg>
        <pc:inkChg chg="add del">
          <ac:chgData name="Jonathan Bollig" userId="8b5d0afe-f106-45e0-8c3f-fd98fa124db1" providerId="ADAL" clId="{B2469FA9-EBD8-4834-A16D-CBF8EFC907DD}" dt="2025-10-04T14:01:31.492" v="1566" actId="478"/>
          <ac:inkMkLst>
            <pc:docMk/>
            <pc:sldMk cId="3860615279" sldId="272"/>
            <ac:inkMk id="15" creationId="{007284F8-69F0-B9F9-EAAF-6D41EAB1A024}"/>
          </ac:inkMkLst>
        </pc:inkChg>
        <pc:inkChg chg="add del">
          <ac:chgData name="Jonathan Bollig" userId="8b5d0afe-f106-45e0-8c3f-fd98fa124db1" providerId="ADAL" clId="{B2469FA9-EBD8-4834-A16D-CBF8EFC907DD}" dt="2025-10-04T14:01:32.493" v="1567" actId="478"/>
          <ac:inkMkLst>
            <pc:docMk/>
            <pc:sldMk cId="3860615279" sldId="272"/>
            <ac:inkMk id="16" creationId="{5F80351D-DABD-2135-33C5-2ED0F0CBB8D9}"/>
          </ac:inkMkLst>
        </pc:inkChg>
        <pc:cxnChg chg="add del mod">
          <ac:chgData name="Jonathan Bollig" userId="8b5d0afe-f106-45e0-8c3f-fd98fa124db1" providerId="ADAL" clId="{B2469FA9-EBD8-4834-A16D-CBF8EFC907DD}" dt="2025-10-04T13:42:46.002" v="720" actId="21"/>
          <ac:cxnSpMkLst>
            <pc:docMk/>
            <pc:sldMk cId="3860615279" sldId="272"/>
            <ac:cxnSpMk id="8" creationId="{633DC312-18DF-BE34-D7A8-DBF6BB182FEB}"/>
          </ac:cxnSpMkLst>
        </pc:cxnChg>
      </pc:sldChg>
      <pc:sldChg chg="addSp modSp new mod">
        <pc:chgData name="Jonathan Bollig" userId="8b5d0afe-f106-45e0-8c3f-fd98fa124db1" providerId="ADAL" clId="{B2469FA9-EBD8-4834-A16D-CBF8EFC907DD}" dt="2025-10-04T13:49:41.470" v="1124" actId="13926"/>
        <pc:sldMkLst>
          <pc:docMk/>
          <pc:sldMk cId="3408068366" sldId="273"/>
        </pc:sldMkLst>
        <pc:spChg chg="mod">
          <ac:chgData name="Jonathan Bollig" userId="8b5d0afe-f106-45e0-8c3f-fd98fa124db1" providerId="ADAL" clId="{B2469FA9-EBD8-4834-A16D-CBF8EFC907DD}" dt="2025-10-04T13:45:38.806" v="976" actId="20577"/>
          <ac:spMkLst>
            <pc:docMk/>
            <pc:sldMk cId="3408068366" sldId="273"/>
            <ac:spMk id="2" creationId="{C844B15C-7BEB-B633-46B4-CC9CB6913251}"/>
          </ac:spMkLst>
        </pc:spChg>
        <pc:spChg chg="mod">
          <ac:chgData name="Jonathan Bollig" userId="8b5d0afe-f106-45e0-8c3f-fd98fa124db1" providerId="ADAL" clId="{B2469FA9-EBD8-4834-A16D-CBF8EFC907DD}" dt="2025-10-04T13:49:41.470" v="1124" actId="13926"/>
          <ac:spMkLst>
            <pc:docMk/>
            <pc:sldMk cId="3408068366" sldId="273"/>
            <ac:spMk id="3" creationId="{89C2AC21-3C7C-5C89-9490-1F89807A8BB6}"/>
          </ac:spMkLst>
        </pc:spChg>
        <pc:spChg chg="add mod">
          <ac:chgData name="Jonathan Bollig" userId="8b5d0afe-f106-45e0-8c3f-fd98fa124db1" providerId="ADAL" clId="{B2469FA9-EBD8-4834-A16D-CBF8EFC907DD}" dt="2025-10-04T13:48:49.457" v="1074" actId="1076"/>
          <ac:spMkLst>
            <pc:docMk/>
            <pc:sldMk cId="3408068366" sldId="273"/>
            <ac:spMk id="6" creationId="{E88508F4-8480-A42A-7D63-5D6E9C4E6E40}"/>
          </ac:spMkLst>
        </pc:spChg>
        <pc:spChg chg="add mod">
          <ac:chgData name="Jonathan Bollig" userId="8b5d0afe-f106-45e0-8c3f-fd98fa124db1" providerId="ADAL" clId="{B2469FA9-EBD8-4834-A16D-CBF8EFC907DD}" dt="2025-10-04T13:48:55.868" v="1077" actId="1076"/>
          <ac:spMkLst>
            <pc:docMk/>
            <pc:sldMk cId="3408068366" sldId="273"/>
            <ac:spMk id="7" creationId="{C84FBA27-B470-C83D-78C2-44F3DD78A8AD}"/>
          </ac:spMkLst>
        </pc:spChg>
        <pc:spChg chg="add mod">
          <ac:chgData name="Jonathan Bollig" userId="8b5d0afe-f106-45e0-8c3f-fd98fa124db1" providerId="ADAL" clId="{B2469FA9-EBD8-4834-A16D-CBF8EFC907DD}" dt="2025-10-04T13:49:31.670" v="1110" actId="14100"/>
          <ac:spMkLst>
            <pc:docMk/>
            <pc:sldMk cId="3408068366" sldId="273"/>
            <ac:spMk id="13" creationId="{2342DAE6-37E1-CA98-3AF6-F0FC5A4AC76E}"/>
          </ac:spMkLst>
        </pc:spChg>
        <pc:picChg chg="add mod modCrop">
          <ac:chgData name="Jonathan Bollig" userId="8b5d0afe-f106-45e0-8c3f-fd98fa124db1" providerId="ADAL" clId="{B2469FA9-EBD8-4834-A16D-CBF8EFC907DD}" dt="2025-10-04T13:49:25.011" v="1107" actId="1076"/>
          <ac:picMkLst>
            <pc:docMk/>
            <pc:sldMk cId="3408068366" sldId="273"/>
            <ac:picMk id="5" creationId="{E8716AC8-EB9D-C401-D3F8-1B511A3374AA}"/>
          </ac:picMkLst>
        </pc:picChg>
        <pc:picChg chg="add mod modCrop">
          <ac:chgData name="Jonathan Bollig" userId="8b5d0afe-f106-45e0-8c3f-fd98fa124db1" providerId="ADAL" clId="{B2469FA9-EBD8-4834-A16D-CBF8EFC907DD}" dt="2025-10-04T13:48:52.381" v="1076" actId="14100"/>
          <ac:picMkLst>
            <pc:docMk/>
            <pc:sldMk cId="3408068366" sldId="273"/>
            <ac:picMk id="9" creationId="{874AF4F5-DA0A-6166-BB1B-814AC35CB4C0}"/>
          </ac:picMkLst>
        </pc:picChg>
        <pc:picChg chg="add mod">
          <ac:chgData name="Jonathan Bollig" userId="8b5d0afe-f106-45e0-8c3f-fd98fa124db1" providerId="ADAL" clId="{B2469FA9-EBD8-4834-A16D-CBF8EFC907DD}" dt="2025-10-04T13:48:59.841" v="1079" actId="1076"/>
          <ac:picMkLst>
            <pc:docMk/>
            <pc:sldMk cId="3408068366" sldId="273"/>
            <ac:picMk id="11" creationId="{A57B48D4-4FDA-8EFA-6618-4C4D614214BC}"/>
          </ac:picMkLst>
        </pc:picChg>
        <pc:cxnChg chg="add mod">
          <ac:chgData name="Jonathan Bollig" userId="8b5d0afe-f106-45e0-8c3f-fd98fa124db1" providerId="ADAL" clId="{B2469FA9-EBD8-4834-A16D-CBF8EFC907DD}" dt="2025-10-04T13:48:58.373" v="1078" actId="14100"/>
          <ac:cxnSpMkLst>
            <pc:docMk/>
            <pc:sldMk cId="3408068366" sldId="273"/>
            <ac:cxnSpMk id="8" creationId="{633DC312-18DF-BE34-D7A8-DBF6BB182FEB}"/>
          </ac:cxnSpMkLst>
        </pc:cxnChg>
      </pc:sldChg>
      <pc:sldChg chg="addSp modSp new mod">
        <pc:chgData name="Jonathan Bollig" userId="8b5d0afe-f106-45e0-8c3f-fd98fa124db1" providerId="ADAL" clId="{B2469FA9-EBD8-4834-A16D-CBF8EFC907DD}" dt="2025-10-04T14:01:00.361" v="1562" actId="21"/>
        <pc:sldMkLst>
          <pc:docMk/>
          <pc:sldMk cId="3252157419" sldId="274"/>
        </pc:sldMkLst>
        <pc:spChg chg="mod">
          <ac:chgData name="Jonathan Bollig" userId="8b5d0afe-f106-45e0-8c3f-fd98fa124db1" providerId="ADAL" clId="{B2469FA9-EBD8-4834-A16D-CBF8EFC907DD}" dt="2025-10-04T13:51:17.113" v="1188" actId="313"/>
          <ac:spMkLst>
            <pc:docMk/>
            <pc:sldMk cId="3252157419" sldId="274"/>
            <ac:spMk id="2" creationId="{806BFAC4-7C7D-3A35-F69E-6FDFE2A22C7F}"/>
          </ac:spMkLst>
        </pc:spChg>
        <pc:spChg chg="mod">
          <ac:chgData name="Jonathan Bollig" userId="8b5d0afe-f106-45e0-8c3f-fd98fa124db1" providerId="ADAL" clId="{B2469FA9-EBD8-4834-A16D-CBF8EFC907DD}" dt="2025-10-04T14:01:00.361" v="1562" actId="21"/>
          <ac:spMkLst>
            <pc:docMk/>
            <pc:sldMk cId="3252157419" sldId="274"/>
            <ac:spMk id="3" creationId="{B0C1C52D-3461-6E35-1815-F90DCCDEEC05}"/>
          </ac:spMkLst>
        </pc:spChg>
        <pc:spChg chg="add mod">
          <ac:chgData name="Jonathan Bollig" userId="8b5d0afe-f106-45e0-8c3f-fd98fa124db1" providerId="ADAL" clId="{B2469FA9-EBD8-4834-A16D-CBF8EFC907DD}" dt="2025-10-04T13:55:32.853" v="1198" actId="1076"/>
          <ac:spMkLst>
            <pc:docMk/>
            <pc:sldMk cId="3252157419" sldId="274"/>
            <ac:spMk id="6" creationId="{A3614F48-8851-2E45-16A8-CBA79E6066B2}"/>
          </ac:spMkLst>
        </pc:spChg>
        <pc:spChg chg="add mod">
          <ac:chgData name="Jonathan Bollig" userId="8b5d0afe-f106-45e0-8c3f-fd98fa124db1" providerId="ADAL" clId="{B2469FA9-EBD8-4834-A16D-CBF8EFC907DD}" dt="2025-10-04T13:55:32.853" v="1198" actId="1076"/>
          <ac:spMkLst>
            <pc:docMk/>
            <pc:sldMk cId="3252157419" sldId="274"/>
            <ac:spMk id="7" creationId="{90337421-402E-E3BB-473B-D078BCDCA046}"/>
          </ac:spMkLst>
        </pc:spChg>
        <pc:picChg chg="add mod">
          <ac:chgData name="Jonathan Bollig" userId="8b5d0afe-f106-45e0-8c3f-fd98fa124db1" providerId="ADAL" clId="{B2469FA9-EBD8-4834-A16D-CBF8EFC907DD}" dt="2025-10-04T13:55:32.853" v="1198" actId="1076"/>
          <ac:picMkLst>
            <pc:docMk/>
            <pc:sldMk cId="3252157419" sldId="274"/>
            <ac:picMk id="5" creationId="{2DDE892C-38DE-4C9C-FEE1-45732C427A07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4T14:07:05.507" v="1648" actId="1440"/>
        <pc:sldMkLst>
          <pc:docMk/>
          <pc:sldMk cId="702868773" sldId="275"/>
        </pc:sldMkLst>
        <pc:spChg chg="mod">
          <ac:chgData name="Jonathan Bollig" userId="8b5d0afe-f106-45e0-8c3f-fd98fa124db1" providerId="ADAL" clId="{B2469FA9-EBD8-4834-A16D-CBF8EFC907DD}" dt="2025-10-04T14:02:29.905" v="1595" actId="20577"/>
          <ac:spMkLst>
            <pc:docMk/>
            <pc:sldMk cId="702868773" sldId="275"/>
            <ac:spMk id="2" creationId="{94C26DE5-21BC-993C-15D7-8D264C0D52B0}"/>
          </ac:spMkLst>
        </pc:spChg>
        <pc:spChg chg="mod">
          <ac:chgData name="Jonathan Bollig" userId="8b5d0afe-f106-45e0-8c3f-fd98fa124db1" providerId="ADAL" clId="{B2469FA9-EBD8-4834-A16D-CBF8EFC907DD}" dt="2025-10-04T14:03:46.972" v="1644" actId="20577"/>
          <ac:spMkLst>
            <pc:docMk/>
            <pc:sldMk cId="702868773" sldId="275"/>
            <ac:spMk id="3" creationId="{B17BAF23-80F8-51B3-2493-22AAF243888D}"/>
          </ac:spMkLst>
        </pc:spChg>
        <pc:spChg chg="add mod">
          <ac:chgData name="Jonathan Bollig" userId="8b5d0afe-f106-45e0-8c3f-fd98fa124db1" providerId="ADAL" clId="{B2469FA9-EBD8-4834-A16D-CBF8EFC907DD}" dt="2025-10-04T14:03:26.247" v="1623" actId="14100"/>
          <ac:spMkLst>
            <pc:docMk/>
            <pc:sldMk cId="702868773" sldId="275"/>
            <ac:spMk id="6" creationId="{941620A7-A138-78B3-5A36-2FC87C8AE346}"/>
          </ac:spMkLst>
        </pc:spChg>
        <pc:picChg chg="add mod">
          <ac:chgData name="Jonathan Bollig" userId="8b5d0afe-f106-45e0-8c3f-fd98fa124db1" providerId="ADAL" clId="{B2469FA9-EBD8-4834-A16D-CBF8EFC907DD}" dt="2025-10-04T14:03:14.094" v="1620" actId="1076"/>
          <ac:picMkLst>
            <pc:docMk/>
            <pc:sldMk cId="702868773" sldId="275"/>
            <ac:picMk id="5" creationId="{455F729A-607C-9C28-DE93-E37E92CAE2BE}"/>
          </ac:picMkLst>
        </pc:picChg>
        <pc:picChg chg="add mod">
          <ac:chgData name="Jonathan Bollig" userId="8b5d0afe-f106-45e0-8c3f-fd98fa124db1" providerId="ADAL" clId="{B2469FA9-EBD8-4834-A16D-CBF8EFC907DD}" dt="2025-10-04T14:07:05.507" v="1648" actId="1440"/>
          <ac:picMkLst>
            <pc:docMk/>
            <pc:sldMk cId="702868773" sldId="275"/>
            <ac:picMk id="8" creationId="{7DF7C8F5-C71A-2C5A-8139-3B620C23C5B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5308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56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Anaconda Manager works as well, but it’s better to do it in the command line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980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noProof="0" dirty="0"/>
            </a:br>
            <a:r>
              <a:rPr lang="en-US" noProof="0"/>
              <a:t>Chunk 7: </a:t>
            </a:r>
            <a:r>
              <a:rPr lang="en-US" noProof="0" dirty="0"/>
              <a:t>Imports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2E0457-6B51-90E8-50F1-29D01775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Lazy: Let Others Code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593AAD-D21E-0F2A-570C-971E7A0D8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Imports allow you to use code, that others have programmed.</a:t>
            </a:r>
          </a:p>
          <a:p>
            <a:r>
              <a:rPr lang="de-DE" dirty="0"/>
              <a:t>„Package“ </a:t>
            </a:r>
            <a:r>
              <a:rPr lang="de-DE" dirty="0" err="1"/>
              <a:t>of</a:t>
            </a:r>
            <a:r>
              <a:rPr lang="de-DE" dirty="0"/>
              <a:t> code: </a:t>
            </a:r>
            <a:r>
              <a:rPr lang="de-DE" dirty="0" err="1"/>
              <a:t>module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a </a:t>
            </a:r>
            <a:r>
              <a:rPr lang="de-DE" dirty="0" err="1"/>
              <a:t>module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BD4A9C-2869-D660-C3EA-EA3C325E7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511" y="2838160"/>
            <a:ext cx="2953162" cy="1419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F1DD2E0-F9CC-50A7-FBA8-D284C680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643" y="4586576"/>
            <a:ext cx="3143689" cy="1324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0626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C25FCA-3660-F96E-A076-F479B2ED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options: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7C3A44-C349-DDDE-C17F-EA28DC153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multiple functions: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Import all: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Not recommended</a:t>
            </a:r>
            <a:endParaRPr lang="en-US" dirty="0"/>
          </a:p>
          <a:p>
            <a:endParaRPr lang="en-US" dirty="0"/>
          </a:p>
          <a:p>
            <a:r>
              <a:rPr lang="en-US" dirty="0"/>
              <a:t>Rename on import </a:t>
            </a:r>
          </a:p>
          <a:p>
            <a:endParaRPr lang="en-US" dirty="0"/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6065181-F11D-69D2-3BFE-8324BACD3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672" y="746089"/>
            <a:ext cx="3302296" cy="20936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ED88CC9-1A48-D5CB-A1F5-C76BBB6EA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161" y="4808868"/>
            <a:ext cx="3201808" cy="13836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3B71AD9-4106-92EE-5E10-69915B844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712" y="3089417"/>
            <a:ext cx="2857899" cy="1352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E9AF51A-E17B-D48F-8014-AEF2D7868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7619" y="4835383"/>
            <a:ext cx="2543530" cy="1276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4629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9C0910-5539-0557-1E88-0A6705BB0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Modules </a:t>
            </a:r>
            <a:r>
              <a:rPr lang="en-US" dirty="0">
                <a:sym typeface="Wingdings" panose="05000000000000000000" pitchFamily="2" charset="2"/>
              </a:rPr>
              <a:t> External Modules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B637FA-DF60-C592-FD5B-49C7FCF53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Math</a:t>
            </a:r>
            <a:r>
              <a:rPr lang="en-US" dirty="0"/>
              <a:t> is a built-in module in python</a:t>
            </a:r>
          </a:p>
          <a:p>
            <a:r>
              <a:rPr lang="en-US" dirty="0"/>
              <a:t>Users upload their modules for use by other people</a:t>
            </a:r>
          </a:p>
          <a:p>
            <a:r>
              <a:rPr lang="en-US" dirty="0"/>
              <a:t>For example: </a:t>
            </a:r>
            <a:r>
              <a:rPr lang="en-US" dirty="0" err="1">
                <a:highlight>
                  <a:srgbClr val="C0C0C0"/>
                </a:highlight>
              </a:rPr>
              <a:t>numpy</a:t>
            </a:r>
            <a:r>
              <a:rPr lang="en-US" dirty="0"/>
              <a:t> </a:t>
            </a:r>
            <a:r>
              <a:rPr lang="de-DE" dirty="0"/>
              <a:t>≙ </a:t>
            </a:r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python</a:t>
            </a:r>
            <a:endParaRPr lang="de-DE" dirty="0"/>
          </a:p>
          <a:p>
            <a:r>
              <a:rPr lang="de-DE" dirty="0"/>
              <a:t>External </a:t>
            </a:r>
            <a:r>
              <a:rPr lang="de-DE" dirty="0" err="1"/>
              <a:t>modules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installed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line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Otherwise</a:t>
            </a:r>
            <a:r>
              <a:rPr lang="de-DE" dirty="0">
                <a:sym typeface="Wingdings" panose="05000000000000000000" pitchFamily="2" charset="2"/>
              </a:rPr>
              <a:t>:</a:t>
            </a:r>
            <a:r>
              <a:rPr lang="de-DE" dirty="0"/>
              <a:t> </a:t>
            </a:r>
            <a:endParaRPr lang="en-US" dirty="0"/>
          </a:p>
          <a:p>
            <a:endParaRPr lang="de-DE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FC1D2D51-7901-6192-AF24-B792BC561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607" y="4357116"/>
            <a:ext cx="5180317" cy="22212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0615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44B15C-7BEB-B633-46B4-CC9CB6913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Tutorial: Installing Modules using Conda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C2AC21-3C7C-5C89-9490-1F89807A8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8328"/>
          </a:xfrm>
        </p:spPr>
        <p:txBody>
          <a:bodyPr/>
          <a:lstStyle/>
          <a:p>
            <a:r>
              <a:rPr lang="en-US" dirty="0"/>
              <a:t>Open “</a:t>
            </a:r>
            <a:r>
              <a:rPr lang="en-US" dirty="0">
                <a:highlight>
                  <a:srgbClr val="C0C0C0"/>
                </a:highlight>
              </a:rPr>
              <a:t>Anaconda </a:t>
            </a:r>
            <a:r>
              <a:rPr lang="en-US" dirty="0" err="1">
                <a:highlight>
                  <a:srgbClr val="C0C0C0"/>
                </a:highlight>
              </a:rPr>
              <a:t>Powershell</a:t>
            </a:r>
            <a:r>
              <a:rPr lang="en-US" dirty="0">
                <a:highlight>
                  <a:srgbClr val="C0C0C0"/>
                </a:highlight>
              </a:rPr>
              <a:t> Prompt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Enter “</a:t>
            </a:r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>
                <a:highlight>
                  <a:srgbClr val="C0C0C0"/>
                </a:highlight>
              </a:rPr>
              <a:t> install </a:t>
            </a:r>
            <a:r>
              <a:rPr lang="en-US" dirty="0" err="1">
                <a:highlight>
                  <a:srgbClr val="C0C0C0"/>
                </a:highlight>
              </a:rPr>
              <a:t>numpy</a:t>
            </a:r>
            <a:r>
              <a:rPr lang="en-US" dirty="0"/>
              <a:t>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de-DE" dirty="0"/>
              <a:t>Type „</a:t>
            </a:r>
            <a:r>
              <a:rPr lang="de-DE" dirty="0">
                <a:highlight>
                  <a:srgbClr val="C0C0C0"/>
                </a:highlight>
              </a:rPr>
              <a:t>y</a:t>
            </a:r>
            <a:r>
              <a:rPr lang="de-DE" dirty="0"/>
              <a:t>“ + Enter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proceed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716AC8-EB9D-C401-D3F8-1B511A3374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265"/>
          <a:stretch>
            <a:fillRect/>
          </a:stretch>
        </p:blipFill>
        <p:spPr>
          <a:xfrm>
            <a:off x="6395059" y="2786672"/>
            <a:ext cx="4490873" cy="2496312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E88508F4-8480-A42A-7D63-5D6E9C4E6E40}"/>
              </a:ext>
            </a:extLst>
          </p:cNvPr>
          <p:cNvSpPr/>
          <p:nvPr/>
        </p:nvSpPr>
        <p:spPr>
          <a:xfrm>
            <a:off x="8287760" y="2693375"/>
            <a:ext cx="1500891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84FBA27-B470-C83D-78C2-44F3DD78A8AD}"/>
              </a:ext>
            </a:extLst>
          </p:cNvPr>
          <p:cNvSpPr/>
          <p:nvPr/>
        </p:nvSpPr>
        <p:spPr>
          <a:xfrm>
            <a:off x="3510942" y="3429000"/>
            <a:ext cx="2286000" cy="82216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 your case it will show “base” instead of “example”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33DC312-18DF-BE34-D7A8-DBF6BB182FEB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96942" y="2848356"/>
            <a:ext cx="542125" cy="99172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874AF4F5-DA0A-6166-BB1B-814AC35CB4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127"/>
          <a:stretch>
            <a:fillRect/>
          </a:stretch>
        </p:blipFill>
        <p:spPr>
          <a:xfrm>
            <a:off x="7104249" y="1615571"/>
            <a:ext cx="3114171" cy="93108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57B48D4-4FDA-8EFA-6618-4C4D61421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059" y="5615917"/>
            <a:ext cx="4427993" cy="1008036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2342DAE6-37E1-CA98-3AF6-F0FC5A4AC76E}"/>
              </a:ext>
            </a:extLst>
          </p:cNvPr>
          <p:cNvSpPr/>
          <p:nvPr/>
        </p:nvSpPr>
        <p:spPr>
          <a:xfrm>
            <a:off x="6395059" y="6364224"/>
            <a:ext cx="1295045" cy="29718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08068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6BFAC4-7C7D-3A35-F69E-6FDFE2A2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Optional: Check installation with “</a:t>
            </a:r>
            <a:r>
              <a:rPr lang="en-US" dirty="0" err="1"/>
              <a:t>conda</a:t>
            </a:r>
            <a:r>
              <a:rPr lang="en-US" dirty="0"/>
              <a:t> list”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C1C52D-3461-6E35-1815-F90DCCDEE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045964" cy="4712336"/>
          </a:xfrm>
        </p:spPr>
        <p:txBody>
          <a:bodyPr>
            <a:normAutofit/>
          </a:bodyPr>
          <a:lstStyle/>
          <a:p>
            <a:r>
              <a:rPr lang="en-US" dirty="0"/>
              <a:t>“</a:t>
            </a:r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>
                <a:highlight>
                  <a:srgbClr val="C0C0C0"/>
                </a:highlight>
              </a:rPr>
              <a:t> list</a:t>
            </a:r>
            <a:r>
              <a:rPr lang="en-US" dirty="0"/>
              <a:t>” lists all installed packages </a:t>
            </a:r>
          </a:p>
          <a:p>
            <a:r>
              <a:rPr lang="en-US" dirty="0"/>
              <a:t>When installing </a:t>
            </a:r>
            <a:r>
              <a:rPr lang="en-US" dirty="0" err="1"/>
              <a:t>numpy</a:t>
            </a:r>
            <a:r>
              <a:rPr lang="en-US" dirty="0"/>
              <a:t> a lot of other packages get installed as well (dependencies)</a:t>
            </a:r>
          </a:p>
          <a:p>
            <a:r>
              <a:rPr lang="en-US" dirty="0"/>
              <a:t>Note: “</a:t>
            </a:r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/>
              <a:t>” and “</a:t>
            </a:r>
            <a:r>
              <a:rPr lang="en-US" dirty="0">
                <a:highlight>
                  <a:srgbClr val="C0C0C0"/>
                </a:highlight>
              </a:rPr>
              <a:t>pip</a:t>
            </a:r>
            <a:r>
              <a:rPr lang="en-US" dirty="0"/>
              <a:t>” do very similar things </a:t>
            </a:r>
            <a:r>
              <a:rPr lang="en-US" dirty="0">
                <a:sym typeface="Wingdings" panose="05000000000000000000" pitchFamily="2" charset="2"/>
              </a:rPr>
              <a:t> mostly interchangeable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(Relevant when googling)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DDE892C-38DE-4C9C-FEE1-45732C42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359" y="2301113"/>
            <a:ext cx="5154702" cy="3327126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A3614F48-8851-2E45-16A8-CBA79E6066B2}"/>
              </a:ext>
            </a:extLst>
          </p:cNvPr>
          <p:cNvSpPr/>
          <p:nvPr/>
        </p:nvSpPr>
        <p:spPr>
          <a:xfrm>
            <a:off x="8237469" y="2267712"/>
            <a:ext cx="860812" cy="23356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0337421-402E-E3BB-473B-D078BCDCA046}"/>
              </a:ext>
            </a:extLst>
          </p:cNvPr>
          <p:cNvSpPr/>
          <p:nvPr/>
        </p:nvSpPr>
        <p:spPr>
          <a:xfrm>
            <a:off x="6231359" y="4623816"/>
            <a:ext cx="452905" cy="23356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5215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26DE5-21BC-993C-15D7-8D264C0D5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installed modules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7BAF23-80F8-51B3-2493-22AAF2438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Restart kernel: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Import works now: 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5F729A-607C-9C28-DE93-E37E92CAE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685" y="1482725"/>
            <a:ext cx="5350935" cy="14376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941620A7-A138-78B3-5A36-2FC87C8AE346}"/>
              </a:ext>
            </a:extLst>
          </p:cNvPr>
          <p:cNvSpPr/>
          <p:nvPr/>
        </p:nvSpPr>
        <p:spPr>
          <a:xfrm>
            <a:off x="7190481" y="2418588"/>
            <a:ext cx="271023" cy="23356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DF7C8F5-C71A-2C5A-8139-3B620C23C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813" y="3276109"/>
            <a:ext cx="2248214" cy="647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2868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502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Good Luck with your Tasks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B8DC1D0-B080-8EA7-42C6-0DD4B8F84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573" y="2606395"/>
            <a:ext cx="3996854" cy="394070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152CBF8-F2CB-2861-A4F2-29F2933C52DB}"/>
              </a:ext>
            </a:extLst>
          </p:cNvPr>
          <p:cNvSpPr txBox="1"/>
          <p:nvPr/>
        </p:nvSpPr>
        <p:spPr>
          <a:xfrm>
            <a:off x="4097573" y="6506107"/>
            <a:ext cx="7204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https://www.reddit.com/r/ProgrammerHumor/comments/o3zjp4/thats_the_evilest_thing_i_can_imagine/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Breitbild</PresentationFormat>
  <Paragraphs>50</Paragraphs>
  <Slides>8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</vt:lpstr>
      <vt:lpstr>Python Course for Physicists (And everyone else!) Chunk 7: Imports</vt:lpstr>
      <vt:lpstr>Being Lazy: Let Others Code</vt:lpstr>
      <vt:lpstr>More options:</vt:lpstr>
      <vt:lpstr>Built-in Modules  External Modules</vt:lpstr>
      <vt:lpstr>Tutorial: Installing Modules using Conda</vt:lpstr>
      <vt:lpstr>Optional: Check installation with “conda list”</vt:lpstr>
      <vt:lpstr>Using installed modules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2025-10-05T22:43:32Z</dcterms:modified>
</cp:coreProperties>
</file>