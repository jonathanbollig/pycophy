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71" r:id="rId4"/>
    <p:sldId id="268" r:id="rId5"/>
    <p:sldId id="264" r:id="rId6"/>
    <p:sldId id="269" r:id="rId7"/>
    <p:sldId id="27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FB41D-24D0-493B-8455-924E73E04FB1}" v="6" dt="2025-10-04T12:10:15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custSel addSld delSld modSld sldOrd">
      <pc:chgData name="Jonathan Bollig" userId="8b5d0afe-f106-45e0-8c3f-fd98fa124db1" providerId="ADAL" clId="{B2469FA9-EBD8-4834-A16D-CBF8EFC907DD}" dt="2025-10-04T12:10:15.643" v="1401"/>
      <pc:docMkLst>
        <pc:docMk/>
      </pc:docMkLst>
      <pc:sldChg chg="modSp mod">
        <pc:chgData name="Jonathan Bollig" userId="8b5d0afe-f106-45e0-8c3f-fd98fa124db1" providerId="ADAL" clId="{B2469FA9-EBD8-4834-A16D-CBF8EFC907DD}" dt="2025-09-29T18:32:00.296" v="903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09-29T18:32:00.296" v="903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del ord">
        <pc:chgData name="Jonathan Bollig" userId="8b5d0afe-f106-45e0-8c3f-fd98fa124db1" providerId="ADAL" clId="{B2469FA9-EBD8-4834-A16D-CBF8EFC907DD}" dt="2025-09-29T18:05:23.352" v="36" actId="47"/>
        <pc:sldMkLst>
          <pc:docMk/>
          <pc:sldMk cId="932306145" sldId="260"/>
        </pc:sldMkLst>
      </pc:sldChg>
      <pc:sldChg chg="modSp add mod">
        <pc:chgData name="Jonathan Bollig" userId="8b5d0afe-f106-45e0-8c3f-fd98fa124db1" providerId="ADAL" clId="{B2469FA9-EBD8-4834-A16D-CBF8EFC907DD}" dt="2025-09-29T18:04:35.094" v="35" actId="1076"/>
        <pc:sldMkLst>
          <pc:docMk/>
          <pc:sldMk cId="3708449378" sldId="264"/>
        </pc:sldMkLst>
        <pc:spChg chg="mod">
          <ac:chgData name="Jonathan Bollig" userId="8b5d0afe-f106-45e0-8c3f-fd98fa124db1" providerId="ADAL" clId="{B2469FA9-EBD8-4834-A16D-CBF8EFC907DD}" dt="2025-09-29T18:04:18.016" v="33" actId="14100"/>
          <ac:spMkLst>
            <pc:docMk/>
            <pc:sldMk cId="3708449378" sldId="264"/>
            <ac:spMk id="3" creationId="{FB7525F8-FAD1-C786-6876-3001A94C72A7}"/>
          </ac:spMkLst>
        </pc:spChg>
        <pc:grpChg chg="mod">
          <ac:chgData name="Jonathan Bollig" userId="8b5d0afe-f106-45e0-8c3f-fd98fa124db1" providerId="ADAL" clId="{B2469FA9-EBD8-4834-A16D-CBF8EFC907DD}" dt="2025-09-29T18:04:26.547" v="34" actId="1076"/>
          <ac:grpSpMkLst>
            <pc:docMk/>
            <pc:sldMk cId="3708449378" sldId="264"/>
            <ac:grpSpMk id="20" creationId="{3B032363-807E-84F0-5FDA-ECEE3715D32A}"/>
          </ac:grpSpMkLst>
        </pc:grpChg>
        <pc:picChg chg="mod">
          <ac:chgData name="Jonathan Bollig" userId="8b5d0afe-f106-45e0-8c3f-fd98fa124db1" providerId="ADAL" clId="{B2469FA9-EBD8-4834-A16D-CBF8EFC907DD}" dt="2025-09-29T18:04:35.094" v="35" actId="1076"/>
          <ac:picMkLst>
            <pc:docMk/>
            <pc:sldMk cId="3708449378" sldId="264"/>
            <ac:picMk id="5" creationId="{6331058A-31B0-DB0E-F244-937D0ECE177E}"/>
          </ac:picMkLst>
        </pc:picChg>
      </pc:sldChg>
      <pc:sldChg chg="modSp add mod">
        <pc:chgData name="Jonathan Bollig" userId="8b5d0afe-f106-45e0-8c3f-fd98fa124db1" providerId="ADAL" clId="{B2469FA9-EBD8-4834-A16D-CBF8EFC907DD}" dt="2025-09-29T18:23:53.327" v="63" actId="20577"/>
        <pc:sldMkLst>
          <pc:docMk/>
          <pc:sldMk cId="3192815915" sldId="268"/>
        </pc:sldMkLst>
        <pc:spChg chg="mod">
          <ac:chgData name="Jonathan Bollig" userId="8b5d0afe-f106-45e0-8c3f-fd98fa124db1" providerId="ADAL" clId="{B2469FA9-EBD8-4834-A16D-CBF8EFC907DD}" dt="2025-09-29T18:23:53.327" v="63" actId="20577"/>
          <ac:spMkLst>
            <pc:docMk/>
            <pc:sldMk cId="3192815915" sldId="268"/>
            <ac:spMk id="2" creationId="{F3DE64E6-7274-88EA-2605-DCE3A8BDD8EE}"/>
          </ac:spMkLst>
        </pc:spChg>
      </pc:sldChg>
      <pc:sldChg chg="addSp delSp modSp new mod">
        <pc:chgData name="Jonathan Bollig" userId="8b5d0afe-f106-45e0-8c3f-fd98fa124db1" providerId="ADAL" clId="{B2469FA9-EBD8-4834-A16D-CBF8EFC907DD}" dt="2025-09-29T18:29:24.788" v="577" actId="14100"/>
        <pc:sldMkLst>
          <pc:docMk/>
          <pc:sldMk cId="3380144665" sldId="269"/>
        </pc:sldMkLst>
        <pc:spChg chg="mod">
          <ac:chgData name="Jonathan Bollig" userId="8b5d0afe-f106-45e0-8c3f-fd98fa124db1" providerId="ADAL" clId="{B2469FA9-EBD8-4834-A16D-CBF8EFC907DD}" dt="2025-09-29T18:05:42.507" v="62" actId="20577"/>
          <ac:spMkLst>
            <pc:docMk/>
            <pc:sldMk cId="3380144665" sldId="269"/>
            <ac:spMk id="2" creationId="{BBAF1806-78ED-1587-1778-637CC74E2D84}"/>
          </ac:spMkLst>
        </pc:spChg>
        <pc:spChg chg="mod">
          <ac:chgData name="Jonathan Bollig" userId="8b5d0afe-f106-45e0-8c3f-fd98fa124db1" providerId="ADAL" clId="{B2469FA9-EBD8-4834-A16D-CBF8EFC907DD}" dt="2025-09-29T18:29:24.788" v="577" actId="14100"/>
          <ac:spMkLst>
            <pc:docMk/>
            <pc:sldMk cId="3380144665" sldId="269"/>
            <ac:spMk id="3" creationId="{D6B7A7FF-5FCE-17D9-6C1C-5D15498F4830}"/>
          </ac:spMkLst>
        </pc:spChg>
        <pc:spChg chg="add mod">
          <ac:chgData name="Jonathan Bollig" userId="8b5d0afe-f106-45e0-8c3f-fd98fa124db1" providerId="ADAL" clId="{B2469FA9-EBD8-4834-A16D-CBF8EFC907DD}" dt="2025-09-29T18:28:05.201" v="318" actId="1076"/>
          <ac:spMkLst>
            <pc:docMk/>
            <pc:sldMk cId="3380144665" sldId="269"/>
            <ac:spMk id="8" creationId="{790D226D-D3CB-73B9-9632-58336F856FE8}"/>
          </ac:spMkLst>
        </pc:spChg>
        <pc:picChg chg="add mod">
          <ac:chgData name="Jonathan Bollig" userId="8b5d0afe-f106-45e0-8c3f-fd98fa124db1" providerId="ADAL" clId="{B2469FA9-EBD8-4834-A16D-CBF8EFC907DD}" dt="2025-09-29T18:26:04.368" v="143" actId="1076"/>
          <ac:picMkLst>
            <pc:docMk/>
            <pc:sldMk cId="3380144665" sldId="269"/>
            <ac:picMk id="7" creationId="{B920AFDB-4702-A223-06C3-1D752BD11C62}"/>
          </ac:picMkLst>
        </pc:picChg>
      </pc:sldChg>
      <pc:sldChg chg="delSp modSp new mod">
        <pc:chgData name="Jonathan Bollig" userId="8b5d0afe-f106-45e0-8c3f-fd98fa124db1" providerId="ADAL" clId="{B2469FA9-EBD8-4834-A16D-CBF8EFC907DD}" dt="2025-09-30T11:53:52.136" v="905" actId="20577"/>
        <pc:sldMkLst>
          <pc:docMk/>
          <pc:sldMk cId="4236693601" sldId="270"/>
        </pc:sldMkLst>
        <pc:spChg chg="mod">
          <ac:chgData name="Jonathan Bollig" userId="8b5d0afe-f106-45e0-8c3f-fd98fa124db1" providerId="ADAL" clId="{B2469FA9-EBD8-4834-A16D-CBF8EFC907DD}" dt="2025-09-30T11:53:52.136" v="905" actId="20577"/>
          <ac:spMkLst>
            <pc:docMk/>
            <pc:sldMk cId="4236693601" sldId="270"/>
            <ac:spMk id="3" creationId="{42EE792B-B21D-9BF1-1116-3EC02A6F6B7C}"/>
          </ac:spMkLst>
        </pc:spChg>
      </pc:sldChg>
      <pc:sldChg chg="modSp new mod">
        <pc:chgData name="Jonathan Bollig" userId="8b5d0afe-f106-45e0-8c3f-fd98fa124db1" providerId="ADAL" clId="{B2469FA9-EBD8-4834-A16D-CBF8EFC907DD}" dt="2025-10-02T19:18:54.370" v="1344" actId="20577"/>
        <pc:sldMkLst>
          <pc:docMk/>
          <pc:sldMk cId="2664404646" sldId="271"/>
        </pc:sldMkLst>
        <pc:spChg chg="mod">
          <ac:chgData name="Jonathan Bollig" userId="8b5d0afe-f106-45e0-8c3f-fd98fa124db1" providerId="ADAL" clId="{B2469FA9-EBD8-4834-A16D-CBF8EFC907DD}" dt="2025-09-30T11:55:52.121" v="962" actId="5793"/>
          <ac:spMkLst>
            <pc:docMk/>
            <pc:sldMk cId="2664404646" sldId="271"/>
            <ac:spMk id="2" creationId="{9C8FF50D-822D-095B-6A0D-025B6D626FAC}"/>
          </ac:spMkLst>
        </pc:spChg>
        <pc:spChg chg="mod">
          <ac:chgData name="Jonathan Bollig" userId="8b5d0afe-f106-45e0-8c3f-fd98fa124db1" providerId="ADAL" clId="{B2469FA9-EBD8-4834-A16D-CBF8EFC907DD}" dt="2025-10-02T19:18:54.370" v="1344" actId="20577"/>
          <ac:spMkLst>
            <pc:docMk/>
            <pc:sldMk cId="2664404646" sldId="271"/>
            <ac:spMk id="3" creationId="{87CBDE08-5A22-8EA9-035A-5C6406093F92}"/>
          </ac:spMkLst>
        </pc:spChg>
      </pc:sldChg>
      <pc:sldChg chg="addSp delSp modSp new mod">
        <pc:chgData name="Jonathan Bollig" userId="8b5d0afe-f106-45e0-8c3f-fd98fa124db1" providerId="ADAL" clId="{B2469FA9-EBD8-4834-A16D-CBF8EFC907DD}" dt="2025-10-04T12:10:15.643" v="1401"/>
        <pc:sldMkLst>
          <pc:docMk/>
          <pc:sldMk cId="2608567001" sldId="272"/>
        </pc:sldMkLst>
        <pc:spChg chg="mod">
          <ac:chgData name="Jonathan Bollig" userId="8b5d0afe-f106-45e0-8c3f-fd98fa124db1" providerId="ADAL" clId="{B2469FA9-EBD8-4834-A16D-CBF8EFC907DD}" dt="2025-10-04T12:09:49.201" v="1398" actId="1076"/>
          <ac:spMkLst>
            <pc:docMk/>
            <pc:sldMk cId="2608567001" sldId="272"/>
            <ac:spMk id="2" creationId="{24236FCE-099D-4F97-C410-95A952F48FC5}"/>
          </ac:spMkLst>
        </pc:spChg>
        <pc:spChg chg="del">
          <ac:chgData name="Jonathan Bollig" userId="8b5d0afe-f106-45e0-8c3f-fd98fa124db1" providerId="ADAL" clId="{B2469FA9-EBD8-4834-A16D-CBF8EFC907DD}" dt="2025-10-04T12:09:45.427" v="1396" actId="478"/>
          <ac:spMkLst>
            <pc:docMk/>
            <pc:sldMk cId="2608567001" sldId="272"/>
            <ac:spMk id="3" creationId="{124B8EF8-4AB3-183C-C9A0-74D6BA81F67B}"/>
          </ac:spMkLst>
        </pc:spChg>
        <pc:spChg chg="add mod">
          <ac:chgData name="Jonathan Bollig" userId="8b5d0afe-f106-45e0-8c3f-fd98fa124db1" providerId="ADAL" clId="{B2469FA9-EBD8-4834-A16D-CBF8EFC907DD}" dt="2025-10-04T12:10:15.643" v="1401"/>
          <ac:spMkLst>
            <pc:docMk/>
            <pc:sldMk cId="2608567001" sldId="272"/>
            <ac:spMk id="6" creationId="{6E4FC854-DF9B-2F08-0F6D-D65E68CED35C}"/>
          </ac:spMkLst>
        </pc:spChg>
        <pc:picChg chg="add mod">
          <ac:chgData name="Jonathan Bollig" userId="8b5d0afe-f106-45e0-8c3f-fd98fa124db1" providerId="ADAL" clId="{B2469FA9-EBD8-4834-A16D-CBF8EFC907DD}" dt="2025-10-04T12:09:46.657" v="1397" actId="1076"/>
          <ac:picMkLst>
            <pc:docMk/>
            <pc:sldMk cId="2608567001" sldId="272"/>
            <ac:picMk id="5" creationId="{B26E453F-9CB6-3314-39B3-04B8EC6530A2}"/>
          </ac:picMkLst>
        </pc:pic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always the latest version available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018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nathanbollig/pycophy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ailto:jonathan.bollig@uni-jena.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0: Preparation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EE792B-B21D-9BF1-1116-3EC02A6F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9960"/>
            <a:ext cx="10515600" cy="18991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 and welcome to my course. To save some time on Wednesday morning, I would like to ask you, to make some preparations.</a:t>
            </a:r>
          </a:p>
          <a:p>
            <a:pPr marL="0" indent="0">
              <a:buNone/>
            </a:pPr>
            <a:r>
              <a:rPr lang="en-US" dirty="0"/>
              <a:t>For this, just follow the steps on the next 4 slides. If you encounter problems, don’t worry, we can fix them together (see last slide).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669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FF50D-822D-095B-6A0D-025B6D62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python is installed already: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CBDE08-5A22-8EA9-035A-5C6406093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Download </a:t>
            </a:r>
            <a:r>
              <a:rPr lang="de-DE" dirty="0" err="1"/>
              <a:t>files</a:t>
            </a:r>
            <a:r>
              <a:rPr lang="de-DE" dirty="0"/>
              <a:t> and </a:t>
            </a:r>
            <a:r>
              <a:rPr lang="de-DE" dirty="0" err="1"/>
              <a:t>execute</a:t>
            </a:r>
            <a:r>
              <a:rPr lang="de-DE"/>
              <a:t> </a:t>
            </a:r>
            <a:r>
              <a:rPr lang="de-DE" dirty="0"/>
              <a:t>s</a:t>
            </a:r>
            <a:r>
              <a:rPr lang="de-DE"/>
              <a:t>ample </a:t>
            </a:r>
            <a:r>
              <a:rPr lang="de-DE" dirty="0" err="1"/>
              <a:t>notebook</a:t>
            </a:r>
            <a:r>
              <a:rPr lang="de-DE" dirty="0"/>
              <a:t> (</a:t>
            </a:r>
            <a:r>
              <a:rPr lang="de-DE" dirty="0" err="1"/>
              <a:t>see</a:t>
            </a:r>
            <a:r>
              <a:rPr lang="de-DE" dirty="0"/>
              <a:t>  last 2 </a:t>
            </a:r>
            <a:r>
              <a:rPr lang="de-DE" dirty="0" err="1"/>
              <a:t>slides</a:t>
            </a:r>
            <a:r>
              <a:rPr lang="de-DE" dirty="0"/>
              <a:t>)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works</a:t>
            </a:r>
            <a:r>
              <a:rPr lang="de-DE" dirty="0"/>
              <a:t>: Nice </a:t>
            </a:r>
            <a:r>
              <a:rPr lang="de-DE" dirty="0">
                <a:sym typeface="Wingdings" panose="05000000000000000000" pitchFamily="2" charset="2"/>
              </a:rPr>
              <a:t></a:t>
            </a:r>
          </a:p>
          <a:p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 not: </a:t>
            </a:r>
            <a:r>
              <a:rPr lang="de-DE" dirty="0" err="1">
                <a:sym typeface="Wingdings" panose="05000000000000000000" pitchFamily="2" charset="2"/>
              </a:rPr>
              <a:t>Uninstall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python</a:t>
            </a:r>
            <a:r>
              <a:rPr lang="de-DE" dirty="0">
                <a:sym typeface="Wingdings" panose="05000000000000000000" pitchFamily="2" charset="2"/>
              </a:rPr>
              <a:t> and all </a:t>
            </a:r>
            <a:r>
              <a:rPr lang="de-DE" dirty="0" err="1">
                <a:sym typeface="Wingdings" panose="05000000000000000000" pitchFamily="2" charset="2"/>
              </a:rPr>
              <a:t>related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software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you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don‘t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need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other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reasons</a:t>
            </a:r>
            <a:r>
              <a:rPr lang="de-DE" dirty="0">
                <a:sym typeface="Wingdings" panose="05000000000000000000" pitchFamily="2" charset="2"/>
              </a:rPr>
              <a:t>) and </a:t>
            </a:r>
            <a:r>
              <a:rPr lang="de-DE" dirty="0" err="1">
                <a:sym typeface="Wingdings" panose="05000000000000000000" pitchFamily="2" charset="2"/>
              </a:rPr>
              <a:t>continue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with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next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slide</a:t>
            </a:r>
            <a:r>
              <a:rPr lang="de-DE" dirty="0">
                <a:sym typeface="Wingdings" panose="05000000000000000000" pitchFamily="2" charset="2"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0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DF37DD2-7884-137D-B59C-5C14A8101515}"/>
              </a:ext>
            </a:extLst>
          </p:cNvPr>
          <p:cNvGrpSpPr/>
          <p:nvPr/>
        </p:nvGrpSpPr>
        <p:grpSpPr>
          <a:xfrm>
            <a:off x="7868335" y="3890772"/>
            <a:ext cx="3721685" cy="1815719"/>
            <a:chOff x="6816775" y="4262570"/>
            <a:chExt cx="4943933" cy="2101653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DF3E5EA1-7ACC-8A3E-6660-202758649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6775" y="4262570"/>
              <a:ext cx="4943933" cy="2101653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F8B30DC-0089-CABD-1621-46CFE5722D65}"/>
                </a:ext>
              </a:extLst>
            </p:cNvPr>
            <p:cNvSpPr/>
            <p:nvPr/>
          </p:nvSpPr>
          <p:spPr>
            <a:xfrm>
              <a:off x="6966452" y="5251578"/>
              <a:ext cx="1939803" cy="550290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70B0C16-88D6-AD32-1293-5678147CC65E}"/>
                </a:ext>
              </a:extLst>
            </p:cNvPr>
            <p:cNvSpPr/>
            <p:nvPr/>
          </p:nvSpPr>
          <p:spPr>
            <a:xfrm>
              <a:off x="9782804" y="5157216"/>
              <a:ext cx="1939803" cy="36950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3DE64E6-7274-88EA-2605-DCE3A8BD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Installing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ECE751-F44B-3AB2-4194-A3888CCD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1168" cy="4351338"/>
          </a:xfrm>
        </p:spPr>
        <p:txBody>
          <a:bodyPr/>
          <a:lstStyle/>
          <a:p>
            <a:r>
              <a:rPr lang="en-GB" noProof="0" dirty="0"/>
              <a:t>Anaconda: Single program to install, includes all scientific relevant packages. Visit </a:t>
            </a:r>
            <a:r>
              <a:rPr lang="en-GB" noProof="0" dirty="0">
                <a:hlinkClick r:id="rId3"/>
              </a:rPr>
              <a:t>https://www.anaconda.com/download</a:t>
            </a:r>
            <a:r>
              <a:rPr lang="en-GB" noProof="0" dirty="0"/>
              <a:t> </a:t>
            </a:r>
          </a:p>
          <a:p>
            <a:r>
              <a:rPr lang="en-GB" noProof="0" dirty="0"/>
              <a:t>Skip Registration</a:t>
            </a:r>
          </a:p>
          <a:p>
            <a:r>
              <a:rPr lang="en-GB" noProof="0" dirty="0"/>
              <a:t>Install Anaconda Distribution (left) </a:t>
            </a:r>
            <a:br>
              <a:rPr lang="en-GB" noProof="0" dirty="0"/>
            </a:br>
            <a:r>
              <a:rPr lang="en-GB" noProof="0" dirty="0"/>
              <a:t>or </a:t>
            </a:r>
            <a:r>
              <a:rPr lang="en-GB" noProof="0" dirty="0" err="1"/>
              <a:t>Miniconda</a:t>
            </a:r>
            <a:r>
              <a:rPr lang="en-GB" noProof="0" dirty="0"/>
              <a:t> if not 5 GB disc space</a:t>
            </a:r>
            <a:r>
              <a:rPr lang="en-GB" dirty="0"/>
              <a:t> (right)</a:t>
            </a:r>
          </a:p>
          <a:p>
            <a:r>
              <a:rPr lang="en-GB" dirty="0"/>
              <a:t>Click through recommended steps, watch</a:t>
            </a:r>
            <a:br>
              <a:rPr lang="en-GB" dirty="0"/>
            </a:br>
            <a:r>
              <a:rPr lang="en-GB" dirty="0"/>
              <a:t>here:</a:t>
            </a:r>
            <a:endParaRPr lang="en-GB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5788A30-5303-E07D-8A70-D32F11E7A8D5}"/>
              </a:ext>
            </a:extLst>
          </p:cNvPr>
          <p:cNvGrpSpPr/>
          <p:nvPr/>
        </p:nvGrpSpPr>
        <p:grpSpPr>
          <a:xfrm>
            <a:off x="8788764" y="1605032"/>
            <a:ext cx="3137271" cy="2223888"/>
            <a:chOff x="7974948" y="2683764"/>
            <a:chExt cx="3137271" cy="222388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89EA1902-CD36-F97E-C103-1341FE9AA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4948" y="2683764"/>
              <a:ext cx="3137271" cy="2223888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8762561-3E84-52B4-5C42-8CC2D2F9ADC2}"/>
                </a:ext>
              </a:extLst>
            </p:cNvPr>
            <p:cNvSpPr/>
            <p:nvPr/>
          </p:nvSpPr>
          <p:spPr>
            <a:xfrm>
              <a:off x="8941057" y="4428618"/>
              <a:ext cx="1205052" cy="354019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33DD5697-ECD0-667C-EA4D-07CA05D62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7960" y="4968242"/>
            <a:ext cx="2309688" cy="1786856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D9E9A809-3A0B-EEC4-6AD6-F1414FFB8B69}"/>
              </a:ext>
            </a:extLst>
          </p:cNvPr>
          <p:cNvSpPr/>
          <p:nvPr/>
        </p:nvSpPr>
        <p:spPr>
          <a:xfrm>
            <a:off x="4072377" y="5352472"/>
            <a:ext cx="165867" cy="82449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D00717F-423E-563D-A417-2863209A2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6231" y="4875873"/>
            <a:ext cx="889594" cy="192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1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7D1CD-4203-C007-010B-B8630BE4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Git – Download Course Files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7525F8-FAD1-C786-6876-3001A94C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8348"/>
          </a:xfrm>
        </p:spPr>
        <p:txBody>
          <a:bodyPr>
            <a:normAutofit/>
          </a:bodyPr>
          <a:lstStyle/>
          <a:p>
            <a:r>
              <a:rPr lang="en-GB" noProof="0" dirty="0">
                <a:hlinkClick r:id="rId3"/>
              </a:rPr>
              <a:t>https://github.com/jonathanbollig/pycophy</a:t>
            </a:r>
            <a:endParaRPr lang="en-GB" noProof="0" dirty="0"/>
          </a:p>
          <a:p>
            <a:r>
              <a:rPr lang="en-GB" noProof="0" dirty="0"/>
              <a:t>Download ZIP with all course files: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Or: Download individual file:</a:t>
            </a:r>
          </a:p>
          <a:p>
            <a:pPr lvl="1"/>
            <a:r>
              <a:rPr lang="en-GB" noProof="0" dirty="0"/>
              <a:t>Click on file, then top right corner: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31058A-31B0-DB0E-F244-937D0ECE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481" y="224028"/>
            <a:ext cx="1961388" cy="191060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82106EE-ADD7-FFB1-E7F9-484FD4192117}"/>
              </a:ext>
            </a:extLst>
          </p:cNvPr>
          <p:cNvGrpSpPr/>
          <p:nvPr/>
        </p:nvGrpSpPr>
        <p:grpSpPr>
          <a:xfrm>
            <a:off x="1217685" y="2828002"/>
            <a:ext cx="4291576" cy="1800023"/>
            <a:chOff x="6435861" y="2325082"/>
            <a:chExt cx="5059368" cy="2217500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F8EEA8B3-5B93-964A-C526-B861A9045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5861" y="2325082"/>
              <a:ext cx="5059368" cy="2217500"/>
            </a:xfrm>
            <a:prstGeom prst="rect">
              <a:avLst/>
            </a:prstGeom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AD6029C1-4670-687D-8BF7-7A7E0A3730F1}"/>
                </a:ext>
              </a:extLst>
            </p:cNvPr>
            <p:cNvSpPr/>
            <p:nvPr/>
          </p:nvSpPr>
          <p:spPr>
            <a:xfrm>
              <a:off x="10799064" y="2692908"/>
              <a:ext cx="696164" cy="315468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EDF774A-4156-6642-0E5B-D41CE2C226E4}"/>
              </a:ext>
            </a:extLst>
          </p:cNvPr>
          <p:cNvGrpSpPr/>
          <p:nvPr/>
        </p:nvGrpSpPr>
        <p:grpSpPr>
          <a:xfrm>
            <a:off x="7068383" y="2429605"/>
            <a:ext cx="2784277" cy="2377552"/>
            <a:chOff x="7068383" y="2429605"/>
            <a:chExt cx="2784277" cy="2377552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F58294F0-EBB5-6D3B-43E1-C44265701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68383" y="2429605"/>
              <a:ext cx="2784277" cy="2377552"/>
            </a:xfrm>
            <a:prstGeom prst="rect">
              <a:avLst/>
            </a:prstGeom>
          </p:spPr>
        </p:pic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AF2313AE-2960-5B5A-5F20-B02B6AA6AA8B}"/>
                </a:ext>
              </a:extLst>
            </p:cNvPr>
            <p:cNvSpPr/>
            <p:nvPr/>
          </p:nvSpPr>
          <p:spPr>
            <a:xfrm>
              <a:off x="7187980" y="4449411"/>
              <a:ext cx="872456" cy="25607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3B6D323-E885-7F38-0A8B-7A4EADBC822C}"/>
              </a:ext>
            </a:extLst>
          </p:cNvPr>
          <p:cNvCxnSpPr/>
          <p:nvPr/>
        </p:nvCxnSpPr>
        <p:spPr>
          <a:xfrm>
            <a:off x="5838444" y="3721608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B032363-807E-84F0-5FDA-ECEE3715D32A}"/>
              </a:ext>
            </a:extLst>
          </p:cNvPr>
          <p:cNvGrpSpPr/>
          <p:nvPr/>
        </p:nvGrpSpPr>
        <p:grpSpPr>
          <a:xfrm>
            <a:off x="6240780" y="5341024"/>
            <a:ext cx="2855770" cy="1151851"/>
            <a:chOff x="6397959" y="5068656"/>
            <a:chExt cx="2855770" cy="1151851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C8A43223-CD52-CC7A-D7C5-BE5F43951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7959" y="5102127"/>
              <a:ext cx="2855770" cy="1118380"/>
            </a:xfrm>
            <a:prstGeom prst="rect">
              <a:avLst/>
            </a:prstGeom>
          </p:spPr>
        </p:pic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2E0D3E8C-03B2-FF28-904E-4304F0F20ECB}"/>
                </a:ext>
              </a:extLst>
            </p:cNvPr>
            <p:cNvSpPr/>
            <p:nvPr/>
          </p:nvSpPr>
          <p:spPr>
            <a:xfrm>
              <a:off x="7568616" y="5068656"/>
              <a:ext cx="1205052" cy="25607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E576A5A6-84A9-124C-4402-5F64E32E3107}"/>
                </a:ext>
              </a:extLst>
            </p:cNvPr>
            <p:cNvSpPr/>
            <p:nvPr/>
          </p:nvSpPr>
          <p:spPr>
            <a:xfrm>
              <a:off x="8004844" y="5449155"/>
              <a:ext cx="334484" cy="25607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0844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AF1806-78ED-1587-1778-637CC74E2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Sample Notebook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B7A7FF-5FCE-17D9-6C1C-5D15498F4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85598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double clicking the notebook, it should open your default browser.</a:t>
            </a:r>
          </a:p>
          <a:p>
            <a:r>
              <a:rPr lang="en-US" dirty="0"/>
              <a:t>Try to execute the file (red box)</a:t>
            </a:r>
          </a:p>
          <a:p>
            <a:pPr lvl="1"/>
            <a:r>
              <a:rPr lang="en-US" dirty="0"/>
              <a:t>If asked, klick on Red button “Restart”</a:t>
            </a:r>
          </a:p>
          <a:p>
            <a:r>
              <a:rPr lang="en-US" dirty="0"/>
              <a:t>In case of problems:</a:t>
            </a:r>
          </a:p>
          <a:p>
            <a:pPr lvl="1"/>
            <a:r>
              <a:rPr lang="de-DE" dirty="0" err="1"/>
              <a:t>Chill</a:t>
            </a:r>
            <a:r>
              <a:rPr lang="de-DE" dirty="0"/>
              <a:t>, and </a:t>
            </a:r>
            <a:r>
              <a:rPr lang="de-DE" dirty="0" err="1"/>
              <a:t>come</a:t>
            </a:r>
            <a:r>
              <a:rPr lang="de-DE" dirty="0"/>
              <a:t> 30 </a:t>
            </a:r>
            <a:r>
              <a:rPr lang="de-DE" dirty="0" err="1"/>
              <a:t>minutes</a:t>
            </a:r>
            <a:r>
              <a:rPr lang="de-DE" dirty="0"/>
              <a:t> </a:t>
            </a:r>
            <a:r>
              <a:rPr lang="de-DE" dirty="0" err="1"/>
              <a:t>earlier</a:t>
            </a:r>
            <a:r>
              <a:rPr lang="de-DE" dirty="0"/>
              <a:t> on Wednesday, so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fix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write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jonathan.bollig@uni-jena.de</a:t>
            </a:r>
            <a:r>
              <a:rPr lang="de-DE" dirty="0"/>
              <a:t> a </a:t>
            </a:r>
            <a:r>
              <a:rPr lang="de-DE" dirty="0" err="1"/>
              <a:t>short</a:t>
            </a:r>
            <a:r>
              <a:rPr lang="de-DE" dirty="0"/>
              <a:t> mail, so I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problems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expect</a:t>
            </a:r>
            <a:r>
              <a:rPr lang="de-DE" dirty="0"/>
              <a:t> on Wednesday </a:t>
            </a:r>
            <a:r>
              <a:rPr lang="de-DE" dirty="0" err="1"/>
              <a:t>morning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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920AFDB-4702-A223-06C3-1D752BD1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389" y="886767"/>
            <a:ext cx="4751791" cy="5084466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790D226D-D3CB-73B9-9632-58336F856FE8}"/>
              </a:ext>
            </a:extLst>
          </p:cNvPr>
          <p:cNvSpPr/>
          <p:nvPr/>
        </p:nvSpPr>
        <p:spPr>
          <a:xfrm>
            <a:off x="8714538" y="1710785"/>
            <a:ext cx="288785" cy="24864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8014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36FCE-099D-4F97-C410-95A952F4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1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See you soon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6E453F-9CB6-3314-39B3-04B8EC65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544" y="2442132"/>
            <a:ext cx="3896912" cy="390380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E4FC854-DF9B-2F08-0F6D-D65E68CED35C}"/>
              </a:ext>
            </a:extLst>
          </p:cNvPr>
          <p:cNvSpPr txBox="1"/>
          <p:nvPr/>
        </p:nvSpPr>
        <p:spPr>
          <a:xfrm>
            <a:off x="4147544" y="6382807"/>
            <a:ext cx="5451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https://dev.to/codeitbro/15-funniest-and-hilarious-python-coding-memes-2aij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085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Breitbild</PresentationFormat>
  <Paragraphs>35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</vt:lpstr>
      <vt:lpstr>Python Course for Physicists (And everyone else!) Chunk 0: Preparation</vt:lpstr>
      <vt:lpstr>PowerPoint-Präsentation</vt:lpstr>
      <vt:lpstr>If python is installed already:</vt:lpstr>
      <vt:lpstr>Installing Python</vt:lpstr>
      <vt:lpstr>Git – Download Course Files</vt:lpstr>
      <vt:lpstr>Execute Sample Notebook</vt:lpstr>
      <vt:lpstr>See you soon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2025-10-04T12:10:17Z</dcterms:modified>
</cp:coreProperties>
</file>