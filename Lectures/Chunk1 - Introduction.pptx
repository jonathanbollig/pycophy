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1" r:id="rId3"/>
    <p:sldId id="262" r:id="rId4"/>
    <p:sldId id="263" r:id="rId5"/>
    <p:sldId id="257" r:id="rId6"/>
    <p:sldId id="258" r:id="rId7"/>
    <p:sldId id="266" r:id="rId8"/>
    <p:sldId id="265" r:id="rId9"/>
    <p:sldId id="260" r:id="rId10"/>
    <p:sldId id="264" r:id="rId11"/>
    <p:sldId id="25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08959E-8160-4214-BA0D-42D2F1070C03}" v="16" dt="2025-08-18T09:34:36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836289018" sldId="256"/>
            <ac:spMk id="3" creationId="{62F76653-44B5-8707-B179-FDB90CB514B7}"/>
          </ac:spMkLst>
        </pc:spChg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3656329933" sldId="257"/>
            <ac:spMk id="2" creationId="{12CD386F-59C6-F67B-7DCD-F1BC663E3B72}"/>
          </ac:spMkLst>
        </pc:spChg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3656329933" sldId="257"/>
            <ac:spMk id="3" creationId="{916BD547-131A-7854-8F80-981FAD9C3A75}"/>
          </ac:spMkLst>
        </pc:spChg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544279955" sldId="258"/>
            <ac:spMk id="2" creationId="{39CEC020-67CE-83BA-52A4-53DB4E738D1E}"/>
          </ac:spMkLst>
        </pc:spChg>
        <pc:spChg chg="mod">
          <ac:chgData name="Jonathan Bollig" userId="8b5d0afe-f106-45e0-8c3f-fd98fa124db1" providerId="ADAL" clId="{B108959E-8160-4214-BA0D-42D2F1070C03}" dt="2025-08-17T17:21:39.525" v="2750" actId="20577"/>
          <ac:spMkLst>
            <pc:docMk/>
            <pc:sldMk cId="544279955" sldId="258"/>
            <ac:spMk id="3" creationId="{A2763ED7-8DD3-93DC-2F3B-D6B7FEB3B367}"/>
          </ac:spMkLst>
        </pc:spChg>
        <pc:picChg chg="add del mod">
          <ac:chgData name="Jonathan Bollig" userId="8b5d0afe-f106-45e0-8c3f-fd98fa124db1" providerId="ADAL" clId="{B108959E-8160-4214-BA0D-42D2F1070C03}" dt="2025-08-17T15:57:39.699" v="1541" actId="478"/>
          <ac:picMkLst>
            <pc:docMk/>
            <pc:sldMk cId="544279955" sldId="258"/>
            <ac:picMk id="5" creationId="{9FC64D72-24A1-5A97-E437-48787B15B862}"/>
          </ac:picMkLst>
        </pc:picChg>
        <pc:picChg chg="add del mod">
          <ac:chgData name="Jonathan Bollig" userId="8b5d0afe-f106-45e0-8c3f-fd98fa124db1" providerId="ADAL" clId="{B108959E-8160-4214-BA0D-42D2F1070C03}" dt="2025-08-17T17:19:31.781" v="2606" actId="478"/>
          <ac:picMkLst>
            <pc:docMk/>
            <pc:sldMk cId="544279955" sldId="258"/>
            <ac:picMk id="7" creationId="{E1D75445-F62B-736D-2C1E-98F04E1BC60E}"/>
          </ac:picMkLst>
        </pc:picChg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2169503629" sldId="259"/>
            <ac:spMk id="2" creationId="{6F7A0B5F-607C-4C36-ECF8-BBF9DF9AD9EA}"/>
          </ac:spMkLst>
        </pc:spChg>
        <pc:spChg chg="mod">
          <ac:chgData name="Jonathan Bollig" userId="8b5d0afe-f106-45e0-8c3f-fd98fa124db1" providerId="ADAL" clId="{B108959E-8160-4214-BA0D-42D2F1070C03}" dt="2025-08-17T17:17:31.026" v="2605" actId="20577"/>
          <ac:spMkLst>
            <pc:docMk/>
            <pc:sldMk cId="2169503629" sldId="259"/>
            <ac:spMk id="3" creationId="{90A723FE-AE4A-BC31-F8DA-B479D4E846FF}"/>
          </ac:spMkLst>
        </pc:spChg>
        <pc:spChg chg="add mod">
          <ac:chgData name="Jonathan Bollig" userId="8b5d0afe-f106-45e0-8c3f-fd98fa124db1" providerId="ADAL" clId="{B108959E-8160-4214-BA0D-42D2F1070C03}" dt="2025-08-17T17:16:03.992" v="2571" actId="1076"/>
          <ac:spMkLst>
            <pc:docMk/>
            <pc:sldMk cId="2169503629" sldId="259"/>
            <ac:spMk id="6" creationId="{5453407F-FED7-F832-22CA-05390A5AC030}"/>
          </ac:spMkLst>
        </pc:spChg>
        <pc:spChg chg="add mod">
          <ac:chgData name="Jonathan Bollig" userId="8b5d0afe-f106-45e0-8c3f-fd98fa124db1" providerId="ADAL" clId="{B108959E-8160-4214-BA0D-42D2F1070C03}" dt="2025-08-17T17:15:57.583" v="2569" actId="1076"/>
          <ac:spMkLst>
            <pc:docMk/>
            <pc:sldMk cId="2169503629" sldId="259"/>
            <ac:spMk id="9" creationId="{0048013B-D3D4-9DD6-10CF-DB86C4AFBFF0}"/>
          </ac:spMkLst>
        </pc:spChg>
        <pc:picChg chg="add mod">
          <ac:chgData name="Jonathan Bollig" userId="8b5d0afe-f106-45e0-8c3f-fd98fa124db1" providerId="ADAL" clId="{B108959E-8160-4214-BA0D-42D2F1070C03}" dt="2025-08-17T17:16:12.129" v="2573" actId="14100"/>
          <ac:picMkLst>
            <pc:docMk/>
            <pc:sldMk cId="2169503629" sldId="259"/>
            <ac:picMk id="5" creationId="{8940D89A-9A83-A2B5-4D4D-F92B36E0BEE7}"/>
          </ac:picMkLst>
        </pc:picChg>
        <pc:picChg chg="add mod modCrop">
          <ac:chgData name="Jonathan Bollig" userId="8b5d0afe-f106-45e0-8c3f-fd98fa124db1" providerId="ADAL" clId="{B108959E-8160-4214-BA0D-42D2F1070C03}" dt="2025-08-17T17:15:52.860" v="2568" actId="1076"/>
          <ac:picMkLst>
            <pc:docMk/>
            <pc:sldMk cId="2169503629" sldId="259"/>
            <ac:picMk id="8" creationId="{1A93E30B-395D-2F8A-FAF8-2374D54C62F3}"/>
          </ac:picMkLst>
        </pc:picChg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  <pc:spChg chg="mod">
          <ac:chgData name="Jonathan Bollig" userId="8b5d0afe-f106-45e0-8c3f-fd98fa124db1" providerId="ADAL" clId="{B108959E-8160-4214-BA0D-42D2F1070C03}" dt="2025-08-18T09:12:59.441" v="2905" actId="20577"/>
          <ac:spMkLst>
            <pc:docMk/>
            <pc:sldMk cId="2533283895" sldId="260"/>
            <ac:spMk id="2" creationId="{23925054-C76E-45A7-4239-2BA56785FD84}"/>
          </ac:spMkLst>
        </pc:spChg>
        <pc:spChg chg="mod">
          <ac:chgData name="Jonathan Bollig" userId="8b5d0afe-f106-45e0-8c3f-fd98fa124db1" providerId="ADAL" clId="{B108959E-8160-4214-BA0D-42D2F1070C03}" dt="2025-08-18T09:38:51.161" v="3588" actId="20577"/>
          <ac:spMkLst>
            <pc:docMk/>
            <pc:sldMk cId="2533283895" sldId="260"/>
            <ac:spMk id="3" creationId="{E7F7788F-7BB4-2420-6F85-726B9B09E4A6}"/>
          </ac:spMkLst>
        </pc:spChg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  <pc:spChg chg="mod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2" creationId="{23151CFC-1D21-4497-6A27-7190D65BAD7B}"/>
          </ac:spMkLst>
        </pc:spChg>
        <pc:spChg chg="mod">
          <ac:chgData name="Jonathan Bollig" userId="8b5d0afe-f106-45e0-8c3f-fd98fa124db1" providerId="ADAL" clId="{B108959E-8160-4214-BA0D-42D2F1070C03}" dt="2025-08-17T17:07:09.185" v="2483" actId="5793"/>
          <ac:spMkLst>
            <pc:docMk/>
            <pc:sldMk cId="847849653" sldId="261"/>
            <ac:spMk id="3" creationId="{F23B0E58-0247-CC0D-FAF1-6C07DEF24B2C}"/>
          </ac:spMkLst>
        </pc:spChg>
        <pc:spChg chg="add del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12" creationId="{0D7B6173-1D58-48E2-83CF-37350F315F75}"/>
          </ac:spMkLst>
        </pc:spChg>
        <pc:spChg chg="add del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14" creationId="{2F36CA75-CFBF-4844-B719-8FE9EBADA9AF}"/>
          </ac:spMkLst>
        </pc:spChg>
        <pc:spChg chg="add del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16" creationId="{3D4A84B9-E564-4DD0-97F8-DBF1C460C28A}"/>
          </ac:spMkLst>
        </pc:spChg>
        <pc:spChg chg="add del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20" creationId="{102382E0-0A09-46AE-B955-B911CAFE7F00}"/>
          </ac:spMkLst>
        </pc:spChg>
        <pc:spChg chg="add del">
          <ac:chgData name="Jonathan Bollig" userId="8b5d0afe-f106-45e0-8c3f-fd98fa124db1" providerId="ADAL" clId="{B108959E-8160-4214-BA0D-42D2F1070C03}" dt="2025-08-17T17:05:52.673" v="2422" actId="26606"/>
          <ac:spMkLst>
            <pc:docMk/>
            <pc:sldMk cId="847849653" sldId="261"/>
            <ac:spMk id="22" creationId="{7DE75D4A-0965-4973-BE75-DECCAC9A9614}"/>
          </ac:spMkLst>
        </pc:spChg>
        <pc:picChg chg="add mod ord modCrop">
          <ac:chgData name="Jonathan Bollig" userId="8b5d0afe-f106-45e0-8c3f-fd98fa124db1" providerId="ADAL" clId="{B108959E-8160-4214-BA0D-42D2F1070C03}" dt="2025-08-17T17:05:52.673" v="2422" actId="26606"/>
          <ac:picMkLst>
            <pc:docMk/>
            <pc:sldMk cId="847849653" sldId="261"/>
            <ac:picMk id="5" creationId="{BD7F6025-A85F-51DF-C111-59882EA01392}"/>
          </ac:picMkLst>
        </pc:picChg>
        <pc:picChg chg="add mod ord">
          <ac:chgData name="Jonathan Bollig" userId="8b5d0afe-f106-45e0-8c3f-fd98fa124db1" providerId="ADAL" clId="{B108959E-8160-4214-BA0D-42D2F1070C03}" dt="2025-08-17T17:05:52.673" v="2422" actId="26606"/>
          <ac:picMkLst>
            <pc:docMk/>
            <pc:sldMk cId="847849653" sldId="261"/>
            <ac:picMk id="7" creationId="{188D65C0-D9BE-A6F8-6646-B166A0384B2B}"/>
          </ac:picMkLst>
        </pc:picChg>
        <pc:picChg chg="add del">
          <ac:chgData name="Jonathan Bollig" userId="8b5d0afe-f106-45e0-8c3f-fd98fa124db1" providerId="ADAL" clId="{B108959E-8160-4214-BA0D-42D2F1070C03}" dt="2025-08-17T17:05:52.673" v="2422" actId="26606"/>
          <ac:picMkLst>
            <pc:docMk/>
            <pc:sldMk cId="847849653" sldId="261"/>
            <ac:picMk id="18" creationId="{4A599609-F5C2-4A0B-A992-913F814A631A}"/>
          </ac:picMkLst>
        </pc:picChg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1908144578" sldId="262"/>
            <ac:spMk id="2" creationId="{426903BF-A7F6-BE1F-4F88-48271E8F4AEF}"/>
          </ac:spMkLst>
        </pc:spChg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1908144578" sldId="262"/>
            <ac:spMk id="3" creationId="{EEEEB7B0-F416-D9F7-D311-628CB7AB61D0}"/>
          </ac:spMkLst>
        </pc:spChg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4076698392" sldId="263"/>
            <ac:spMk id="2" creationId="{36F774F8-2673-7049-4BB0-783ED8BD9462}"/>
          </ac:spMkLst>
        </pc:spChg>
        <pc:spChg chg="mod">
          <ac:chgData name="Jonathan Bollig" userId="8b5d0afe-f106-45e0-8c3f-fd98fa124db1" providerId="ADAL" clId="{B108959E-8160-4214-BA0D-42D2F1070C03}" dt="2025-08-17T16:47:18.038" v="2214" actId="790"/>
          <ac:spMkLst>
            <pc:docMk/>
            <pc:sldMk cId="4076698392" sldId="263"/>
            <ac:spMk id="3" creationId="{537F985A-F858-DACA-53BD-4F162A20569B}"/>
          </ac:spMkLst>
        </pc:spChg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  <pc:spChg chg="mod">
          <ac:chgData name="Jonathan Bollig" userId="8b5d0afe-f106-45e0-8c3f-fd98fa124db1" providerId="ADAL" clId="{B108959E-8160-4214-BA0D-42D2F1070C03}" dt="2025-08-17T17:04:16.456" v="2343" actId="20577"/>
          <ac:spMkLst>
            <pc:docMk/>
            <pc:sldMk cId="3708449378" sldId="264"/>
            <ac:spMk id="2" creationId="{2BE7D1CD-4203-C007-010B-B8630BE48CB6}"/>
          </ac:spMkLst>
        </pc:spChg>
        <pc:spChg chg="mod">
          <ac:chgData name="Jonathan Bollig" userId="8b5d0afe-f106-45e0-8c3f-fd98fa124db1" providerId="ADAL" clId="{B108959E-8160-4214-BA0D-42D2F1070C03}" dt="2025-08-17T17:04:25.114" v="2368" actId="20577"/>
          <ac:spMkLst>
            <pc:docMk/>
            <pc:sldMk cId="3708449378" sldId="264"/>
            <ac:spMk id="3" creationId="{FB7525F8-FAD1-C786-6876-3001A94C72A7}"/>
          </ac:spMkLst>
        </pc:spChg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  <pc:spChg chg="mod">
          <ac:chgData name="Jonathan Bollig" userId="8b5d0afe-f106-45e0-8c3f-fd98fa124db1" providerId="ADAL" clId="{B108959E-8160-4214-BA0D-42D2F1070C03}" dt="2025-08-18T09:09:27.608" v="2784" actId="20577"/>
          <ac:spMkLst>
            <pc:docMk/>
            <pc:sldMk cId="933916611" sldId="265"/>
            <ac:spMk id="2" creationId="{007292C6-36F2-EE1B-CE24-71213F4F1E6E}"/>
          </ac:spMkLst>
        </pc:spChg>
        <pc:spChg chg="mod">
          <ac:chgData name="Jonathan Bollig" userId="8b5d0afe-f106-45e0-8c3f-fd98fa124db1" providerId="ADAL" clId="{B108959E-8160-4214-BA0D-42D2F1070C03}" dt="2025-08-18T09:37:35.460" v="3470" actId="20577"/>
          <ac:spMkLst>
            <pc:docMk/>
            <pc:sldMk cId="933916611" sldId="265"/>
            <ac:spMk id="3" creationId="{60E3EC33-0879-A7FD-D5AB-59D7A4D98CA5}"/>
          </ac:spMkLst>
        </pc:spChg>
        <pc:spChg chg="add mod">
          <ac:chgData name="Jonathan Bollig" userId="8b5d0afe-f106-45e0-8c3f-fd98fa124db1" providerId="ADAL" clId="{B108959E-8160-4214-BA0D-42D2F1070C03}" dt="2025-08-18T09:21:35.168" v="2947" actId="1076"/>
          <ac:spMkLst>
            <pc:docMk/>
            <pc:sldMk cId="933916611" sldId="265"/>
            <ac:spMk id="6" creationId="{123C385B-7E28-BEEE-C51C-4DDF31CD4C47}"/>
          </ac:spMkLst>
        </pc:spChg>
        <pc:spChg chg="add mod">
          <ac:chgData name="Jonathan Bollig" userId="8b5d0afe-f106-45e0-8c3f-fd98fa124db1" providerId="ADAL" clId="{B108959E-8160-4214-BA0D-42D2F1070C03}" dt="2025-08-18T09:35:08.941" v="3296" actId="20577"/>
          <ac:spMkLst>
            <pc:docMk/>
            <pc:sldMk cId="933916611" sldId="265"/>
            <ac:spMk id="9" creationId="{E2BE4B3A-1C55-7B28-1B9C-1A427B555E20}"/>
          </ac:spMkLst>
        </pc:spChg>
        <pc:picChg chg="add del mod">
          <ac:chgData name="Jonathan Bollig" userId="8b5d0afe-f106-45e0-8c3f-fd98fa124db1" providerId="ADAL" clId="{B108959E-8160-4214-BA0D-42D2F1070C03}" dt="2025-08-18T09:25:25.846" v="2983" actId="478"/>
          <ac:picMkLst>
            <pc:docMk/>
            <pc:sldMk cId="933916611" sldId="265"/>
            <ac:picMk id="5" creationId="{CD22A6C6-EF14-4712-9598-4BB4D74A85CE}"/>
          </ac:picMkLst>
        </pc:picChg>
        <pc:picChg chg="add mod">
          <ac:chgData name="Jonathan Bollig" userId="8b5d0afe-f106-45e0-8c3f-fd98fa124db1" providerId="ADAL" clId="{B108959E-8160-4214-BA0D-42D2F1070C03}" dt="2025-08-18T09:28:07.738" v="3009" actId="1076"/>
          <ac:picMkLst>
            <pc:docMk/>
            <pc:sldMk cId="933916611" sldId="265"/>
            <ac:picMk id="8" creationId="{EE13FA21-7C06-78B1-28D9-CC4E14D22644}"/>
          </ac:picMkLst>
        </pc:picChg>
        <pc:picChg chg="add del mod">
          <ac:chgData name="Jonathan Bollig" userId="8b5d0afe-f106-45e0-8c3f-fd98fa124db1" providerId="ADAL" clId="{B108959E-8160-4214-BA0D-42D2F1070C03}" dt="2025-08-18T09:27:24.246" v="2990" actId="478"/>
          <ac:picMkLst>
            <pc:docMk/>
            <pc:sldMk cId="933916611" sldId="265"/>
            <ac:picMk id="11" creationId="{A91D9902-D48D-EA8D-9669-13A45A905F36}"/>
          </ac:picMkLst>
        </pc:picChg>
        <pc:picChg chg="add mod">
          <ac:chgData name="Jonathan Bollig" userId="8b5d0afe-f106-45e0-8c3f-fd98fa124db1" providerId="ADAL" clId="{B108959E-8160-4214-BA0D-42D2F1070C03}" dt="2025-08-18T09:27:34.304" v="2995" actId="1076"/>
          <ac:picMkLst>
            <pc:docMk/>
            <pc:sldMk cId="933916611" sldId="265"/>
            <ac:picMk id="13" creationId="{6C52B756-268B-B5CF-59FB-405DA9368CC8}"/>
          </ac:picMkLst>
        </pc:picChg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  <pc:spChg chg="mod">
          <ac:chgData name="Jonathan Bollig" userId="8b5d0afe-f106-45e0-8c3f-fd98fa124db1" providerId="ADAL" clId="{B108959E-8160-4214-BA0D-42D2F1070C03}" dt="2025-08-18T09:12:01.385" v="2804" actId="20577"/>
          <ac:spMkLst>
            <pc:docMk/>
            <pc:sldMk cId="2117799034" sldId="266"/>
            <ac:spMk id="2" creationId="{1A0CB61D-ECBB-25DD-17DA-9649B76D61CA}"/>
          </ac:spMkLst>
        </pc:spChg>
        <pc:spChg chg="mod">
          <ac:chgData name="Jonathan Bollig" userId="8b5d0afe-f106-45e0-8c3f-fd98fa124db1" providerId="ADAL" clId="{B108959E-8160-4214-BA0D-42D2F1070C03}" dt="2025-08-18T09:21:09.777" v="2944" actId="20577"/>
          <ac:spMkLst>
            <pc:docMk/>
            <pc:sldMk cId="2117799034" sldId="266"/>
            <ac:spMk id="3" creationId="{3272BA87-039D-D5A7-8D93-25B1EDB986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Recommend: Follow along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12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Tiobe</a:t>
            </a:r>
            <a:r>
              <a:rPr lang="en-US" dirty="0"/>
              <a:t> Index: Complicated calculation</a:t>
            </a:r>
          </a:p>
          <a:p>
            <a:r>
              <a:rPr lang="en-US" dirty="0" err="1"/>
              <a:t>Pypl</a:t>
            </a:r>
            <a:r>
              <a:rPr lang="en-US" dirty="0"/>
              <a:t> Index: Popularity based on web searches (Here Data for Germany)</a:t>
            </a:r>
          </a:p>
          <a:p>
            <a:r>
              <a:rPr lang="en-US" dirty="0"/>
              <a:t>Anecdote on Python helping me in applications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497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17.08.2025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jonathan.bollig@uni-jena.d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– Chunk 1: Introduction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51CFC-1D21-4497-6A27-7190D65B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Background &amp; About Me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B0E58-0247-CC0D-FAF1-6C07DEF2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6436" cy="4351338"/>
          </a:xfrm>
        </p:spPr>
        <p:txBody>
          <a:bodyPr/>
          <a:lstStyle/>
          <a:p>
            <a:r>
              <a:rPr lang="en-US" noProof="0" dirty="0">
                <a:hlinkClick r:id="rId2"/>
              </a:rPr>
              <a:t>jonathan.bollig@uni-jena.de</a:t>
            </a:r>
            <a:endParaRPr lang="en-US" noProof="0" dirty="0"/>
          </a:p>
          <a:p>
            <a:r>
              <a:rPr lang="en-US" noProof="0" dirty="0"/>
              <a:t>Master: Physics &amp; Photonics</a:t>
            </a:r>
          </a:p>
          <a:p>
            <a:r>
              <a:rPr lang="en-US" noProof="0" dirty="0"/>
              <a:t> Bachelor: Physics in Jena</a:t>
            </a:r>
          </a:p>
          <a:p>
            <a:r>
              <a:rPr lang="en-US" noProof="0" dirty="0"/>
              <a:t>Self-taught Python with YouTube before studying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Super useful in physics</a:t>
            </a:r>
          </a:p>
          <a:p>
            <a:r>
              <a:rPr lang="en-US" dirty="0">
                <a:sym typeface="Wingdings" panose="05000000000000000000" pitchFamily="2" charset="2"/>
              </a:rPr>
              <a:t>Tried to convince all my friends</a:t>
            </a:r>
          </a:p>
          <a:p>
            <a:r>
              <a:rPr lang="en-US" dirty="0">
                <a:sym typeface="Wingdings" panose="05000000000000000000" pitchFamily="2" charset="2"/>
              </a:rPr>
              <a:t>Now a course for everyone else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First time :)</a:t>
            </a:r>
          </a:p>
          <a:p>
            <a:pPr marL="457200" lvl="1" indent="0">
              <a:buNone/>
            </a:pPr>
            <a:endParaRPr lang="en-US" noProof="0" dirty="0">
              <a:sym typeface="Wingdings" panose="05000000000000000000" pitchFamily="2" charset="2"/>
            </a:endParaRPr>
          </a:p>
          <a:p>
            <a:pPr lvl="1"/>
            <a:endParaRPr lang="en-US" noProof="0" dirty="0"/>
          </a:p>
        </p:txBody>
      </p:sp>
      <p:pic>
        <p:nvPicPr>
          <p:cNvPr id="5" name="Grafik 4" descr="Ein Bild, das draußen, Schiff, Boot, Himmel enthält.&#10;&#10;KI-generierte Inhalte können fehlerhaft sein.">
            <a:extLst>
              <a:ext uri="{FF2B5EF4-FFF2-40B4-BE49-F238E27FC236}">
                <a16:creationId xmlns:a16="http://schemas.microsoft.com/office/drawing/2014/main" id="{BD7F6025-A85F-51DF-C111-59882EA01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12062" b="25132"/>
          <a:stretch>
            <a:fillRect/>
          </a:stretch>
        </p:blipFill>
        <p:spPr>
          <a:xfrm>
            <a:off x="8284464" y="152260"/>
            <a:ext cx="2825496" cy="3008326"/>
          </a:xfrm>
          <a:prstGeom prst="rect">
            <a:avLst/>
          </a:prstGeom>
        </p:spPr>
      </p:pic>
      <p:pic>
        <p:nvPicPr>
          <p:cNvPr id="7" name="Grafik 6" descr="Ein Bild, das Text, Menschliches Gesicht, Kleidung, Mann enthält.&#10;&#10;KI-generierte Inhalte können fehlerhaft sein.">
            <a:extLst>
              <a:ext uri="{FF2B5EF4-FFF2-40B4-BE49-F238E27FC236}">
                <a16:creationId xmlns:a16="http://schemas.microsoft.com/office/drawing/2014/main" id="{188D65C0-D9BE-A6F8-6646-B166A0384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562" y="3559302"/>
            <a:ext cx="3006090" cy="300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903BF-A7F6-BE1F-4F88-48271E8F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Tutors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EEB7B0-F416-D9F7-D311-628CB7AB6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0814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774F8-2673-7049-4BB0-783ED8BD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About You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7F985A-F858-DACA-53BD-4F162A205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/>
              <a:t>Umfrage</a:t>
            </a:r>
            <a:r>
              <a:rPr lang="en-US" noProof="0" dirty="0"/>
              <a:t> (per </a:t>
            </a:r>
            <a:r>
              <a:rPr lang="en-US" noProof="0" dirty="0" err="1"/>
              <a:t>Meldungen</a:t>
            </a:r>
            <a:r>
              <a:rPr lang="en-US" noProof="0" dirty="0"/>
              <a:t> </a:t>
            </a:r>
            <a:r>
              <a:rPr lang="en-US" noProof="0" dirty="0" err="1"/>
              <a:t>oder</a:t>
            </a:r>
            <a:r>
              <a:rPr lang="en-US" noProof="0" dirty="0"/>
              <a:t> </a:t>
            </a:r>
            <a:r>
              <a:rPr lang="en-US" noProof="0" dirty="0" err="1"/>
              <a:t>irgendeiner</a:t>
            </a:r>
            <a:r>
              <a:rPr lang="en-US" noProof="0" dirty="0"/>
              <a:t> Webapp + </a:t>
            </a:r>
            <a:r>
              <a:rPr lang="en-US" noProof="0" dirty="0" err="1"/>
              <a:t>Abstimmungsapp</a:t>
            </a:r>
            <a:r>
              <a:rPr lang="en-US" noProof="0" dirty="0"/>
              <a:t>)</a:t>
            </a:r>
          </a:p>
          <a:p>
            <a:r>
              <a:rPr lang="en-US" noProof="0" dirty="0"/>
              <a:t>Studium </a:t>
            </a:r>
          </a:p>
          <a:p>
            <a:r>
              <a:rPr lang="en-US" noProof="0" dirty="0" err="1"/>
              <a:t>Vorerfahrung</a:t>
            </a:r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669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D386F-59C6-F67B-7DCD-F1BC663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Times and Dates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6BD547-131A-7854-8F80-981FAD9C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Dates: </a:t>
            </a:r>
          </a:p>
          <a:p>
            <a:pPr lvl="1"/>
            <a:r>
              <a:rPr lang="en-US" noProof="0" dirty="0"/>
              <a:t>Regular: Wednesday to Friday</a:t>
            </a:r>
          </a:p>
          <a:p>
            <a:pPr lvl="1"/>
            <a:r>
              <a:rPr lang="en-US" noProof="0" dirty="0"/>
              <a:t>Maybe Saturday if delayed or for extra “chunks” (Improvised if demanded)</a:t>
            </a:r>
          </a:p>
          <a:p>
            <a:r>
              <a:rPr lang="en-US" noProof="0" dirty="0"/>
              <a:t>Times: </a:t>
            </a:r>
          </a:p>
          <a:p>
            <a:pPr lvl="1"/>
            <a:r>
              <a:rPr lang="en-US" noProof="0" dirty="0"/>
              <a:t>Start at 09:30</a:t>
            </a:r>
          </a:p>
          <a:p>
            <a:pPr lvl="1"/>
            <a:r>
              <a:rPr lang="en-US" noProof="0" dirty="0"/>
              <a:t>Lunchbreak 12:30 – 13:30</a:t>
            </a:r>
          </a:p>
          <a:p>
            <a:pPr lvl="1"/>
            <a:r>
              <a:rPr lang="en-US" noProof="0" dirty="0"/>
              <a:t>Finish: ~16:30</a:t>
            </a:r>
          </a:p>
          <a:p>
            <a:r>
              <a:rPr lang="en-US" noProof="0" dirty="0"/>
              <a:t>Lecturing type:</a:t>
            </a:r>
          </a:p>
          <a:p>
            <a:pPr lvl="1"/>
            <a:r>
              <a:rPr lang="en-US" noProof="0" dirty="0"/>
              <a:t>15-minute lectures (Chunks) with 45-minute practice sessions</a:t>
            </a:r>
          </a:p>
          <a:p>
            <a:pPr lvl="1"/>
            <a:r>
              <a:rPr lang="en-US" noProof="0" dirty="0"/>
              <a:t>3 chunks before and 3 after lunch </a:t>
            </a:r>
            <a:r>
              <a:rPr lang="en-US" noProof="0" dirty="0">
                <a:sym typeface="Wingdings" panose="05000000000000000000" pitchFamily="2" charset="2"/>
              </a:rPr>
              <a:t> 18 chunks in total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632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EC020-67CE-83BA-52A4-53DB4E73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Lecturing Type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763ED7-8DD3-93DC-2F3B-D6B7FEB3B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64380"/>
          </a:xfrm>
        </p:spPr>
        <p:txBody>
          <a:bodyPr>
            <a:normAutofit/>
          </a:bodyPr>
          <a:lstStyle/>
          <a:p>
            <a:r>
              <a:rPr lang="en-US" noProof="0" dirty="0"/>
              <a:t>15 Minute Lectures: Concise introductions to topics</a:t>
            </a:r>
          </a:p>
          <a:p>
            <a:pPr lvl="1"/>
            <a:r>
              <a:rPr lang="en-US" dirty="0"/>
              <a:t>YouTube tutorial style</a:t>
            </a:r>
            <a:endParaRPr lang="en-US" noProof="0" dirty="0"/>
          </a:p>
          <a:p>
            <a:pPr lvl="1"/>
            <a:r>
              <a:rPr lang="en-US" noProof="0" dirty="0"/>
              <a:t>PDFs are uploaded</a:t>
            </a:r>
          </a:p>
          <a:p>
            <a:r>
              <a:rPr lang="en-US" noProof="0" dirty="0"/>
              <a:t>45 Minute self practice:</a:t>
            </a:r>
          </a:p>
          <a:p>
            <a:pPr lvl="1"/>
            <a:r>
              <a:rPr lang="en-US" noProof="0" dirty="0"/>
              <a:t>Usage of </a:t>
            </a:r>
            <a:r>
              <a:rPr lang="en-US" noProof="0" dirty="0" err="1"/>
              <a:t>Jupyter</a:t>
            </a:r>
            <a:r>
              <a:rPr lang="en-US" noProof="0" dirty="0"/>
              <a:t> Notebooks: Tasks and solutions in one place.</a:t>
            </a:r>
          </a:p>
          <a:p>
            <a:pPr lvl="1"/>
            <a:r>
              <a:rPr lang="en-US" noProof="0" dirty="0"/>
              <a:t>Cheat sheet included at the top</a:t>
            </a:r>
          </a:p>
          <a:p>
            <a:pPr lvl="1"/>
            <a:r>
              <a:rPr lang="en-US" noProof="0" dirty="0"/>
              <a:t>Easy, medium and advanced tasks</a:t>
            </a:r>
          </a:p>
          <a:p>
            <a:r>
              <a:rPr lang="en-US" noProof="0" dirty="0"/>
              <a:t>Generally: </a:t>
            </a:r>
          </a:p>
          <a:p>
            <a:pPr lvl="1"/>
            <a:r>
              <a:rPr lang="en-US" noProof="0" dirty="0"/>
              <a:t>Come and Go whenever you like</a:t>
            </a:r>
          </a:p>
          <a:p>
            <a:pPr lvl="1"/>
            <a:r>
              <a:rPr lang="en-US" dirty="0"/>
              <a:t>Ask Questions directly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427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CB61D-ECBB-25DD-17DA-9649B76D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Coding?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BA87-039D-D5A7-8D93-25B1EDB98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  <a:p>
            <a:r>
              <a:rPr lang="en-US" dirty="0"/>
              <a:t>Simulations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779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292C6-36F2-EE1B-CE24-71213F4F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3EC33-0879-A7FD-D5AB-59D7A4D9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popular programming language world-wide </a:t>
            </a:r>
          </a:p>
          <a:p>
            <a:pPr lvl="1"/>
            <a:r>
              <a:rPr lang="en-US" dirty="0"/>
              <a:t>Web Development, AI / LLM, Data Science</a:t>
            </a:r>
          </a:p>
          <a:p>
            <a:r>
              <a:rPr lang="en-US" dirty="0"/>
              <a:t>Popular in the scientific community (anecdotal evidence)</a:t>
            </a:r>
          </a:p>
          <a:p>
            <a:pPr lvl="1"/>
            <a:r>
              <a:rPr lang="en-US" dirty="0"/>
              <a:t>Used here in Comp. Physics 1 – 4, comp. Photonics</a:t>
            </a:r>
          </a:p>
          <a:p>
            <a:pPr lvl="1"/>
            <a:r>
              <a:rPr lang="en-US" dirty="0"/>
              <a:t>Personally, used it in 5 different research groups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⚡Python ⚡C/C++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23C385B-7E28-BEEE-C51C-4DDF31CD4C47}"/>
              </a:ext>
            </a:extLst>
          </p:cNvPr>
          <p:cNvSpPr txBox="1"/>
          <p:nvPr/>
        </p:nvSpPr>
        <p:spPr>
          <a:xfrm>
            <a:off x="7416921" y="1311334"/>
            <a:ext cx="2408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[https://pypl.github.io/PYPL.html]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13FA21-7C06-78B1-28D9-CC4E14D22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4896527"/>
            <a:ext cx="4379976" cy="141537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BE4B3A-1C55-7B28-1B9C-1A427B555E20}"/>
              </a:ext>
            </a:extLst>
          </p:cNvPr>
          <p:cNvSpPr txBox="1"/>
          <p:nvPr/>
        </p:nvSpPr>
        <p:spPr>
          <a:xfrm>
            <a:off x="7023474" y="6384188"/>
            <a:ext cx="2649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[https://www.tiobe.com/tiobe-index/]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C52B756-268B-B5CF-59FB-405DA9368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241150"/>
            <a:ext cx="4058799" cy="94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1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25054-C76E-45A7-4239-2BA56785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to other languages, (dis)advantages of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7788F-7BB4-2420-6F85-726B9B09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Easy to learn</a:t>
            </a:r>
          </a:p>
          <a:p>
            <a:r>
              <a:rPr lang="en-US" dirty="0"/>
              <a:t>Readable</a:t>
            </a:r>
          </a:p>
          <a:p>
            <a:r>
              <a:rPr lang="en-US" noProof="0" dirty="0"/>
              <a:t>Slow but can be fast</a:t>
            </a:r>
          </a:p>
          <a:p>
            <a:r>
              <a:rPr lang="en-US" noProof="0" dirty="0"/>
              <a:t>Popular</a:t>
            </a:r>
          </a:p>
        </p:txBody>
      </p:sp>
    </p:spTree>
    <p:extLst>
      <p:ext uri="{BB962C8B-B14F-4D97-AF65-F5344CB8AC3E}">
        <p14:creationId xmlns:p14="http://schemas.microsoft.com/office/powerpoint/2010/main" val="253328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E7D1CD-4203-C007-010B-B8630BE4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downloading the stuff from Git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7525F8-FAD1-C786-6876-3001A94C7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zip </a:t>
            </a:r>
          </a:p>
          <a:p>
            <a:r>
              <a:rPr lang="en-US" dirty="0"/>
              <a:t>Or single files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844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A0B5F-607C-4C36-ECF8-BBF9DF9AD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Some notes on solving task sheets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723FE-AE4A-BC31-F8DA-B479D4E84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Splitting into second room</a:t>
            </a:r>
          </a:p>
          <a:p>
            <a:r>
              <a:rPr lang="en-US" noProof="0" dirty="0"/>
              <a:t>If you get stuck:</a:t>
            </a:r>
          </a:p>
          <a:p>
            <a:pPr lvl="1"/>
            <a:r>
              <a:rPr lang="en-US" noProof="0" dirty="0"/>
              <a:t>Try yourself again</a:t>
            </a:r>
          </a:p>
          <a:p>
            <a:pPr lvl="1"/>
            <a:r>
              <a:rPr lang="en-US" dirty="0"/>
              <a:t>Ask your neighbor</a:t>
            </a:r>
          </a:p>
          <a:p>
            <a:pPr lvl="1"/>
            <a:r>
              <a:rPr lang="en-US" noProof="0" dirty="0"/>
              <a:t>Ask google (</a:t>
            </a:r>
            <a:r>
              <a:rPr lang="en-US" noProof="0" dirty="0" err="1"/>
              <a:t>Stackoverflow</a:t>
            </a:r>
            <a:r>
              <a:rPr lang="en-US" noProof="0" dirty="0"/>
              <a:t> &lt;3) </a:t>
            </a:r>
          </a:p>
          <a:p>
            <a:pPr lvl="1"/>
            <a:r>
              <a:rPr lang="en-US" noProof="0" dirty="0"/>
              <a:t>Ask assistants</a:t>
            </a:r>
          </a:p>
          <a:p>
            <a:pPr lvl="1"/>
            <a:r>
              <a:rPr lang="en-US" noProof="0" dirty="0"/>
              <a:t>(Maybe) ask LLM (ChatGPT / Perplexity / Copilot)</a:t>
            </a:r>
          </a:p>
          <a:p>
            <a:r>
              <a:rPr lang="en-US" noProof="0" dirty="0"/>
              <a:t>Struggling and debugging are 90% of a coders work</a:t>
            </a:r>
          </a:p>
          <a:p>
            <a:pPr lvl="1"/>
            <a:endParaRPr lang="en-US" noProof="0" dirty="0"/>
          </a:p>
        </p:txBody>
      </p:sp>
      <p:pic>
        <p:nvPicPr>
          <p:cNvPr id="5" name="Grafik 4" descr="Ein Bild, das Text, Schwimmbecken, Wasser, draußen enthält.&#10;&#10;KI-generierte Inhalte können fehlerhaft sein.">
            <a:extLst>
              <a:ext uri="{FF2B5EF4-FFF2-40B4-BE49-F238E27FC236}">
                <a16:creationId xmlns:a16="http://schemas.microsoft.com/office/drawing/2014/main" id="{8940D89A-9A83-A2B5-4D4D-F92B36E0B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165" y="3397741"/>
            <a:ext cx="2268474" cy="292066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453407F-FED7-F832-22CA-05390A5AC030}"/>
              </a:ext>
            </a:extLst>
          </p:cNvPr>
          <p:cNvSpPr txBox="1"/>
          <p:nvPr/>
        </p:nvSpPr>
        <p:spPr>
          <a:xfrm>
            <a:off x="9987778" y="6318401"/>
            <a:ext cx="1687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[Programmerhumor.io]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 descr="Ein Bild, das Text, Screenshot, Diagramm, Kreis enthält.&#10;&#10;KI-generierte Inhalte können fehlerhaft sein.">
            <a:extLst>
              <a:ext uri="{FF2B5EF4-FFF2-40B4-BE49-F238E27FC236}">
                <a16:creationId xmlns:a16="http://schemas.microsoft.com/office/drawing/2014/main" id="{1A93E30B-395D-2F8A-FAF8-2374D54C6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0" r="11329"/>
          <a:stretch>
            <a:fillRect/>
          </a:stretch>
        </p:blipFill>
        <p:spPr>
          <a:xfrm>
            <a:off x="8986845" y="226519"/>
            <a:ext cx="2822631" cy="275255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0048013B-D3D4-9DD6-10CF-DB86C4AFBFF0}"/>
              </a:ext>
            </a:extLst>
          </p:cNvPr>
          <p:cNvSpPr txBox="1"/>
          <p:nvPr/>
        </p:nvSpPr>
        <p:spPr>
          <a:xfrm>
            <a:off x="10103602" y="2957780"/>
            <a:ext cx="18140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[Deleted User on Reddit]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503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Breitbild</PresentationFormat>
  <Paragraphs>76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</vt:lpstr>
      <vt:lpstr>Python Course for Physicists – Chunk 1: Introduction</vt:lpstr>
      <vt:lpstr>Background &amp; About Me</vt:lpstr>
      <vt:lpstr>The Tutors</vt:lpstr>
      <vt:lpstr>About You</vt:lpstr>
      <vt:lpstr>General Information – Times and Dates</vt:lpstr>
      <vt:lpstr>General Information – Lecturing Type</vt:lpstr>
      <vt:lpstr>Why Coding?</vt:lpstr>
      <vt:lpstr>Why Python?</vt:lpstr>
      <vt:lpstr>Comparison to other languages, (dis)advantages of Python</vt:lpstr>
      <vt:lpstr>Notes on downloading the stuff from Git</vt:lpstr>
      <vt:lpstr>Some notes on solving task sheets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2025-08-18T09:38:56Z</dcterms:modified>
</cp:coreProperties>
</file>