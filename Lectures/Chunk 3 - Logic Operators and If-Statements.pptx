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1" r:id="rId3"/>
    <p:sldId id="260" r:id="rId4"/>
    <p:sldId id="262" r:id="rId5"/>
    <p:sldId id="269" r:id="rId6"/>
    <p:sldId id="263" r:id="rId7"/>
    <p:sldId id="264" r:id="rId8"/>
    <p:sldId id="265" r:id="rId9"/>
    <p:sldId id="266" r:id="rId10"/>
    <p:sldId id="268" r:id="rId11"/>
    <p:sldId id="267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0602A-098D-4D57-9A9B-544BF4245F2C}" v="52" dt="2025-10-04T12:13:58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redo custSel addSld delSld modSld sldOrd">
      <pc:chgData name="Jonathan Bollig" userId="8b5d0afe-f106-45e0-8c3f-fd98fa124db1" providerId="ADAL" clId="{B2469FA9-EBD8-4834-A16D-CBF8EFC907DD}" dt="2025-10-04T14:10:20.296" v="2188" actId="20577"/>
      <pc:docMkLst>
        <pc:docMk/>
      </pc:docMkLst>
      <pc:sldChg chg="modSp mod">
        <pc:chgData name="Jonathan Bollig" userId="8b5d0afe-f106-45e0-8c3f-fd98fa124db1" providerId="ADAL" clId="{B2469FA9-EBD8-4834-A16D-CBF8EFC907DD}" dt="2025-10-04T14:10:20.296" v="2188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4T14:10:20.296" v="2188" actId="20577"/>
          <ac:spMkLst>
            <pc:docMk/>
            <pc:sldMk cId="836289018" sldId="256"/>
            <ac:spMk id="2" creationId="{40F72F59-52B3-6063-A2E3-2AA45125A99B}"/>
          </ac:spMkLst>
        </pc:spChg>
      </pc:sldChg>
      <pc:sldChg chg="addSp modSp add del mod">
        <pc:chgData name="Jonathan Bollig" userId="8b5d0afe-f106-45e0-8c3f-fd98fa124db1" providerId="ADAL" clId="{B2469FA9-EBD8-4834-A16D-CBF8EFC907DD}" dt="2025-10-01T11:29:17.058" v="1688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addSp delSp modSp new mod ord">
        <pc:chgData name="Jonathan Bollig" userId="8b5d0afe-f106-45e0-8c3f-fd98fa124db1" providerId="ADAL" clId="{B2469FA9-EBD8-4834-A16D-CBF8EFC907DD}" dt="2025-10-01T10:06:35.070" v="1288" actId="1076"/>
        <pc:sldMkLst>
          <pc:docMk/>
          <pc:sldMk cId="3688806308" sldId="260"/>
        </pc:sldMkLst>
        <pc:spChg chg="mod">
          <ac:chgData name="Jonathan Bollig" userId="8b5d0afe-f106-45e0-8c3f-fd98fa124db1" providerId="ADAL" clId="{B2469FA9-EBD8-4834-A16D-CBF8EFC907DD}" dt="2025-10-01T09:30:51.405" v="464" actId="20577"/>
          <ac:spMkLst>
            <pc:docMk/>
            <pc:sldMk cId="3688806308" sldId="260"/>
            <ac:spMk id="2" creationId="{D0D1FB0F-D18A-158A-433E-9941457A67D7}"/>
          </ac:spMkLst>
        </pc:spChg>
        <pc:spChg chg="mod">
          <ac:chgData name="Jonathan Bollig" userId="8b5d0afe-f106-45e0-8c3f-fd98fa124db1" providerId="ADAL" clId="{B2469FA9-EBD8-4834-A16D-CBF8EFC907DD}" dt="2025-10-01T09:56:06.733" v="1081" actId="20577"/>
          <ac:spMkLst>
            <pc:docMk/>
            <pc:sldMk cId="3688806308" sldId="260"/>
            <ac:spMk id="3" creationId="{024D3933-0938-0430-5545-608CD13E3063}"/>
          </ac:spMkLst>
        </pc:spChg>
        <pc:spChg chg="add mod">
          <ac:chgData name="Jonathan Bollig" userId="8b5d0afe-f106-45e0-8c3f-fd98fa124db1" providerId="ADAL" clId="{B2469FA9-EBD8-4834-A16D-CBF8EFC907DD}" dt="2025-10-01T09:55:55.118" v="1078" actId="1076"/>
          <ac:spMkLst>
            <pc:docMk/>
            <pc:sldMk cId="3688806308" sldId="260"/>
            <ac:spMk id="22" creationId="{2CE0CBA8-3BFC-6638-7E4F-F60C2DD121D8}"/>
          </ac:spMkLst>
        </pc:spChg>
        <pc:picChg chg="add mod">
          <ac:chgData name="Jonathan Bollig" userId="8b5d0afe-f106-45e0-8c3f-fd98fa124db1" providerId="ADAL" clId="{B2469FA9-EBD8-4834-A16D-CBF8EFC907DD}" dt="2025-10-01T09:37:25.555" v="546" actId="14100"/>
          <ac:picMkLst>
            <pc:docMk/>
            <pc:sldMk cId="3688806308" sldId="260"/>
            <ac:picMk id="16" creationId="{181F041E-6FF1-B1AE-FE95-125943F2E095}"/>
          </ac:picMkLst>
        </pc:picChg>
        <pc:picChg chg="add mod">
          <ac:chgData name="Jonathan Bollig" userId="8b5d0afe-f106-45e0-8c3f-fd98fa124db1" providerId="ADAL" clId="{B2469FA9-EBD8-4834-A16D-CBF8EFC907DD}" dt="2025-10-01T09:37:34.691" v="549" actId="14100"/>
          <ac:picMkLst>
            <pc:docMk/>
            <pc:sldMk cId="3688806308" sldId="260"/>
            <ac:picMk id="18" creationId="{E837DCEC-4AD9-0E19-8462-149CCE72E3D8}"/>
          </ac:picMkLst>
        </pc:picChg>
        <pc:picChg chg="add mod">
          <ac:chgData name="Jonathan Bollig" userId="8b5d0afe-f106-45e0-8c3f-fd98fa124db1" providerId="ADAL" clId="{B2469FA9-EBD8-4834-A16D-CBF8EFC907DD}" dt="2025-10-01T09:38:36.785" v="557" actId="1076"/>
          <ac:picMkLst>
            <pc:docMk/>
            <pc:sldMk cId="3688806308" sldId="260"/>
            <ac:picMk id="20" creationId="{600E70D4-181F-AE91-A2E0-A2A9DCD67963}"/>
          </ac:picMkLst>
        </pc:picChg>
        <pc:picChg chg="add mod">
          <ac:chgData name="Jonathan Bollig" userId="8b5d0afe-f106-45e0-8c3f-fd98fa124db1" providerId="ADAL" clId="{B2469FA9-EBD8-4834-A16D-CBF8EFC907DD}" dt="2025-10-01T10:06:35.070" v="1288" actId="1076"/>
          <ac:picMkLst>
            <pc:docMk/>
            <pc:sldMk cId="3688806308" sldId="260"/>
            <ac:picMk id="24" creationId="{4291CFD3-A80E-3B98-79F9-BBA67712A9E8}"/>
          </ac:picMkLst>
        </pc:picChg>
        <pc:cxnChg chg="add mod">
          <ac:chgData name="Jonathan Bollig" userId="8b5d0afe-f106-45e0-8c3f-fd98fa124db1" providerId="ADAL" clId="{B2469FA9-EBD8-4834-A16D-CBF8EFC907DD}" dt="2025-10-01T09:37:29.502" v="547" actId="1076"/>
          <ac:cxnSpMkLst>
            <pc:docMk/>
            <pc:sldMk cId="3688806308" sldId="260"/>
            <ac:cxnSpMk id="8" creationId="{9D4C2FB2-FD4E-0C0B-4894-278DD72108FA}"/>
          </ac:cxnSpMkLst>
        </pc:cxnChg>
        <pc:cxnChg chg="add mod">
          <ac:chgData name="Jonathan Bollig" userId="8b5d0afe-f106-45e0-8c3f-fd98fa124db1" providerId="ADAL" clId="{B2469FA9-EBD8-4834-A16D-CBF8EFC907DD}" dt="2025-10-01T09:37:42.834" v="553" actId="1076"/>
          <ac:cxnSpMkLst>
            <pc:docMk/>
            <pc:sldMk cId="3688806308" sldId="260"/>
            <ac:cxnSpMk id="9" creationId="{907874ED-0678-3B7C-BB71-D67F64173538}"/>
          </ac:cxnSpMkLst>
        </pc:cxnChg>
        <pc:cxnChg chg="add mod">
          <ac:chgData name="Jonathan Bollig" userId="8b5d0afe-f106-45e0-8c3f-fd98fa124db1" providerId="ADAL" clId="{B2469FA9-EBD8-4834-A16D-CBF8EFC907DD}" dt="2025-10-01T09:50:25.940" v="844" actId="1076"/>
          <ac:cxnSpMkLst>
            <pc:docMk/>
            <pc:sldMk cId="3688806308" sldId="260"/>
            <ac:cxnSpMk id="21" creationId="{B57CD40F-9870-3AF7-4129-2CEDC8A8832A}"/>
          </ac:cxnSpMkLst>
        </pc:cxnChg>
        <pc:cxnChg chg="add mod">
          <ac:chgData name="Jonathan Bollig" userId="8b5d0afe-f106-45e0-8c3f-fd98fa124db1" providerId="ADAL" clId="{B2469FA9-EBD8-4834-A16D-CBF8EFC907DD}" dt="2025-10-01T10:06:26.414" v="1286" actId="14100"/>
          <ac:cxnSpMkLst>
            <pc:docMk/>
            <pc:sldMk cId="3688806308" sldId="260"/>
            <ac:cxnSpMk id="25" creationId="{0430061A-3737-2F3A-7006-D04215062369}"/>
          </ac:cxnSpMkLst>
        </pc:cxnChg>
      </pc:sldChg>
      <pc:sldChg chg="addSp delSp modSp new mod">
        <pc:chgData name="Jonathan Bollig" userId="8b5d0afe-f106-45e0-8c3f-fd98fa124db1" providerId="ADAL" clId="{B2469FA9-EBD8-4834-A16D-CBF8EFC907DD}" dt="2025-10-01T09:51:50.637" v="904" actId="20577"/>
        <pc:sldMkLst>
          <pc:docMk/>
          <pc:sldMk cId="520036874" sldId="261"/>
        </pc:sldMkLst>
        <pc:spChg chg="mod">
          <ac:chgData name="Jonathan Bollig" userId="8b5d0afe-f106-45e0-8c3f-fd98fa124db1" providerId="ADAL" clId="{B2469FA9-EBD8-4834-A16D-CBF8EFC907DD}" dt="2025-09-30T13:31:10.706" v="181" actId="20577"/>
          <ac:spMkLst>
            <pc:docMk/>
            <pc:sldMk cId="520036874" sldId="261"/>
            <ac:spMk id="2" creationId="{9028248B-28EC-D0D7-08F0-3B53F8B02E7C}"/>
          </ac:spMkLst>
        </pc:spChg>
        <pc:spChg chg="mod">
          <ac:chgData name="Jonathan Bollig" userId="8b5d0afe-f106-45e0-8c3f-fd98fa124db1" providerId="ADAL" clId="{B2469FA9-EBD8-4834-A16D-CBF8EFC907DD}" dt="2025-10-01T09:17:52.340" v="370" actId="20577"/>
          <ac:spMkLst>
            <pc:docMk/>
            <pc:sldMk cId="520036874" sldId="261"/>
            <ac:spMk id="3" creationId="{826F81B2-9632-97D8-A392-DF5E1C2C29A1}"/>
          </ac:spMkLst>
        </pc:spChg>
        <pc:spChg chg="add mod">
          <ac:chgData name="Jonathan Bollig" userId="8b5d0afe-f106-45e0-8c3f-fd98fa124db1" providerId="ADAL" clId="{B2469FA9-EBD8-4834-A16D-CBF8EFC907DD}" dt="2025-10-01T09:51:50.637" v="904" actId="20577"/>
          <ac:spMkLst>
            <pc:docMk/>
            <pc:sldMk cId="520036874" sldId="261"/>
            <ac:spMk id="4" creationId="{5AFE5F72-2F56-76DA-4404-9F45B1A2689F}"/>
          </ac:spMkLst>
        </pc:spChg>
        <pc:spChg chg="add mod">
          <ac:chgData name="Jonathan Bollig" userId="8b5d0afe-f106-45e0-8c3f-fd98fa124db1" providerId="ADAL" clId="{B2469FA9-EBD8-4834-A16D-CBF8EFC907DD}" dt="2025-10-01T09:15:46.819" v="276" actId="1076"/>
          <ac:spMkLst>
            <pc:docMk/>
            <pc:sldMk cId="520036874" sldId="261"/>
            <ac:spMk id="5" creationId="{CAE0AAB6-00DC-55D3-3F79-E0069797F27D}"/>
          </ac:spMkLst>
        </pc:spChg>
        <pc:spChg chg="add mod">
          <ac:chgData name="Jonathan Bollig" userId="8b5d0afe-f106-45e0-8c3f-fd98fa124db1" providerId="ADAL" clId="{B2469FA9-EBD8-4834-A16D-CBF8EFC907DD}" dt="2025-10-01T09:15:46.819" v="276" actId="1076"/>
          <ac:spMkLst>
            <pc:docMk/>
            <pc:sldMk cId="520036874" sldId="261"/>
            <ac:spMk id="6" creationId="{C73AEBFF-2C9A-C803-EC44-2817F4E6B980}"/>
          </ac:spMkLst>
        </pc:spChg>
        <pc:spChg chg="add mod">
          <ac:chgData name="Jonathan Bollig" userId="8b5d0afe-f106-45e0-8c3f-fd98fa124db1" providerId="ADAL" clId="{B2469FA9-EBD8-4834-A16D-CBF8EFC907DD}" dt="2025-10-01T09:15:46.819" v="276" actId="1076"/>
          <ac:spMkLst>
            <pc:docMk/>
            <pc:sldMk cId="520036874" sldId="261"/>
            <ac:spMk id="7" creationId="{581549CA-E309-F95D-ECE3-306DF3D368F2}"/>
          </ac:spMkLst>
        </pc:spChg>
        <pc:spChg chg="add mod">
          <ac:chgData name="Jonathan Bollig" userId="8b5d0afe-f106-45e0-8c3f-fd98fa124db1" providerId="ADAL" clId="{B2469FA9-EBD8-4834-A16D-CBF8EFC907DD}" dt="2025-10-01T09:17:20.344" v="302" actId="1076"/>
          <ac:spMkLst>
            <pc:docMk/>
            <pc:sldMk cId="520036874" sldId="261"/>
            <ac:spMk id="21" creationId="{953CCC95-FA7A-4B71-E981-73CF2F036F83}"/>
          </ac:spMkLst>
        </pc:spChg>
        <pc:spChg chg="add mod">
          <ac:chgData name="Jonathan Bollig" userId="8b5d0afe-f106-45e0-8c3f-fd98fa124db1" providerId="ADAL" clId="{B2469FA9-EBD8-4834-A16D-CBF8EFC907DD}" dt="2025-10-01T09:17:23.601" v="303" actId="1076"/>
          <ac:spMkLst>
            <pc:docMk/>
            <pc:sldMk cId="520036874" sldId="261"/>
            <ac:spMk id="23" creationId="{7D1E6E31-3B49-6350-FC33-7E6F8590D8FC}"/>
          </ac:spMkLst>
        </pc:spChg>
        <pc:spChg chg="add mod">
          <ac:chgData name="Jonathan Bollig" userId="8b5d0afe-f106-45e0-8c3f-fd98fa124db1" providerId="ADAL" clId="{B2469FA9-EBD8-4834-A16D-CBF8EFC907DD}" dt="2025-10-01T09:41:58.842" v="586" actId="1076"/>
          <ac:spMkLst>
            <pc:docMk/>
            <pc:sldMk cId="520036874" sldId="261"/>
            <ac:spMk id="26" creationId="{4B049117-E240-0C19-5590-9BED9B0BF43E}"/>
          </ac:spMkLst>
        </pc:spChg>
        <pc:spChg chg="add mod">
          <ac:chgData name="Jonathan Bollig" userId="8b5d0afe-f106-45e0-8c3f-fd98fa124db1" providerId="ADAL" clId="{B2469FA9-EBD8-4834-A16D-CBF8EFC907DD}" dt="2025-10-01T09:42:16.783" v="590" actId="14100"/>
          <ac:spMkLst>
            <pc:docMk/>
            <pc:sldMk cId="520036874" sldId="261"/>
            <ac:spMk id="27" creationId="{134167D6-D2FE-01AF-B753-C0FC4968D4E7}"/>
          </ac:spMkLst>
        </pc:spChg>
        <pc:picChg chg="add mod">
          <ac:chgData name="Jonathan Bollig" userId="8b5d0afe-f106-45e0-8c3f-fd98fa124db1" providerId="ADAL" clId="{B2469FA9-EBD8-4834-A16D-CBF8EFC907DD}" dt="2025-10-01T09:19:01.905" v="375" actId="1440"/>
          <ac:picMkLst>
            <pc:docMk/>
            <pc:sldMk cId="520036874" sldId="261"/>
            <ac:picMk id="25" creationId="{DFCB6EC6-58E9-F445-8D98-BFE79365B557}"/>
          </ac:picMkLst>
        </pc:picChg>
        <pc:cxnChg chg="add mod">
          <ac:chgData name="Jonathan Bollig" userId="8b5d0afe-f106-45e0-8c3f-fd98fa124db1" providerId="ADAL" clId="{B2469FA9-EBD8-4834-A16D-CBF8EFC907DD}" dt="2025-10-01T09:15:46.819" v="276" actId="1076"/>
          <ac:cxnSpMkLst>
            <pc:docMk/>
            <pc:sldMk cId="520036874" sldId="261"/>
            <ac:cxnSpMk id="8" creationId="{56D3C875-6DAA-15AA-C7BC-F3AF020E446C}"/>
          </ac:cxnSpMkLst>
        </pc:cxnChg>
        <pc:cxnChg chg="add mod">
          <ac:chgData name="Jonathan Bollig" userId="8b5d0afe-f106-45e0-8c3f-fd98fa124db1" providerId="ADAL" clId="{B2469FA9-EBD8-4834-A16D-CBF8EFC907DD}" dt="2025-10-01T09:15:46.819" v="276" actId="1076"/>
          <ac:cxnSpMkLst>
            <pc:docMk/>
            <pc:sldMk cId="520036874" sldId="261"/>
            <ac:cxnSpMk id="9" creationId="{586D1A88-E861-F787-851B-70E578EFE17B}"/>
          </ac:cxnSpMkLst>
        </pc:cxnChg>
        <pc:cxnChg chg="add mod">
          <ac:chgData name="Jonathan Bollig" userId="8b5d0afe-f106-45e0-8c3f-fd98fa124db1" providerId="ADAL" clId="{B2469FA9-EBD8-4834-A16D-CBF8EFC907DD}" dt="2025-10-01T09:15:46.819" v="276" actId="1076"/>
          <ac:cxnSpMkLst>
            <pc:docMk/>
            <pc:sldMk cId="520036874" sldId="261"/>
            <ac:cxnSpMk id="12" creationId="{5084D1DA-C198-AE32-CA29-9E2CF7F4C462}"/>
          </ac:cxnSpMkLst>
        </pc:cxnChg>
        <pc:cxnChg chg="add mod">
          <ac:chgData name="Jonathan Bollig" userId="8b5d0afe-f106-45e0-8c3f-fd98fa124db1" providerId="ADAL" clId="{B2469FA9-EBD8-4834-A16D-CBF8EFC907DD}" dt="2025-10-01T09:15:46.819" v="276" actId="1076"/>
          <ac:cxnSpMkLst>
            <pc:docMk/>
            <pc:sldMk cId="520036874" sldId="261"/>
            <ac:cxnSpMk id="14" creationId="{8D09E6C8-F52F-C289-8CDC-AC73E159A034}"/>
          </ac:cxnSpMkLst>
        </pc:cxnChg>
      </pc:sldChg>
      <pc:sldChg chg="addSp delSp modSp new mod">
        <pc:chgData name="Jonathan Bollig" userId="8b5d0afe-f106-45e0-8c3f-fd98fa124db1" providerId="ADAL" clId="{B2469FA9-EBD8-4834-A16D-CBF8EFC907DD}" dt="2025-10-01T09:49:22.503" v="602" actId="1076"/>
        <pc:sldMkLst>
          <pc:docMk/>
          <pc:sldMk cId="1868139474" sldId="262"/>
        </pc:sldMkLst>
        <pc:spChg chg="mod">
          <ac:chgData name="Jonathan Bollig" userId="8b5d0afe-f106-45e0-8c3f-fd98fa124db1" providerId="ADAL" clId="{B2469FA9-EBD8-4834-A16D-CBF8EFC907DD}" dt="2025-10-01T09:41:05.769" v="579" actId="20577"/>
          <ac:spMkLst>
            <pc:docMk/>
            <pc:sldMk cId="1868139474" sldId="262"/>
            <ac:spMk id="2" creationId="{0CD211DA-5AE5-8544-FA52-36905B768F67}"/>
          </ac:spMkLst>
        </pc:spChg>
        <pc:picChg chg="add mod ord">
          <ac:chgData name="Jonathan Bollig" userId="8b5d0afe-f106-45e0-8c3f-fd98fa124db1" providerId="ADAL" clId="{B2469FA9-EBD8-4834-A16D-CBF8EFC907DD}" dt="2025-10-01T09:46:25.199" v="595" actId="1440"/>
          <ac:picMkLst>
            <pc:docMk/>
            <pc:sldMk cId="1868139474" sldId="262"/>
            <ac:picMk id="5" creationId="{3D3FCB0C-96C1-B6D2-CD82-53DA9DFF0731}"/>
          </ac:picMkLst>
        </pc:picChg>
        <pc:picChg chg="add mod">
          <ac:chgData name="Jonathan Bollig" userId="8b5d0afe-f106-45e0-8c3f-fd98fa124db1" providerId="ADAL" clId="{B2469FA9-EBD8-4834-A16D-CBF8EFC907DD}" dt="2025-10-01T09:46:25.199" v="595" actId="1440"/>
          <ac:picMkLst>
            <pc:docMk/>
            <pc:sldMk cId="1868139474" sldId="262"/>
            <ac:picMk id="7" creationId="{2F519CBF-C790-FCB6-6991-5FB69616454E}"/>
          </ac:picMkLst>
        </pc:picChg>
        <pc:picChg chg="add mod">
          <ac:chgData name="Jonathan Bollig" userId="8b5d0afe-f106-45e0-8c3f-fd98fa124db1" providerId="ADAL" clId="{B2469FA9-EBD8-4834-A16D-CBF8EFC907DD}" dt="2025-10-01T09:49:20.086" v="601" actId="1076"/>
          <ac:picMkLst>
            <pc:docMk/>
            <pc:sldMk cId="1868139474" sldId="262"/>
            <ac:picMk id="9" creationId="{B13DF91C-D35F-FBF3-67FA-3F0D5D45E8A1}"/>
          </ac:picMkLst>
        </pc:picChg>
        <pc:picChg chg="add mod">
          <ac:chgData name="Jonathan Bollig" userId="8b5d0afe-f106-45e0-8c3f-fd98fa124db1" providerId="ADAL" clId="{B2469FA9-EBD8-4834-A16D-CBF8EFC907DD}" dt="2025-10-01T09:49:22.503" v="602" actId="1076"/>
          <ac:picMkLst>
            <pc:docMk/>
            <pc:sldMk cId="1868139474" sldId="262"/>
            <ac:picMk id="11" creationId="{299BBBF6-F582-8F2B-F5D9-711E84D43628}"/>
          </ac:picMkLst>
        </pc:picChg>
      </pc:sldChg>
      <pc:sldChg chg="modSp new mod">
        <pc:chgData name="Jonathan Bollig" userId="8b5d0afe-f106-45e0-8c3f-fd98fa124db1" providerId="ADAL" clId="{B2469FA9-EBD8-4834-A16D-CBF8EFC907DD}" dt="2025-10-02T19:21:05.013" v="1910" actId="20577"/>
        <pc:sldMkLst>
          <pc:docMk/>
          <pc:sldMk cId="2756515142" sldId="263"/>
        </pc:sldMkLst>
        <pc:spChg chg="mod">
          <ac:chgData name="Jonathan Bollig" userId="8b5d0afe-f106-45e0-8c3f-fd98fa124db1" providerId="ADAL" clId="{B2469FA9-EBD8-4834-A16D-CBF8EFC907DD}" dt="2025-10-01T09:51:08.129" v="895" actId="20577"/>
          <ac:spMkLst>
            <pc:docMk/>
            <pc:sldMk cId="2756515142" sldId="263"/>
            <ac:spMk id="2" creationId="{2A405DBC-3FC8-DC1F-6A32-40326E0AFC00}"/>
          </ac:spMkLst>
        </pc:spChg>
        <pc:spChg chg="mod">
          <ac:chgData name="Jonathan Bollig" userId="8b5d0afe-f106-45e0-8c3f-fd98fa124db1" providerId="ADAL" clId="{B2469FA9-EBD8-4834-A16D-CBF8EFC907DD}" dt="2025-10-02T19:21:05.013" v="1910" actId="20577"/>
          <ac:spMkLst>
            <pc:docMk/>
            <pc:sldMk cId="2756515142" sldId="263"/>
            <ac:spMk id="3" creationId="{58BD8C22-FC38-5571-E375-2A22F0C92EA7}"/>
          </ac:spMkLst>
        </pc:spChg>
      </pc:sldChg>
      <pc:sldChg chg="addSp delSp modSp new mod">
        <pc:chgData name="Jonathan Bollig" userId="8b5d0afe-f106-45e0-8c3f-fd98fa124db1" providerId="ADAL" clId="{B2469FA9-EBD8-4834-A16D-CBF8EFC907DD}" dt="2025-10-01T11:08:01.738" v="1536" actId="20577"/>
        <pc:sldMkLst>
          <pc:docMk/>
          <pc:sldMk cId="539501943" sldId="264"/>
        </pc:sldMkLst>
        <pc:spChg chg="mod">
          <ac:chgData name="Jonathan Bollig" userId="8b5d0afe-f106-45e0-8c3f-fd98fa124db1" providerId="ADAL" clId="{B2469FA9-EBD8-4834-A16D-CBF8EFC907DD}" dt="2025-10-01T11:08:01.738" v="1536" actId="20577"/>
          <ac:spMkLst>
            <pc:docMk/>
            <pc:sldMk cId="539501943" sldId="264"/>
            <ac:spMk id="2" creationId="{0CF676AF-EC10-3FA7-A884-0DFE75F5BA29}"/>
          </ac:spMkLst>
        </pc:spChg>
        <pc:spChg chg="add mod">
          <ac:chgData name="Jonathan Bollig" userId="8b5d0afe-f106-45e0-8c3f-fd98fa124db1" providerId="ADAL" clId="{B2469FA9-EBD8-4834-A16D-CBF8EFC907DD}" dt="2025-10-01T10:19:50.409" v="1512" actId="1076"/>
          <ac:spMkLst>
            <pc:docMk/>
            <pc:sldMk cId="539501943" sldId="264"/>
            <ac:spMk id="4" creationId="{4FCF54D6-4A6D-35CE-6FC9-39D50CE85FF2}"/>
          </ac:spMkLst>
        </pc:spChg>
        <pc:spChg chg="add mod">
          <ac:chgData name="Jonathan Bollig" userId="8b5d0afe-f106-45e0-8c3f-fd98fa124db1" providerId="ADAL" clId="{B2469FA9-EBD8-4834-A16D-CBF8EFC907DD}" dt="2025-10-01T10:19:50.409" v="1512" actId="1076"/>
          <ac:spMkLst>
            <pc:docMk/>
            <pc:sldMk cId="539501943" sldId="264"/>
            <ac:spMk id="5" creationId="{0F270356-AFF2-A7FA-15E6-E6C505BCC5C9}"/>
          </ac:spMkLst>
        </pc:spChg>
        <pc:spChg chg="add mod">
          <ac:chgData name="Jonathan Bollig" userId="8b5d0afe-f106-45e0-8c3f-fd98fa124db1" providerId="ADAL" clId="{B2469FA9-EBD8-4834-A16D-CBF8EFC907DD}" dt="2025-10-01T10:19:50.409" v="1512" actId="1076"/>
          <ac:spMkLst>
            <pc:docMk/>
            <pc:sldMk cId="539501943" sldId="264"/>
            <ac:spMk id="6" creationId="{80648EA6-2644-D128-38C0-3C28778A272B}"/>
          </ac:spMkLst>
        </pc:spChg>
        <pc:spChg chg="add mod">
          <ac:chgData name="Jonathan Bollig" userId="8b5d0afe-f106-45e0-8c3f-fd98fa124db1" providerId="ADAL" clId="{B2469FA9-EBD8-4834-A16D-CBF8EFC907DD}" dt="2025-10-01T10:19:50.409" v="1512" actId="1076"/>
          <ac:spMkLst>
            <pc:docMk/>
            <pc:sldMk cId="539501943" sldId="264"/>
            <ac:spMk id="7" creationId="{7D63D7FB-DAFA-DF99-F517-9119FC1AC9C0}"/>
          </ac:spMkLst>
        </pc:spChg>
        <pc:spChg chg="add mod">
          <ac:chgData name="Jonathan Bollig" userId="8b5d0afe-f106-45e0-8c3f-fd98fa124db1" providerId="ADAL" clId="{B2469FA9-EBD8-4834-A16D-CBF8EFC907DD}" dt="2025-10-01T10:19:50.409" v="1512" actId="1076"/>
          <ac:spMkLst>
            <pc:docMk/>
            <pc:sldMk cId="539501943" sldId="264"/>
            <ac:spMk id="12" creationId="{0F4CBEE2-754A-BF38-DB4B-DC6A6F16BD1E}"/>
          </ac:spMkLst>
        </pc:spChg>
        <pc:spChg chg="add mod ord">
          <ac:chgData name="Jonathan Bollig" userId="8b5d0afe-f106-45e0-8c3f-fd98fa124db1" providerId="ADAL" clId="{B2469FA9-EBD8-4834-A16D-CBF8EFC907DD}" dt="2025-10-01T10:19:50.409" v="1512" actId="1076"/>
          <ac:spMkLst>
            <pc:docMk/>
            <pc:sldMk cId="539501943" sldId="264"/>
            <ac:spMk id="13" creationId="{6C12A045-772B-0FBE-AC43-41C8BBD9E99B}"/>
          </ac:spMkLst>
        </pc:spChg>
        <pc:spChg chg="add mod">
          <ac:chgData name="Jonathan Bollig" userId="8b5d0afe-f106-45e0-8c3f-fd98fa124db1" providerId="ADAL" clId="{B2469FA9-EBD8-4834-A16D-CBF8EFC907DD}" dt="2025-10-01T10:19:50.409" v="1512" actId="1076"/>
          <ac:spMkLst>
            <pc:docMk/>
            <pc:sldMk cId="539501943" sldId="264"/>
            <ac:spMk id="16" creationId="{F1DBB668-4150-1DE3-13CE-53CC70D585A6}"/>
          </ac:spMkLst>
        </pc:spChg>
        <pc:spChg chg="add mod">
          <ac:chgData name="Jonathan Bollig" userId="8b5d0afe-f106-45e0-8c3f-fd98fa124db1" providerId="ADAL" clId="{B2469FA9-EBD8-4834-A16D-CBF8EFC907DD}" dt="2025-10-01T10:19:56.388" v="1513" actId="1076"/>
          <ac:spMkLst>
            <pc:docMk/>
            <pc:sldMk cId="539501943" sldId="264"/>
            <ac:spMk id="37" creationId="{E63E1191-2AD7-F354-BD40-5C33059EB9DE}"/>
          </ac:spMkLst>
        </pc:spChg>
        <pc:spChg chg="add mod">
          <ac:chgData name="Jonathan Bollig" userId="8b5d0afe-f106-45e0-8c3f-fd98fa124db1" providerId="ADAL" clId="{B2469FA9-EBD8-4834-A16D-CBF8EFC907DD}" dt="2025-10-01T10:19:56.388" v="1513" actId="1076"/>
          <ac:spMkLst>
            <pc:docMk/>
            <pc:sldMk cId="539501943" sldId="264"/>
            <ac:spMk id="38" creationId="{9F45DB8C-28F2-F23D-79DC-3A8BA3E30F61}"/>
          </ac:spMkLst>
        </pc:spChg>
        <pc:spChg chg="add mod">
          <ac:chgData name="Jonathan Bollig" userId="8b5d0afe-f106-45e0-8c3f-fd98fa124db1" providerId="ADAL" clId="{B2469FA9-EBD8-4834-A16D-CBF8EFC907DD}" dt="2025-10-01T10:19:56.388" v="1513" actId="1076"/>
          <ac:spMkLst>
            <pc:docMk/>
            <pc:sldMk cId="539501943" sldId="264"/>
            <ac:spMk id="39" creationId="{CCCAAA7C-4625-CAE3-40BE-A672B37E9FDF}"/>
          </ac:spMkLst>
        </pc:spChg>
        <pc:spChg chg="add mod">
          <ac:chgData name="Jonathan Bollig" userId="8b5d0afe-f106-45e0-8c3f-fd98fa124db1" providerId="ADAL" clId="{B2469FA9-EBD8-4834-A16D-CBF8EFC907DD}" dt="2025-10-01T10:19:56.388" v="1513" actId="1076"/>
          <ac:spMkLst>
            <pc:docMk/>
            <pc:sldMk cId="539501943" sldId="264"/>
            <ac:spMk id="40" creationId="{E868DF51-CBF5-34F3-2FB6-F47074E84AB7}"/>
          </ac:spMkLst>
        </pc:spChg>
        <pc:spChg chg="add mod">
          <ac:chgData name="Jonathan Bollig" userId="8b5d0afe-f106-45e0-8c3f-fd98fa124db1" providerId="ADAL" clId="{B2469FA9-EBD8-4834-A16D-CBF8EFC907DD}" dt="2025-10-01T10:19:56.388" v="1513" actId="1076"/>
          <ac:spMkLst>
            <pc:docMk/>
            <pc:sldMk cId="539501943" sldId="264"/>
            <ac:spMk id="45" creationId="{4F2C637F-8D54-8E10-2820-74622DED5FB7}"/>
          </ac:spMkLst>
        </pc:spChg>
        <pc:spChg chg="add mod">
          <ac:chgData name="Jonathan Bollig" userId="8b5d0afe-f106-45e0-8c3f-fd98fa124db1" providerId="ADAL" clId="{B2469FA9-EBD8-4834-A16D-CBF8EFC907DD}" dt="2025-10-01T10:19:56.388" v="1513" actId="1076"/>
          <ac:spMkLst>
            <pc:docMk/>
            <pc:sldMk cId="539501943" sldId="264"/>
            <ac:spMk id="46" creationId="{6CD50F20-C952-4A74-1884-F8CADA83CF0E}"/>
          </ac:spMkLst>
        </pc:spChg>
        <pc:cxnChg chg="add mod">
          <ac:chgData name="Jonathan Bollig" userId="8b5d0afe-f106-45e0-8c3f-fd98fa124db1" providerId="ADAL" clId="{B2469FA9-EBD8-4834-A16D-CBF8EFC907DD}" dt="2025-10-01T10:19:50.409" v="1512" actId="1076"/>
          <ac:cxnSpMkLst>
            <pc:docMk/>
            <pc:sldMk cId="539501943" sldId="264"/>
            <ac:cxnSpMk id="8" creationId="{7D51FF47-5803-1C53-B721-A38D4DC64796}"/>
          </ac:cxnSpMkLst>
        </pc:cxnChg>
        <pc:cxnChg chg="add mod">
          <ac:chgData name="Jonathan Bollig" userId="8b5d0afe-f106-45e0-8c3f-fd98fa124db1" providerId="ADAL" clId="{B2469FA9-EBD8-4834-A16D-CBF8EFC907DD}" dt="2025-10-01T10:19:50.409" v="1512" actId="1076"/>
          <ac:cxnSpMkLst>
            <pc:docMk/>
            <pc:sldMk cId="539501943" sldId="264"/>
            <ac:cxnSpMk id="9" creationId="{B01B5AF8-366F-AAA8-9789-3F8776559E7B}"/>
          </ac:cxnSpMkLst>
        </pc:cxnChg>
        <pc:cxnChg chg="add mod">
          <ac:chgData name="Jonathan Bollig" userId="8b5d0afe-f106-45e0-8c3f-fd98fa124db1" providerId="ADAL" clId="{B2469FA9-EBD8-4834-A16D-CBF8EFC907DD}" dt="2025-10-01T10:19:10.395" v="1507" actId="1076"/>
          <ac:cxnSpMkLst>
            <pc:docMk/>
            <pc:sldMk cId="539501943" sldId="264"/>
            <ac:cxnSpMk id="11" creationId="{FCEE2C36-EE25-7320-061B-B70BBD04A72F}"/>
          </ac:cxnSpMkLst>
        </pc:cxnChg>
        <pc:cxnChg chg="add mod">
          <ac:chgData name="Jonathan Bollig" userId="8b5d0afe-f106-45e0-8c3f-fd98fa124db1" providerId="ADAL" clId="{B2469FA9-EBD8-4834-A16D-CBF8EFC907DD}" dt="2025-10-01T10:17:49.741" v="1493" actId="14100"/>
          <ac:cxnSpMkLst>
            <pc:docMk/>
            <pc:sldMk cId="539501943" sldId="264"/>
            <ac:cxnSpMk id="14" creationId="{A2C90197-45DD-988D-728C-EB6B040A52DF}"/>
          </ac:cxnSpMkLst>
        </pc:cxnChg>
        <pc:cxnChg chg="add mod">
          <ac:chgData name="Jonathan Bollig" userId="8b5d0afe-f106-45e0-8c3f-fd98fa124db1" providerId="ADAL" clId="{B2469FA9-EBD8-4834-A16D-CBF8EFC907DD}" dt="2025-10-01T10:19:50.409" v="1512" actId="1076"/>
          <ac:cxnSpMkLst>
            <pc:docMk/>
            <pc:sldMk cId="539501943" sldId="264"/>
            <ac:cxnSpMk id="15" creationId="{41564787-C89B-6E46-E4B4-4056A16D65AD}"/>
          </ac:cxnSpMkLst>
        </pc:cxnChg>
        <pc:cxnChg chg="add mod">
          <ac:chgData name="Jonathan Bollig" userId="8b5d0afe-f106-45e0-8c3f-fd98fa124db1" providerId="ADAL" clId="{B2469FA9-EBD8-4834-A16D-CBF8EFC907DD}" dt="2025-10-01T10:19:56.388" v="1513" actId="1076"/>
          <ac:cxnSpMkLst>
            <pc:docMk/>
            <pc:sldMk cId="539501943" sldId="264"/>
            <ac:cxnSpMk id="41" creationId="{FB304E74-A35A-56C0-5511-04E8A32B2F48}"/>
          </ac:cxnSpMkLst>
        </pc:cxnChg>
        <pc:cxnChg chg="add mod">
          <ac:chgData name="Jonathan Bollig" userId="8b5d0afe-f106-45e0-8c3f-fd98fa124db1" providerId="ADAL" clId="{B2469FA9-EBD8-4834-A16D-CBF8EFC907DD}" dt="2025-10-01T10:19:56.388" v="1513" actId="1076"/>
          <ac:cxnSpMkLst>
            <pc:docMk/>
            <pc:sldMk cId="539501943" sldId="264"/>
            <ac:cxnSpMk id="42" creationId="{7789AECA-1B6E-32DA-D5C3-2BDB774E9336}"/>
          </ac:cxnSpMkLst>
        </pc:cxnChg>
        <pc:cxnChg chg="add mod">
          <ac:chgData name="Jonathan Bollig" userId="8b5d0afe-f106-45e0-8c3f-fd98fa124db1" providerId="ADAL" clId="{B2469FA9-EBD8-4834-A16D-CBF8EFC907DD}" dt="2025-10-01T10:19:56.388" v="1513" actId="1076"/>
          <ac:cxnSpMkLst>
            <pc:docMk/>
            <pc:sldMk cId="539501943" sldId="264"/>
            <ac:cxnSpMk id="43" creationId="{4A3E2242-7152-1103-701F-279C6B56229B}"/>
          </ac:cxnSpMkLst>
        </pc:cxnChg>
        <pc:cxnChg chg="add mod">
          <ac:chgData name="Jonathan Bollig" userId="8b5d0afe-f106-45e0-8c3f-fd98fa124db1" providerId="ADAL" clId="{B2469FA9-EBD8-4834-A16D-CBF8EFC907DD}" dt="2025-10-01T10:19:56.388" v="1513" actId="1076"/>
          <ac:cxnSpMkLst>
            <pc:docMk/>
            <pc:sldMk cId="539501943" sldId="264"/>
            <ac:cxnSpMk id="44" creationId="{B4F791B1-C516-74C1-410C-AC2A6EDD00E7}"/>
          </ac:cxnSpMkLst>
        </pc:cxnChg>
        <pc:cxnChg chg="add mod">
          <ac:chgData name="Jonathan Bollig" userId="8b5d0afe-f106-45e0-8c3f-fd98fa124db1" providerId="ADAL" clId="{B2469FA9-EBD8-4834-A16D-CBF8EFC907DD}" dt="2025-10-01T10:19:59.539" v="1514" actId="1076"/>
          <ac:cxnSpMkLst>
            <pc:docMk/>
            <pc:sldMk cId="539501943" sldId="264"/>
            <ac:cxnSpMk id="47" creationId="{878F0329-DA31-B64A-7ACE-0E9198050F7B}"/>
          </ac:cxnSpMkLst>
        </pc:cxnChg>
      </pc:sldChg>
      <pc:sldChg chg="addSp delSp modSp add mod">
        <pc:chgData name="Jonathan Bollig" userId="8b5d0afe-f106-45e0-8c3f-fd98fa124db1" providerId="ADAL" clId="{B2469FA9-EBD8-4834-A16D-CBF8EFC907DD}" dt="2025-10-01T11:25:59.536" v="1681" actId="1076"/>
        <pc:sldMkLst>
          <pc:docMk/>
          <pc:sldMk cId="3053755417" sldId="265"/>
        </pc:sldMkLst>
        <pc:spChg chg="mod">
          <ac:chgData name="Jonathan Bollig" userId="8b5d0afe-f106-45e0-8c3f-fd98fa124db1" providerId="ADAL" clId="{B2469FA9-EBD8-4834-A16D-CBF8EFC907DD}" dt="2025-10-01T10:23:00.625" v="1534" actId="20577"/>
          <ac:spMkLst>
            <pc:docMk/>
            <pc:sldMk cId="3053755417" sldId="265"/>
            <ac:spMk id="2" creationId="{9DDD8079-83A5-6AE4-4C9F-D31598C5AB52}"/>
          </ac:spMkLst>
        </pc:spChg>
        <pc:spChg chg="add mod">
          <ac:chgData name="Jonathan Bollig" userId="8b5d0afe-f106-45e0-8c3f-fd98fa124db1" providerId="ADAL" clId="{B2469FA9-EBD8-4834-A16D-CBF8EFC907DD}" dt="2025-10-01T10:22:16.006" v="1530" actId="1076"/>
          <ac:spMkLst>
            <pc:docMk/>
            <pc:sldMk cId="3053755417" sldId="265"/>
            <ac:spMk id="18" creationId="{DCD0A207-5F7B-FB6F-5AC6-5A74120618D5}"/>
          </ac:spMkLst>
        </pc:spChg>
        <pc:picChg chg="add mod">
          <ac:chgData name="Jonathan Bollig" userId="8b5d0afe-f106-45e0-8c3f-fd98fa124db1" providerId="ADAL" clId="{B2469FA9-EBD8-4834-A16D-CBF8EFC907DD}" dt="2025-10-01T10:22:18.651" v="1531" actId="1076"/>
          <ac:picMkLst>
            <pc:docMk/>
            <pc:sldMk cId="3053755417" sldId="265"/>
            <ac:picMk id="10" creationId="{88450583-1220-5AFE-1D44-C3D3E22FC65D}"/>
          </ac:picMkLst>
        </pc:picChg>
        <pc:picChg chg="add mod">
          <ac:chgData name="Jonathan Bollig" userId="8b5d0afe-f106-45e0-8c3f-fd98fa124db1" providerId="ADAL" clId="{B2469FA9-EBD8-4834-A16D-CBF8EFC907DD}" dt="2025-10-01T10:22:20.987" v="1532" actId="1076"/>
          <ac:picMkLst>
            <pc:docMk/>
            <pc:sldMk cId="3053755417" sldId="265"/>
            <ac:picMk id="17" creationId="{DE90956A-A18D-1EDF-8E4F-FF70447A1601}"/>
          </ac:picMkLst>
        </pc:picChg>
        <pc:cxnChg chg="add mod">
          <ac:chgData name="Jonathan Bollig" userId="8b5d0afe-f106-45e0-8c3f-fd98fa124db1" providerId="ADAL" clId="{B2469FA9-EBD8-4834-A16D-CBF8EFC907DD}" dt="2025-10-01T11:25:59.536" v="1681" actId="1076"/>
          <ac:cxnSpMkLst>
            <pc:docMk/>
            <pc:sldMk cId="3053755417" sldId="265"/>
            <ac:cxnSpMk id="19" creationId="{5442D70E-3788-3BF6-1FAB-CBA0FF183A60}"/>
          </ac:cxnSpMkLst>
        </pc:cxnChg>
      </pc:sldChg>
      <pc:sldChg chg="addSp delSp modSp new mod">
        <pc:chgData name="Jonathan Bollig" userId="8b5d0afe-f106-45e0-8c3f-fd98fa124db1" providerId="ADAL" clId="{B2469FA9-EBD8-4834-A16D-CBF8EFC907DD}" dt="2025-10-01T11:26:56.798" v="1687" actId="1440"/>
        <pc:sldMkLst>
          <pc:docMk/>
          <pc:sldMk cId="780551519" sldId="266"/>
        </pc:sldMkLst>
        <pc:spChg chg="mod">
          <ac:chgData name="Jonathan Bollig" userId="8b5d0afe-f106-45e0-8c3f-fd98fa124db1" providerId="ADAL" clId="{B2469FA9-EBD8-4834-A16D-CBF8EFC907DD}" dt="2025-10-01T11:10:32.719" v="1581" actId="20577"/>
          <ac:spMkLst>
            <pc:docMk/>
            <pc:sldMk cId="780551519" sldId="266"/>
            <ac:spMk id="2" creationId="{CAA2A131-3D5F-B53A-637B-0FE361536048}"/>
          </ac:spMkLst>
        </pc:spChg>
        <pc:spChg chg="mod">
          <ac:chgData name="Jonathan Bollig" userId="8b5d0afe-f106-45e0-8c3f-fd98fa124db1" providerId="ADAL" clId="{B2469FA9-EBD8-4834-A16D-CBF8EFC907DD}" dt="2025-10-01T11:14:16.138" v="1663" actId="20577"/>
          <ac:spMkLst>
            <pc:docMk/>
            <pc:sldMk cId="780551519" sldId="266"/>
            <ac:spMk id="3" creationId="{1C981356-4300-F30D-5FB5-B79CD9DF668A}"/>
          </ac:spMkLst>
        </pc:spChg>
        <pc:spChg chg="add mod">
          <ac:chgData name="Jonathan Bollig" userId="8b5d0afe-f106-45e0-8c3f-fd98fa124db1" providerId="ADAL" clId="{B2469FA9-EBD8-4834-A16D-CBF8EFC907DD}" dt="2025-10-01T11:10:04.019" v="1572" actId="1076"/>
          <ac:spMkLst>
            <pc:docMk/>
            <pc:sldMk cId="780551519" sldId="266"/>
            <ac:spMk id="4" creationId="{90A9734A-041C-1683-12C9-F748C8C671CD}"/>
          </ac:spMkLst>
        </pc:spChg>
        <pc:spChg chg="add mod">
          <ac:chgData name="Jonathan Bollig" userId="8b5d0afe-f106-45e0-8c3f-fd98fa124db1" providerId="ADAL" clId="{B2469FA9-EBD8-4834-A16D-CBF8EFC907DD}" dt="2025-10-01T11:10:23.775" v="1578" actId="1076"/>
          <ac:spMkLst>
            <pc:docMk/>
            <pc:sldMk cId="780551519" sldId="266"/>
            <ac:spMk id="5" creationId="{C095A216-14D3-6062-EB62-DA0C662DB063}"/>
          </ac:spMkLst>
        </pc:spChg>
        <pc:spChg chg="add mod">
          <ac:chgData name="Jonathan Bollig" userId="8b5d0afe-f106-45e0-8c3f-fd98fa124db1" providerId="ADAL" clId="{B2469FA9-EBD8-4834-A16D-CBF8EFC907DD}" dt="2025-10-01T11:10:04.019" v="1572" actId="1076"/>
          <ac:spMkLst>
            <pc:docMk/>
            <pc:sldMk cId="780551519" sldId="266"/>
            <ac:spMk id="6" creationId="{06D71163-0005-B86F-C260-0A6C49385B75}"/>
          </ac:spMkLst>
        </pc:spChg>
        <pc:spChg chg="add mod">
          <ac:chgData name="Jonathan Bollig" userId="8b5d0afe-f106-45e0-8c3f-fd98fa124db1" providerId="ADAL" clId="{B2469FA9-EBD8-4834-A16D-CBF8EFC907DD}" dt="2025-10-01T11:09:49.214" v="1570" actId="1076"/>
          <ac:spMkLst>
            <pc:docMk/>
            <pc:sldMk cId="780551519" sldId="266"/>
            <ac:spMk id="7" creationId="{247834CC-FDA6-7B4A-3612-833C45BCD036}"/>
          </ac:spMkLst>
        </pc:spChg>
        <pc:spChg chg="add mod">
          <ac:chgData name="Jonathan Bollig" userId="8b5d0afe-f106-45e0-8c3f-fd98fa124db1" providerId="ADAL" clId="{B2469FA9-EBD8-4834-A16D-CBF8EFC907DD}" dt="2025-10-01T11:10:21.333" v="1577" actId="1076"/>
          <ac:spMkLst>
            <pc:docMk/>
            <pc:sldMk cId="780551519" sldId="266"/>
            <ac:spMk id="11" creationId="{D141A4AF-6618-7189-5D99-6171BAAC9C66}"/>
          </ac:spMkLst>
        </pc:spChg>
        <pc:spChg chg="add mod">
          <ac:chgData name="Jonathan Bollig" userId="8b5d0afe-f106-45e0-8c3f-fd98fa124db1" providerId="ADAL" clId="{B2469FA9-EBD8-4834-A16D-CBF8EFC907DD}" dt="2025-10-01T11:13:16.908" v="1623" actId="1076"/>
          <ac:spMkLst>
            <pc:docMk/>
            <pc:sldMk cId="780551519" sldId="266"/>
            <ac:spMk id="14" creationId="{708CFE90-35EE-19DD-93CE-F196FFC76787}"/>
          </ac:spMkLst>
        </pc:spChg>
        <pc:spChg chg="add mod">
          <ac:chgData name="Jonathan Bollig" userId="8b5d0afe-f106-45e0-8c3f-fd98fa124db1" providerId="ADAL" clId="{B2469FA9-EBD8-4834-A16D-CBF8EFC907DD}" dt="2025-10-01T11:10:11.813" v="1574" actId="1076"/>
          <ac:spMkLst>
            <pc:docMk/>
            <pc:sldMk cId="780551519" sldId="266"/>
            <ac:spMk id="15" creationId="{CF233378-915A-7A43-2734-BB11EA7ED13B}"/>
          </ac:spMkLst>
        </pc:spChg>
        <pc:spChg chg="add mod">
          <ac:chgData name="Jonathan Bollig" userId="8b5d0afe-f106-45e0-8c3f-fd98fa124db1" providerId="ADAL" clId="{B2469FA9-EBD8-4834-A16D-CBF8EFC907DD}" dt="2025-10-01T11:13:43.423" v="1630" actId="1076"/>
          <ac:spMkLst>
            <pc:docMk/>
            <pc:sldMk cId="780551519" sldId="266"/>
            <ac:spMk id="16" creationId="{36FC0339-D113-E767-FF1D-87639716EA92}"/>
          </ac:spMkLst>
        </pc:spChg>
        <pc:spChg chg="add mod ord">
          <ac:chgData name="Jonathan Bollig" userId="8b5d0afe-f106-45e0-8c3f-fd98fa124db1" providerId="ADAL" clId="{B2469FA9-EBD8-4834-A16D-CBF8EFC907DD}" dt="2025-10-01T11:13:23.054" v="1624" actId="1076"/>
          <ac:spMkLst>
            <pc:docMk/>
            <pc:sldMk cId="780551519" sldId="266"/>
            <ac:spMk id="23" creationId="{10C44C1D-A77E-EB5D-FA78-7AD1279FBD46}"/>
          </ac:spMkLst>
        </pc:spChg>
        <pc:spChg chg="add mod ord">
          <ac:chgData name="Jonathan Bollig" userId="8b5d0afe-f106-45e0-8c3f-fd98fa124db1" providerId="ADAL" clId="{B2469FA9-EBD8-4834-A16D-CBF8EFC907DD}" dt="2025-10-01T11:13:39.960" v="1629" actId="166"/>
          <ac:spMkLst>
            <pc:docMk/>
            <pc:sldMk cId="780551519" sldId="266"/>
            <ac:spMk id="24" creationId="{FCEACBE0-49E0-48F5-6208-E92E77719D2E}"/>
          </ac:spMkLst>
        </pc:spChg>
        <pc:spChg chg="add mod">
          <ac:chgData name="Jonathan Bollig" userId="8b5d0afe-f106-45e0-8c3f-fd98fa124db1" providerId="ADAL" clId="{B2469FA9-EBD8-4834-A16D-CBF8EFC907DD}" dt="2025-10-01T11:14:27.865" v="1665" actId="1076"/>
          <ac:spMkLst>
            <pc:docMk/>
            <pc:sldMk cId="780551519" sldId="266"/>
            <ac:spMk id="43" creationId="{4ABDBB82-753C-2B48-0EE3-C1CF10B7A758}"/>
          </ac:spMkLst>
        </pc:spChg>
        <pc:picChg chg="add mod">
          <ac:chgData name="Jonathan Bollig" userId="8b5d0afe-f106-45e0-8c3f-fd98fa124db1" providerId="ADAL" clId="{B2469FA9-EBD8-4834-A16D-CBF8EFC907DD}" dt="2025-10-01T11:25:35.899" v="1675" actId="1440"/>
          <ac:picMkLst>
            <pc:docMk/>
            <pc:sldMk cId="780551519" sldId="266"/>
            <ac:picMk id="47" creationId="{62EBB821-222E-B602-4B17-A92E125CCCB4}"/>
          </ac:picMkLst>
        </pc:picChg>
        <pc:picChg chg="add mod">
          <ac:chgData name="Jonathan Bollig" userId="8b5d0afe-f106-45e0-8c3f-fd98fa124db1" providerId="ADAL" clId="{B2469FA9-EBD8-4834-A16D-CBF8EFC907DD}" dt="2025-10-01T11:26:56.798" v="1687" actId="1440"/>
          <ac:picMkLst>
            <pc:docMk/>
            <pc:sldMk cId="780551519" sldId="266"/>
            <ac:picMk id="51" creationId="{BC94C026-43A9-B909-E784-1410A0D23CCA}"/>
          </ac:picMkLst>
        </pc:picChg>
        <pc:cxnChg chg="add mod">
          <ac:chgData name="Jonathan Bollig" userId="8b5d0afe-f106-45e0-8c3f-fd98fa124db1" providerId="ADAL" clId="{B2469FA9-EBD8-4834-A16D-CBF8EFC907DD}" dt="2025-10-01T11:10:23.775" v="1578" actId="1076"/>
          <ac:cxnSpMkLst>
            <pc:docMk/>
            <pc:sldMk cId="780551519" sldId="266"/>
            <ac:cxnSpMk id="8" creationId="{61EC9600-7173-23F8-3047-0FE0D728EF8E}"/>
          </ac:cxnSpMkLst>
        </pc:cxnChg>
        <pc:cxnChg chg="mod">
          <ac:chgData name="Jonathan Bollig" userId="8b5d0afe-f106-45e0-8c3f-fd98fa124db1" providerId="ADAL" clId="{B2469FA9-EBD8-4834-A16D-CBF8EFC907DD}" dt="2025-10-01T11:10:04.019" v="1572" actId="1076"/>
          <ac:cxnSpMkLst>
            <pc:docMk/>
            <pc:sldMk cId="780551519" sldId="266"/>
            <ac:cxnSpMk id="9" creationId="{C285A213-28B2-1E28-B031-0160DEEF12DB}"/>
          </ac:cxnSpMkLst>
        </pc:cxnChg>
        <pc:cxnChg chg="add mod">
          <ac:chgData name="Jonathan Bollig" userId="8b5d0afe-f106-45e0-8c3f-fd98fa124db1" providerId="ADAL" clId="{B2469FA9-EBD8-4834-A16D-CBF8EFC907DD}" dt="2025-10-01T11:10:23.775" v="1578" actId="1076"/>
          <ac:cxnSpMkLst>
            <pc:docMk/>
            <pc:sldMk cId="780551519" sldId="266"/>
            <ac:cxnSpMk id="10" creationId="{A06D2880-BBE2-9FCD-5B50-318643344231}"/>
          </ac:cxnSpMkLst>
        </pc:cxnChg>
        <pc:cxnChg chg="mod">
          <ac:chgData name="Jonathan Bollig" userId="8b5d0afe-f106-45e0-8c3f-fd98fa124db1" providerId="ADAL" clId="{B2469FA9-EBD8-4834-A16D-CBF8EFC907DD}" dt="2025-10-01T11:13:16.908" v="1623" actId="1076"/>
          <ac:cxnSpMkLst>
            <pc:docMk/>
            <pc:sldMk cId="780551519" sldId="266"/>
            <ac:cxnSpMk id="12" creationId="{C2BB2D9A-4347-E619-5358-51D5E94D4F75}"/>
          </ac:cxnSpMkLst>
        </pc:cxnChg>
        <pc:cxnChg chg="add mod">
          <ac:chgData name="Jonathan Bollig" userId="8b5d0afe-f106-45e0-8c3f-fd98fa124db1" providerId="ADAL" clId="{B2469FA9-EBD8-4834-A16D-CBF8EFC907DD}" dt="2025-10-01T11:13:43.423" v="1630" actId="1076"/>
          <ac:cxnSpMkLst>
            <pc:docMk/>
            <pc:sldMk cId="780551519" sldId="266"/>
            <ac:cxnSpMk id="27" creationId="{7C41E648-20A8-5D9C-E12C-15F6A4B4ED0D}"/>
          </ac:cxnSpMkLst>
        </pc:cxnChg>
        <pc:cxnChg chg="add mod">
          <ac:chgData name="Jonathan Bollig" userId="8b5d0afe-f106-45e0-8c3f-fd98fa124db1" providerId="ADAL" clId="{B2469FA9-EBD8-4834-A16D-CBF8EFC907DD}" dt="2025-10-01T11:13:35.833" v="1628" actId="14100"/>
          <ac:cxnSpMkLst>
            <pc:docMk/>
            <pc:sldMk cId="780551519" sldId="266"/>
            <ac:cxnSpMk id="36" creationId="{7039E967-804F-C4D1-F15F-BE9002FD8885}"/>
          </ac:cxnSpMkLst>
        </pc:cxnChg>
        <pc:cxnChg chg="add mod">
          <ac:chgData name="Jonathan Bollig" userId="8b5d0afe-f106-45e0-8c3f-fd98fa124db1" providerId="ADAL" clId="{B2469FA9-EBD8-4834-A16D-CBF8EFC907DD}" dt="2025-10-01T11:13:55.395" v="1634" actId="14100"/>
          <ac:cxnSpMkLst>
            <pc:docMk/>
            <pc:sldMk cId="780551519" sldId="266"/>
            <ac:cxnSpMk id="40" creationId="{F35BEB33-CF18-9346-FCF2-B7D69029F53A}"/>
          </ac:cxnSpMkLst>
        </pc:cxnChg>
        <pc:cxnChg chg="add mod">
          <ac:chgData name="Jonathan Bollig" userId="8b5d0afe-f106-45e0-8c3f-fd98fa124db1" providerId="ADAL" clId="{B2469FA9-EBD8-4834-A16D-CBF8EFC907DD}" dt="2025-10-01T11:25:54.197" v="1679" actId="1076"/>
          <ac:cxnSpMkLst>
            <pc:docMk/>
            <pc:sldMk cId="780551519" sldId="266"/>
            <ac:cxnSpMk id="48" creationId="{77D68CDA-5D84-98F2-C813-8EBF801D5B14}"/>
          </ac:cxnSpMkLst>
        </pc:cxnChg>
      </pc:sldChg>
      <pc:sldChg chg="addSp delSp modSp new mod">
        <pc:chgData name="Jonathan Bollig" userId="8b5d0afe-f106-45e0-8c3f-fd98fa124db1" providerId="ADAL" clId="{B2469FA9-EBD8-4834-A16D-CBF8EFC907DD}" dt="2025-10-04T12:14:02.954" v="2186" actId="1076"/>
        <pc:sldMkLst>
          <pc:docMk/>
          <pc:sldMk cId="2138807736" sldId="267"/>
        </pc:sldMkLst>
        <pc:spChg chg="mod">
          <ac:chgData name="Jonathan Bollig" userId="8b5d0afe-f106-45e0-8c3f-fd98fa124db1" providerId="ADAL" clId="{B2469FA9-EBD8-4834-A16D-CBF8EFC907DD}" dt="2025-10-04T12:13:08.567" v="2177" actId="1076"/>
          <ac:spMkLst>
            <pc:docMk/>
            <pc:sldMk cId="2138807736" sldId="267"/>
            <ac:spMk id="2" creationId="{4264A0F1-7BC6-1BD9-7CBF-4AC55674DB61}"/>
          </ac:spMkLst>
        </pc:spChg>
        <pc:spChg chg="add mod">
          <ac:chgData name="Jonathan Bollig" userId="8b5d0afe-f106-45e0-8c3f-fd98fa124db1" providerId="ADAL" clId="{B2469FA9-EBD8-4834-A16D-CBF8EFC907DD}" dt="2025-10-04T12:14:02.954" v="2186" actId="1076"/>
          <ac:spMkLst>
            <pc:docMk/>
            <pc:sldMk cId="2138807736" sldId="267"/>
            <ac:spMk id="5" creationId="{CFD53965-A01B-3775-EFA6-74691911BBA6}"/>
          </ac:spMkLst>
        </pc:spChg>
        <pc:picChg chg="add mod">
          <ac:chgData name="Jonathan Bollig" userId="8b5d0afe-f106-45e0-8c3f-fd98fa124db1" providerId="ADAL" clId="{B2469FA9-EBD8-4834-A16D-CBF8EFC907DD}" dt="2025-10-04T12:13:29.864" v="2183" actId="1076"/>
          <ac:picMkLst>
            <pc:docMk/>
            <pc:sldMk cId="2138807736" sldId="267"/>
            <ac:picMk id="4" creationId="{BE94D407-8A89-EF37-7EA5-9D49827137D1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1T21:33:21.798" v="1907" actId="20577"/>
        <pc:sldMkLst>
          <pc:docMk/>
          <pc:sldMk cId="1546763463" sldId="268"/>
        </pc:sldMkLst>
        <pc:spChg chg="mod">
          <ac:chgData name="Jonathan Bollig" userId="8b5d0afe-f106-45e0-8c3f-fd98fa124db1" providerId="ADAL" clId="{B2469FA9-EBD8-4834-A16D-CBF8EFC907DD}" dt="2025-10-01T21:33:21.798" v="1907" actId="20577"/>
          <ac:spMkLst>
            <pc:docMk/>
            <pc:sldMk cId="1546763463" sldId="268"/>
            <ac:spMk id="2" creationId="{433F1E3F-124A-19CA-C429-6C3856D4C0B9}"/>
          </ac:spMkLst>
        </pc:spChg>
        <pc:spChg chg="mod">
          <ac:chgData name="Jonathan Bollig" userId="8b5d0afe-f106-45e0-8c3f-fd98fa124db1" providerId="ADAL" clId="{B2469FA9-EBD8-4834-A16D-CBF8EFC907DD}" dt="2025-10-01T15:29:13.808" v="1890" actId="20577"/>
          <ac:spMkLst>
            <pc:docMk/>
            <pc:sldMk cId="1546763463" sldId="268"/>
            <ac:spMk id="3" creationId="{25F4BBB3-B404-08F6-32BB-5090BF49665F}"/>
          </ac:spMkLst>
        </pc:spChg>
        <pc:picChg chg="add mod">
          <ac:chgData name="Jonathan Bollig" userId="8b5d0afe-f106-45e0-8c3f-fd98fa124db1" providerId="ADAL" clId="{B2469FA9-EBD8-4834-A16D-CBF8EFC907DD}" dt="2025-10-01T15:30:51.166" v="1900" actId="1440"/>
          <ac:picMkLst>
            <pc:docMk/>
            <pc:sldMk cId="1546763463" sldId="268"/>
            <ac:picMk id="5" creationId="{5CE2ACFD-7D51-0182-7D03-FCAB3AE577FD}"/>
          </ac:picMkLst>
        </pc:picChg>
        <pc:picChg chg="add mod">
          <ac:chgData name="Jonathan Bollig" userId="8b5d0afe-f106-45e0-8c3f-fd98fa124db1" providerId="ADAL" clId="{B2469FA9-EBD8-4834-A16D-CBF8EFC907DD}" dt="2025-10-01T15:30:51.166" v="1900" actId="1440"/>
          <ac:picMkLst>
            <pc:docMk/>
            <pc:sldMk cId="1546763463" sldId="268"/>
            <ac:picMk id="8" creationId="{259566A3-A612-A44C-2BB4-3409CD852DDF}"/>
          </ac:picMkLst>
        </pc:picChg>
        <pc:cxnChg chg="add mod">
          <ac:chgData name="Jonathan Bollig" userId="8b5d0afe-f106-45e0-8c3f-fd98fa124db1" providerId="ADAL" clId="{B2469FA9-EBD8-4834-A16D-CBF8EFC907DD}" dt="2025-10-01T15:30:20.251" v="1896" actId="1076"/>
          <ac:cxnSpMkLst>
            <pc:docMk/>
            <pc:sldMk cId="1546763463" sldId="268"/>
            <ac:cxnSpMk id="6" creationId="{3C513106-C3DA-CCEB-A11A-492B19B8B661}"/>
          </ac:cxnSpMkLst>
        </pc:cxnChg>
      </pc:sldChg>
      <pc:sldChg chg="addSp modSp new mod modNotesTx">
        <pc:chgData name="Jonathan Bollig" userId="8b5d0afe-f106-45e0-8c3f-fd98fa124db1" providerId="ADAL" clId="{B2469FA9-EBD8-4834-A16D-CBF8EFC907DD}" dt="2025-10-03T23:15:27.827" v="2176" actId="14100"/>
        <pc:sldMkLst>
          <pc:docMk/>
          <pc:sldMk cId="3852162179" sldId="269"/>
        </pc:sldMkLst>
        <pc:spChg chg="mod">
          <ac:chgData name="Jonathan Bollig" userId="8b5d0afe-f106-45e0-8c3f-fd98fa124db1" providerId="ADAL" clId="{B2469FA9-EBD8-4834-A16D-CBF8EFC907DD}" dt="2025-10-03T23:12:55.046" v="1937" actId="20577"/>
          <ac:spMkLst>
            <pc:docMk/>
            <pc:sldMk cId="3852162179" sldId="269"/>
            <ac:spMk id="2" creationId="{37B93B2D-6818-961E-D582-616267CB6FAE}"/>
          </ac:spMkLst>
        </pc:spChg>
        <pc:spChg chg="add mod">
          <ac:chgData name="Jonathan Bollig" userId="8b5d0afe-f106-45e0-8c3f-fd98fa124db1" providerId="ADAL" clId="{B2469FA9-EBD8-4834-A16D-CBF8EFC907DD}" dt="2025-10-03T23:15:13.441" v="2169" actId="14100"/>
          <ac:spMkLst>
            <pc:docMk/>
            <pc:sldMk cId="3852162179" sldId="269"/>
            <ac:spMk id="6" creationId="{B3720FC7-1D98-7743-6C0A-4CBB4DF1A709}"/>
          </ac:spMkLst>
        </pc:spChg>
        <pc:spChg chg="add mod">
          <ac:chgData name="Jonathan Bollig" userId="8b5d0afe-f106-45e0-8c3f-fd98fa124db1" providerId="ADAL" clId="{B2469FA9-EBD8-4834-A16D-CBF8EFC907DD}" dt="2025-10-03T23:15:27.827" v="2176" actId="14100"/>
          <ac:spMkLst>
            <pc:docMk/>
            <pc:sldMk cId="3852162179" sldId="269"/>
            <ac:spMk id="7" creationId="{F2A72F19-85FC-4C4F-A15E-CD0153E287F4}"/>
          </ac:spMkLst>
        </pc:spChg>
        <pc:picChg chg="add mod">
          <ac:chgData name="Jonathan Bollig" userId="8b5d0afe-f106-45e0-8c3f-fd98fa124db1" providerId="ADAL" clId="{B2469FA9-EBD8-4834-A16D-CBF8EFC907DD}" dt="2025-10-03T23:15:18.307" v="2172" actId="1076"/>
          <ac:picMkLst>
            <pc:docMk/>
            <pc:sldMk cId="3852162179" sldId="269"/>
            <ac:picMk id="5" creationId="{CD78AD2C-3D0E-CC15-5BF3-25BD85C3D6CE}"/>
          </ac:picMkLst>
        </pc:picChg>
      </pc:sldChg>
    </pc:docChg>
  </pc:docChgLst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2398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Saturday I was procrastinating from preparing this course, by doing research on “car control software”, </a:t>
            </a:r>
          </a:p>
          <a:p>
            <a:r>
              <a:rPr lang="en-US" dirty="0"/>
              <a:t>and I found the following. </a:t>
            </a:r>
            <a:r>
              <a:rPr lang="en-US" dirty="0" err="1"/>
              <a:t>Eventhough</a:t>
            </a:r>
            <a:r>
              <a:rPr lang="en-US" dirty="0"/>
              <a:t> it’s not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913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noProof="0" dirty="0"/>
            </a:br>
            <a:r>
              <a:rPr lang="en-US" noProof="0" dirty="0"/>
              <a:t>Chunk 3: Logic Operators and </a:t>
            </a:r>
            <a:br>
              <a:rPr lang="en-US" noProof="0" dirty="0"/>
            </a:br>
            <a:r>
              <a:rPr lang="en-US" noProof="0" dirty="0"/>
              <a:t>If-Statements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28248B-28EC-D0D7-08F0-3B53F8B0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Flow: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6F81B2-9632-97D8-A392-DF5E1C2C2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3084" cy="4351338"/>
          </a:xfrm>
        </p:spPr>
        <p:txBody>
          <a:bodyPr/>
          <a:lstStyle/>
          <a:p>
            <a:r>
              <a:rPr lang="en-US" dirty="0"/>
              <a:t>Execute a part of code, only when Condition is true</a:t>
            </a:r>
            <a:endParaRPr lang="de-DE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5AFE5F72-2F56-76DA-4404-9F45B1A2689F}"/>
              </a:ext>
            </a:extLst>
          </p:cNvPr>
          <p:cNvSpPr/>
          <p:nvPr/>
        </p:nvSpPr>
        <p:spPr>
          <a:xfrm>
            <a:off x="7134732" y="1833359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if - Condition</a:t>
            </a:r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AE0AAB6-00DC-55D3-3F79-E0069797F27D}"/>
              </a:ext>
            </a:extLst>
          </p:cNvPr>
          <p:cNvSpPr/>
          <p:nvPr/>
        </p:nvSpPr>
        <p:spPr>
          <a:xfrm>
            <a:off x="8993677" y="3659650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C73AEBFF-2C9A-C803-EC44-2817F4E6B980}"/>
              </a:ext>
            </a:extLst>
          </p:cNvPr>
          <p:cNvSpPr/>
          <p:nvPr/>
        </p:nvSpPr>
        <p:spPr>
          <a:xfrm>
            <a:off x="7134731" y="606455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581549CA-E309-F95D-ECE3-306DF3D368F2}"/>
              </a:ext>
            </a:extLst>
          </p:cNvPr>
          <p:cNvSpPr/>
          <p:nvPr/>
        </p:nvSpPr>
        <p:spPr>
          <a:xfrm>
            <a:off x="7134731" y="5240657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6D3C875-6DAA-15AA-C7BC-F3AF020E446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8501446" y="2674607"/>
            <a:ext cx="1858945" cy="9850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586D1A88-E861-F787-851B-70E578EFE17B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>
            <a:off x="8501445" y="1447703"/>
            <a:ext cx="1" cy="38565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5084D1DA-C198-AE32-CA29-9E2CF7F4C462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8501445" y="2674607"/>
            <a:ext cx="1" cy="256605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D09E6C8-F52F-C289-8CDC-AC73E159A034}"/>
              </a:ext>
            </a:extLst>
          </p:cNvPr>
          <p:cNvCxnSpPr>
            <a:cxnSpLocks/>
          </p:cNvCxnSpPr>
          <p:nvPr/>
        </p:nvCxnSpPr>
        <p:spPr>
          <a:xfrm flipH="1">
            <a:off x="8501445" y="4500898"/>
            <a:ext cx="1858946" cy="73975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953CCC95-FA7A-4B71-E981-73CF2F036F83}"/>
              </a:ext>
            </a:extLst>
          </p:cNvPr>
          <p:cNvSpPr txBox="1"/>
          <p:nvPr/>
        </p:nvSpPr>
        <p:spPr>
          <a:xfrm>
            <a:off x="9217524" y="3009580"/>
            <a:ext cx="65063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  <a:endParaRPr lang="de-DE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D1E6E31-3B49-6350-FC33-7E6F8590D8FC}"/>
              </a:ext>
            </a:extLst>
          </p:cNvPr>
          <p:cNvSpPr txBox="1"/>
          <p:nvPr/>
        </p:nvSpPr>
        <p:spPr>
          <a:xfrm>
            <a:off x="8114118" y="3156397"/>
            <a:ext cx="77465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  <a:endParaRPr lang="de-DE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DFCB6EC6-58E9-F445-8D98-BFE79365B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426" y="3900829"/>
            <a:ext cx="2715855" cy="1939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4B049117-E240-0C19-5590-9BED9B0BF43E}"/>
              </a:ext>
            </a:extLst>
          </p:cNvPr>
          <p:cNvSpPr/>
          <p:nvPr/>
        </p:nvSpPr>
        <p:spPr>
          <a:xfrm>
            <a:off x="1831609" y="4971253"/>
            <a:ext cx="663932" cy="35401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34167D6-D2FE-01AF-B753-C0FC4968D4E7}"/>
              </a:ext>
            </a:extLst>
          </p:cNvPr>
          <p:cNvSpPr/>
          <p:nvPr/>
        </p:nvSpPr>
        <p:spPr>
          <a:xfrm>
            <a:off x="3778179" y="4500898"/>
            <a:ext cx="170823" cy="35401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20036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D1FB0F-D18A-158A-433E-9941457A6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Condition – Comparison Operators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4D3933-0938-0430-5545-608CD13E3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a Boolean Condition: True or False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Comparison Operator               True or False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                                                                                                               True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False</a:t>
            </a:r>
            <a:endParaRPr lang="en-US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9D4C2FB2-FD4E-0C0B-4894-278DD72108FA}"/>
              </a:ext>
            </a:extLst>
          </p:cNvPr>
          <p:cNvCxnSpPr/>
          <p:nvPr/>
        </p:nvCxnSpPr>
        <p:spPr>
          <a:xfrm>
            <a:off x="4019624" y="3077418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07874ED-0678-3B7C-BB71-D67F64173538}"/>
              </a:ext>
            </a:extLst>
          </p:cNvPr>
          <p:cNvCxnSpPr>
            <a:cxnSpLocks/>
          </p:cNvCxnSpPr>
          <p:nvPr/>
        </p:nvCxnSpPr>
        <p:spPr>
          <a:xfrm>
            <a:off x="4824296" y="4104026"/>
            <a:ext cx="471185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6" name="Grafik 15">
            <a:extLst>
              <a:ext uri="{FF2B5EF4-FFF2-40B4-BE49-F238E27FC236}">
                <a16:creationId xmlns:a16="http://schemas.microsoft.com/office/drawing/2014/main" id="{181F041E-6FF1-B1AE-FE95-125943F2E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960" y="2466494"/>
            <a:ext cx="1671577" cy="11958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E837DCEC-4AD9-0E19-8462-149CCE72E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930" y="2651665"/>
            <a:ext cx="911070" cy="7773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600E70D4-181F-AE91-A2E0-A2A9DCD67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380" y="4303235"/>
            <a:ext cx="6509319" cy="2493101"/>
          </a:xfrm>
          <a:prstGeom prst="rect">
            <a:avLst/>
          </a:prstGeom>
        </p:spPr>
      </p:pic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57CD40F-9870-3AF7-4129-2CEDC8A8832A}"/>
              </a:ext>
            </a:extLst>
          </p:cNvPr>
          <p:cNvCxnSpPr>
            <a:cxnSpLocks/>
          </p:cNvCxnSpPr>
          <p:nvPr/>
        </p:nvCxnSpPr>
        <p:spPr>
          <a:xfrm>
            <a:off x="8162024" y="5633049"/>
            <a:ext cx="471185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2CE0CBA8-3BFC-6638-7E4F-F60C2DD121D8}"/>
              </a:ext>
            </a:extLst>
          </p:cNvPr>
          <p:cNvSpPr txBox="1"/>
          <p:nvPr/>
        </p:nvSpPr>
        <p:spPr>
          <a:xfrm>
            <a:off x="7626699" y="6311900"/>
            <a:ext cx="413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https://www.w3schools.com/python/gloss_python_comparison_operators.asp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4291CFD3-A80E-3B98-79F9-BBA67712A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577" y="3561025"/>
            <a:ext cx="1819529" cy="10860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0430061A-3737-2F3A-7006-D04215062369}"/>
              </a:ext>
            </a:extLst>
          </p:cNvPr>
          <p:cNvCxnSpPr>
            <a:cxnSpLocks/>
          </p:cNvCxnSpPr>
          <p:nvPr/>
        </p:nvCxnSpPr>
        <p:spPr>
          <a:xfrm flipV="1">
            <a:off x="10191341" y="4846236"/>
            <a:ext cx="0" cy="436795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80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D211DA-5AE5-8544-FA52-36905B76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Examples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D3FCB0C-96C1-B6D2-CD82-53DA9DFF0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7043" y="1580492"/>
            <a:ext cx="4067743" cy="20481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F519CBF-C790-FCB6-6991-5FB696164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665" y="1637650"/>
            <a:ext cx="4258269" cy="1991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13DF91C-D35F-FBF3-67FA-3F0D5D45E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15" y="4158618"/>
            <a:ext cx="4763165" cy="2057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99BBBF6-F582-8F2B-F5D9-711E84D436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752" y="4158618"/>
            <a:ext cx="4753638" cy="2057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8139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B93B2D-6818-961E-D582-616267CB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Anecdote: Traction Control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A891ED-F60B-F93E-83CD-42029D493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D78AD2C-3D0E-CC15-5BF3-25BD85C3D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43" y="1624489"/>
            <a:ext cx="6688785" cy="4753609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B3720FC7-1D98-7743-6C0A-4CBB4DF1A709}"/>
              </a:ext>
            </a:extLst>
          </p:cNvPr>
          <p:cNvSpPr/>
          <p:nvPr/>
        </p:nvSpPr>
        <p:spPr>
          <a:xfrm>
            <a:off x="1488708" y="2420077"/>
            <a:ext cx="2708387" cy="606587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2A72F19-85FC-4C4F-A15E-CD0153E287F4}"/>
              </a:ext>
            </a:extLst>
          </p:cNvPr>
          <p:cNvSpPr/>
          <p:nvPr/>
        </p:nvSpPr>
        <p:spPr>
          <a:xfrm>
            <a:off x="1305828" y="3570732"/>
            <a:ext cx="797291" cy="260605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52162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05DBC-3FC8-DC1F-6A32-40326E0A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Operators: and / or / not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BD8C22-FC38-5571-E375-2A22F0C92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“not a” </a:t>
            </a:r>
            <a:r>
              <a:rPr lang="en-US" dirty="0">
                <a:sym typeface="Wingdings" panose="05000000000000000000" pitchFamily="2" charset="2"/>
              </a:rPr>
              <a:t> True if a is False</a:t>
            </a:r>
            <a:endParaRPr lang="en-US" dirty="0"/>
          </a:p>
          <a:p>
            <a:r>
              <a:rPr lang="en-US" dirty="0"/>
              <a:t>“a and b” </a:t>
            </a:r>
            <a:r>
              <a:rPr lang="en-US" dirty="0">
                <a:sym typeface="Wingdings" panose="05000000000000000000" pitchFamily="2" charset="2"/>
              </a:rPr>
              <a:t> True if a and b are True</a:t>
            </a:r>
          </a:p>
          <a:p>
            <a:r>
              <a:rPr lang="en-US" dirty="0">
                <a:sym typeface="Wingdings" panose="05000000000000000000" pitchFamily="2" charset="2"/>
              </a:rPr>
              <a:t>“a or b”  True if a or b (or both) are True</a:t>
            </a:r>
          </a:p>
          <a:p>
            <a:r>
              <a:rPr lang="en-US" dirty="0" err="1">
                <a:sym typeface="Wingdings" panose="05000000000000000000" pitchFamily="2" charset="2"/>
              </a:rPr>
              <a:t>Presedence</a:t>
            </a:r>
            <a:r>
              <a:rPr lang="en-US" dirty="0">
                <a:sym typeface="Wingdings" panose="05000000000000000000" pitchFamily="2" charset="2"/>
              </a:rPr>
              <a:t>: Order of execution. From First to Last: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not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and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or</a:t>
            </a:r>
          </a:p>
          <a:p>
            <a:r>
              <a:rPr lang="de-DE" dirty="0"/>
              <a:t>"a and b </a:t>
            </a:r>
            <a:r>
              <a:rPr lang="de-DE" dirty="0" err="1"/>
              <a:t>or</a:t>
            </a:r>
            <a:r>
              <a:rPr lang="de-DE" dirty="0"/>
              <a:t> not c“ 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"a and b </a:t>
            </a:r>
            <a:r>
              <a:rPr lang="de-DE" dirty="0" err="1"/>
              <a:t>or</a:t>
            </a:r>
            <a:r>
              <a:rPr lang="de-DE" dirty="0"/>
              <a:t> (not c)“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"(a and b) </a:t>
            </a:r>
            <a:r>
              <a:rPr lang="de-DE" dirty="0" err="1"/>
              <a:t>or</a:t>
            </a:r>
            <a:r>
              <a:rPr lang="de-DE" dirty="0"/>
              <a:t> (not c)“</a:t>
            </a:r>
          </a:p>
        </p:txBody>
      </p:sp>
    </p:spTree>
    <p:extLst>
      <p:ext uri="{BB962C8B-B14F-4D97-AF65-F5344CB8AC3E}">
        <p14:creationId xmlns:p14="http://schemas.microsoft.com/office/powerpoint/2010/main" val="2756515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F676AF-EC10-3FA7-A884-0DFE75F5B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else - Statement</a:t>
            </a:r>
            <a:endParaRPr lang="de-DE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FCF54D6-4A6D-35CE-6FC9-39D50CE85FF2}"/>
              </a:ext>
            </a:extLst>
          </p:cNvPr>
          <p:cNvSpPr/>
          <p:nvPr/>
        </p:nvSpPr>
        <p:spPr>
          <a:xfrm>
            <a:off x="7440998" y="1892146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if - Condition</a:t>
            </a:r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0F270356-AFF2-A7FA-15E6-E6C505BCC5C9}"/>
              </a:ext>
            </a:extLst>
          </p:cNvPr>
          <p:cNvSpPr/>
          <p:nvPr/>
        </p:nvSpPr>
        <p:spPr>
          <a:xfrm>
            <a:off x="9400426" y="3718437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0648EA6-2644-D128-38C0-3C28778A272B}"/>
              </a:ext>
            </a:extLst>
          </p:cNvPr>
          <p:cNvSpPr/>
          <p:nvPr/>
        </p:nvSpPr>
        <p:spPr>
          <a:xfrm>
            <a:off x="7440997" y="665242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7D63D7FB-DAFA-DF99-F517-9119FC1AC9C0}"/>
              </a:ext>
            </a:extLst>
          </p:cNvPr>
          <p:cNvSpPr/>
          <p:nvPr/>
        </p:nvSpPr>
        <p:spPr>
          <a:xfrm>
            <a:off x="7440997" y="5299444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D51FF47-5803-1C53-B721-A38D4DC64796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8807712" y="2733394"/>
            <a:ext cx="1959428" cy="9850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01B5AF8-366F-AAA8-9789-3F8776559E7B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>
            <a:off x="8807711" y="1506490"/>
            <a:ext cx="1" cy="38565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CEE2C36-EE25-7320-061B-B70BBD04A72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8807711" y="4559685"/>
            <a:ext cx="1959429" cy="73975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0F4CBEE2-754A-BF38-DB4B-DC6A6F16BD1E}"/>
              </a:ext>
            </a:extLst>
          </p:cNvPr>
          <p:cNvSpPr txBox="1"/>
          <p:nvPr/>
        </p:nvSpPr>
        <p:spPr>
          <a:xfrm>
            <a:off x="9523790" y="3068367"/>
            <a:ext cx="65063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  <a:endParaRPr lang="de-DE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A2C90197-45DD-988D-728C-EB6B040A52DF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7692311" y="2733394"/>
            <a:ext cx="1115399" cy="94630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41564787-C89B-6E46-E4B4-4056A16D65AD}"/>
              </a:ext>
            </a:extLst>
          </p:cNvPr>
          <p:cNvCxnSpPr>
            <a:cxnSpLocks/>
          </p:cNvCxnSpPr>
          <p:nvPr/>
        </p:nvCxnSpPr>
        <p:spPr>
          <a:xfrm>
            <a:off x="7692311" y="4559685"/>
            <a:ext cx="1195247" cy="73975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F1DBB668-4150-1DE3-13CE-53CC70D585A6}"/>
              </a:ext>
            </a:extLst>
          </p:cNvPr>
          <p:cNvSpPr/>
          <p:nvPr/>
        </p:nvSpPr>
        <p:spPr>
          <a:xfrm>
            <a:off x="6325597" y="3679700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C12A045-772B-0FBE-AC43-41C8BBD9E99B}"/>
              </a:ext>
            </a:extLst>
          </p:cNvPr>
          <p:cNvSpPr txBox="1"/>
          <p:nvPr/>
        </p:nvSpPr>
        <p:spPr>
          <a:xfrm>
            <a:off x="7862682" y="3043875"/>
            <a:ext cx="77465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  <a:endParaRPr lang="de-DE" dirty="0"/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E63E1191-2AD7-F354-BD40-5C33059EB9DE}"/>
              </a:ext>
            </a:extLst>
          </p:cNvPr>
          <p:cNvSpPr/>
          <p:nvPr/>
        </p:nvSpPr>
        <p:spPr>
          <a:xfrm>
            <a:off x="246052" y="2511325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if - Condition</a:t>
            </a:r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9F45DB8C-28F2-F23D-79DC-3A8BA3E30F61}"/>
              </a:ext>
            </a:extLst>
          </p:cNvPr>
          <p:cNvSpPr/>
          <p:nvPr/>
        </p:nvSpPr>
        <p:spPr>
          <a:xfrm>
            <a:off x="2104997" y="4337616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CCCAAA7C-4625-CAE3-40BE-A672B37E9FDF}"/>
              </a:ext>
            </a:extLst>
          </p:cNvPr>
          <p:cNvSpPr/>
          <p:nvPr/>
        </p:nvSpPr>
        <p:spPr>
          <a:xfrm>
            <a:off x="246051" y="1284421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E868DF51-CBF5-34F3-2FB6-F47074E84AB7}"/>
              </a:ext>
            </a:extLst>
          </p:cNvPr>
          <p:cNvSpPr/>
          <p:nvPr/>
        </p:nvSpPr>
        <p:spPr>
          <a:xfrm>
            <a:off x="246051" y="5918623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FB304E74-A35A-56C0-5511-04E8A32B2F48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>
            <a:off x="1612766" y="3352573"/>
            <a:ext cx="1858945" cy="9850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7789AECA-1B6E-32DA-D5C3-2BDB774E9336}"/>
              </a:ext>
            </a:extLst>
          </p:cNvPr>
          <p:cNvCxnSpPr>
            <a:cxnSpLocks/>
            <a:stCxn id="39" idx="2"/>
            <a:endCxn id="37" idx="0"/>
          </p:cNvCxnSpPr>
          <p:nvPr/>
        </p:nvCxnSpPr>
        <p:spPr>
          <a:xfrm>
            <a:off x="1612765" y="2125669"/>
            <a:ext cx="1" cy="38565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4A3E2242-7152-1103-701F-279C6B56229B}"/>
              </a:ext>
            </a:extLst>
          </p:cNvPr>
          <p:cNvCxnSpPr>
            <a:cxnSpLocks/>
            <a:stCxn id="37" idx="2"/>
            <a:endCxn id="40" idx="0"/>
          </p:cNvCxnSpPr>
          <p:nvPr/>
        </p:nvCxnSpPr>
        <p:spPr>
          <a:xfrm flipH="1">
            <a:off x="1612765" y="3352573"/>
            <a:ext cx="1" cy="256605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B4F791B1-C516-74C1-410C-AC2A6EDD00E7}"/>
              </a:ext>
            </a:extLst>
          </p:cNvPr>
          <p:cNvCxnSpPr>
            <a:cxnSpLocks/>
          </p:cNvCxnSpPr>
          <p:nvPr/>
        </p:nvCxnSpPr>
        <p:spPr>
          <a:xfrm flipH="1">
            <a:off x="1612765" y="5178864"/>
            <a:ext cx="1858946" cy="73975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4F2C637F-8D54-8E10-2820-74622DED5FB7}"/>
              </a:ext>
            </a:extLst>
          </p:cNvPr>
          <p:cNvSpPr txBox="1"/>
          <p:nvPr/>
        </p:nvSpPr>
        <p:spPr>
          <a:xfrm>
            <a:off x="2328844" y="3687546"/>
            <a:ext cx="65063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  <a:endParaRPr lang="de-DE" dirty="0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6CD50F20-C952-4A74-1884-F8CADA83CF0E}"/>
              </a:ext>
            </a:extLst>
          </p:cNvPr>
          <p:cNvSpPr txBox="1"/>
          <p:nvPr/>
        </p:nvSpPr>
        <p:spPr>
          <a:xfrm>
            <a:off x="1225438" y="3834363"/>
            <a:ext cx="77465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  <a:endParaRPr lang="de-DE" dirty="0"/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878F0329-DA31-B64A-7ACE-0E9198050F7B}"/>
              </a:ext>
            </a:extLst>
          </p:cNvPr>
          <p:cNvCxnSpPr/>
          <p:nvPr/>
        </p:nvCxnSpPr>
        <p:spPr>
          <a:xfrm>
            <a:off x="4968860" y="4095586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501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FB2FD-BC8E-C193-EC9A-8F6204D78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D8079-83A5-6AE4-4C9F-D31598C5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else - Statement</a:t>
            </a:r>
            <a:endParaRPr lang="de-DE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AAA122E4-A4AC-0A10-EABD-F531FF77AFF3}"/>
              </a:ext>
            </a:extLst>
          </p:cNvPr>
          <p:cNvSpPr/>
          <p:nvPr/>
        </p:nvSpPr>
        <p:spPr>
          <a:xfrm>
            <a:off x="7440998" y="1892146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if - Condition</a:t>
            </a:r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DDC3887E-578A-1005-FB50-5A6C20E56AE2}"/>
              </a:ext>
            </a:extLst>
          </p:cNvPr>
          <p:cNvSpPr/>
          <p:nvPr/>
        </p:nvSpPr>
        <p:spPr>
          <a:xfrm>
            <a:off x="9400426" y="3718437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CE5DF508-F410-DFB3-CC18-8085E2BE2958}"/>
              </a:ext>
            </a:extLst>
          </p:cNvPr>
          <p:cNvSpPr/>
          <p:nvPr/>
        </p:nvSpPr>
        <p:spPr>
          <a:xfrm>
            <a:off x="7440997" y="665242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0166357-CDB3-C54A-23AF-41DF36B144E5}"/>
              </a:ext>
            </a:extLst>
          </p:cNvPr>
          <p:cNvSpPr/>
          <p:nvPr/>
        </p:nvSpPr>
        <p:spPr>
          <a:xfrm>
            <a:off x="7440997" y="5299444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DE4D131-6046-EFC5-4EFC-0517C4232DA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8807712" y="2733394"/>
            <a:ext cx="1959428" cy="9850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F29451C5-BE87-3FD1-44A9-D5DA08E6FB33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>
            <a:off x="8807711" y="1506490"/>
            <a:ext cx="1" cy="38565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CC58C828-5494-284A-3E03-ABB2FA10C440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8807711" y="4559685"/>
            <a:ext cx="1959429" cy="73975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EBD7F6CF-5F62-58D1-65B7-70751BB492BF}"/>
              </a:ext>
            </a:extLst>
          </p:cNvPr>
          <p:cNvSpPr txBox="1"/>
          <p:nvPr/>
        </p:nvSpPr>
        <p:spPr>
          <a:xfrm>
            <a:off x="9523790" y="3068367"/>
            <a:ext cx="65063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  <a:endParaRPr lang="de-DE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407967BC-5552-154F-ADA3-46584C51B815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7692311" y="2733394"/>
            <a:ext cx="1115399" cy="94630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23631A0-C3F9-F503-1321-9D5A93345A14}"/>
              </a:ext>
            </a:extLst>
          </p:cNvPr>
          <p:cNvCxnSpPr>
            <a:cxnSpLocks/>
          </p:cNvCxnSpPr>
          <p:nvPr/>
        </p:nvCxnSpPr>
        <p:spPr>
          <a:xfrm>
            <a:off x="7692311" y="4559685"/>
            <a:ext cx="1195247" cy="73975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B482A146-B488-0CEC-20B7-848AB4D2C31C}"/>
              </a:ext>
            </a:extLst>
          </p:cNvPr>
          <p:cNvSpPr/>
          <p:nvPr/>
        </p:nvSpPr>
        <p:spPr>
          <a:xfrm>
            <a:off x="6325597" y="3679700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6DC3308-7EC4-7583-AE6C-B17E21E4163C}"/>
              </a:ext>
            </a:extLst>
          </p:cNvPr>
          <p:cNvSpPr txBox="1"/>
          <p:nvPr/>
        </p:nvSpPr>
        <p:spPr>
          <a:xfrm>
            <a:off x="7862682" y="3043875"/>
            <a:ext cx="77465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8450583-1220-5AFE-1D44-C3D3E22FC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55" y="4280126"/>
            <a:ext cx="4305901" cy="20386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E90956A-A18D-1EDF-8E4F-FF70447A1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08" y="1506490"/>
            <a:ext cx="4258269" cy="1991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DCD0A207-5F7B-FB6F-5AC6-5A74120618D5}"/>
              </a:ext>
            </a:extLst>
          </p:cNvPr>
          <p:cNvSpPr txBox="1"/>
          <p:nvPr/>
        </p:nvSpPr>
        <p:spPr>
          <a:xfrm>
            <a:off x="2542234" y="3191568"/>
            <a:ext cx="7873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/>
              <a:t>=</a:t>
            </a:r>
            <a:endParaRPr lang="de-DE" sz="8800" dirty="0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5442D70E-3788-3BF6-1FAB-CBA0FF183A60}"/>
              </a:ext>
            </a:extLst>
          </p:cNvPr>
          <p:cNvCxnSpPr>
            <a:cxnSpLocks/>
          </p:cNvCxnSpPr>
          <p:nvPr/>
        </p:nvCxnSpPr>
        <p:spPr>
          <a:xfrm>
            <a:off x="2074315" y="3679700"/>
            <a:ext cx="0" cy="421919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755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A2A131-3D5F-B53A-637B-0FE36153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elif</a:t>
            </a:r>
            <a:r>
              <a:rPr lang="en-US" dirty="0"/>
              <a:t> - Statement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981356-4300-F30D-5FB5-B79CD9DF6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super important for now</a:t>
            </a:r>
            <a:endParaRPr lang="de-DE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90A9734A-041C-1683-12C9-F748C8C671CD}"/>
              </a:ext>
            </a:extLst>
          </p:cNvPr>
          <p:cNvSpPr/>
          <p:nvPr/>
        </p:nvSpPr>
        <p:spPr>
          <a:xfrm>
            <a:off x="7440997" y="1434018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if - Condition</a:t>
            </a:r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095A216-14D3-6062-EB62-DA0C662DB063}"/>
              </a:ext>
            </a:extLst>
          </p:cNvPr>
          <p:cNvSpPr/>
          <p:nvPr/>
        </p:nvSpPr>
        <p:spPr>
          <a:xfrm>
            <a:off x="9458573" y="3754708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06D71163-0005-B86F-C260-0A6C49385B75}"/>
              </a:ext>
            </a:extLst>
          </p:cNvPr>
          <p:cNvSpPr/>
          <p:nvPr/>
        </p:nvSpPr>
        <p:spPr>
          <a:xfrm>
            <a:off x="7440996" y="207114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47834CC-FDA6-7B4A-3612-833C45BCD036}"/>
              </a:ext>
            </a:extLst>
          </p:cNvPr>
          <p:cNvSpPr/>
          <p:nvPr/>
        </p:nvSpPr>
        <p:spPr>
          <a:xfrm>
            <a:off x="7520844" y="5822860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1EC9600-7173-23F8-3047-0FE0D728EF8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8807711" y="2275266"/>
            <a:ext cx="2017576" cy="147944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C285A213-28B2-1E28-B031-0160DEEF12DB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>
            <a:off x="8807710" y="1048362"/>
            <a:ext cx="1" cy="38565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06D2880-BBE2-9FCD-5B50-318643344231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8887558" y="4595956"/>
            <a:ext cx="1937729" cy="122690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D141A4AF-6618-7189-5D99-6171BAAC9C66}"/>
              </a:ext>
            </a:extLst>
          </p:cNvPr>
          <p:cNvSpPr txBox="1"/>
          <p:nvPr/>
        </p:nvSpPr>
        <p:spPr>
          <a:xfrm>
            <a:off x="9176715" y="2442853"/>
            <a:ext cx="65063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2BB2D9A-4347-E619-5358-51D5E94D4F75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 flipH="1">
            <a:off x="6784435" y="2275266"/>
            <a:ext cx="2023276" cy="67185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708CFE90-35EE-19DD-93CE-F196FFC76787}"/>
              </a:ext>
            </a:extLst>
          </p:cNvPr>
          <p:cNvSpPr/>
          <p:nvPr/>
        </p:nvSpPr>
        <p:spPr>
          <a:xfrm>
            <a:off x="5417721" y="2947122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 err="1">
                <a:solidFill>
                  <a:schemeClr val="tx1"/>
                </a:solidFill>
              </a:rPr>
              <a:t>elif</a:t>
            </a:r>
            <a:r>
              <a:rPr lang="en-GB" noProof="0" dirty="0">
                <a:solidFill>
                  <a:schemeClr val="tx1"/>
                </a:solidFill>
              </a:rPr>
              <a:t> - Condition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F233378-915A-7A43-2734-BB11EA7ED13B}"/>
              </a:ext>
            </a:extLst>
          </p:cNvPr>
          <p:cNvSpPr txBox="1"/>
          <p:nvPr/>
        </p:nvSpPr>
        <p:spPr>
          <a:xfrm>
            <a:off x="7862683" y="2442853"/>
            <a:ext cx="77465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  <a:endParaRPr lang="de-DE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36FC0339-D113-E767-FF1D-87639716EA92}"/>
              </a:ext>
            </a:extLst>
          </p:cNvPr>
          <p:cNvSpPr/>
          <p:nvPr/>
        </p:nvSpPr>
        <p:spPr>
          <a:xfrm>
            <a:off x="4441656" y="4632121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7C41E648-20A8-5D9C-E12C-15F6A4B4ED0D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5808370" y="3788370"/>
            <a:ext cx="976065" cy="84375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10C44C1D-A77E-EB5D-FA78-7AD1279FBD46}"/>
              </a:ext>
            </a:extLst>
          </p:cNvPr>
          <p:cNvSpPr txBox="1"/>
          <p:nvPr/>
        </p:nvSpPr>
        <p:spPr>
          <a:xfrm>
            <a:off x="5808370" y="3928461"/>
            <a:ext cx="65063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  <a:endParaRPr lang="de-DE" dirty="0"/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7039E967-804F-C4D1-F15F-BE9002FD8885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755436" y="3788370"/>
            <a:ext cx="2132122" cy="203449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FCEACBE0-49E0-48F5-6208-E92E77719D2E}"/>
              </a:ext>
            </a:extLst>
          </p:cNvPr>
          <p:cNvSpPr txBox="1"/>
          <p:nvPr/>
        </p:nvSpPr>
        <p:spPr>
          <a:xfrm>
            <a:off x="6968122" y="4015659"/>
            <a:ext cx="77465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  <a:endParaRPr lang="de-DE" dirty="0"/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F35BEB33-CF18-9346-FCF2-B7D69029F53A}"/>
              </a:ext>
            </a:extLst>
          </p:cNvPr>
          <p:cNvCxnSpPr>
            <a:cxnSpLocks/>
            <a:stCxn id="16" idx="2"/>
            <a:endCxn id="7" idx="0"/>
          </p:cNvCxnSpPr>
          <p:nvPr/>
        </p:nvCxnSpPr>
        <p:spPr>
          <a:xfrm>
            <a:off x="5808370" y="5473369"/>
            <a:ext cx="3079188" cy="34949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4ABDBB82-753C-2B48-0EE3-C1CF10B7A758}"/>
              </a:ext>
            </a:extLst>
          </p:cNvPr>
          <p:cNvSpPr txBox="1"/>
          <p:nvPr/>
        </p:nvSpPr>
        <p:spPr>
          <a:xfrm>
            <a:off x="1941786" y="3928461"/>
            <a:ext cx="7873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/>
              <a:t>=</a:t>
            </a:r>
            <a:endParaRPr lang="de-DE" sz="8800" dirty="0"/>
          </a:p>
        </p:txBody>
      </p:sp>
      <p:pic>
        <p:nvPicPr>
          <p:cNvPr id="47" name="Grafik 46">
            <a:extLst>
              <a:ext uri="{FF2B5EF4-FFF2-40B4-BE49-F238E27FC236}">
                <a16:creationId xmlns:a16="http://schemas.microsoft.com/office/drawing/2014/main" id="{62EBB821-222E-B602-4B17-A92E125CC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16" y="5052745"/>
            <a:ext cx="3492224" cy="17175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77D68CDA-5D84-98F2-C813-8EBF801D5B14}"/>
              </a:ext>
            </a:extLst>
          </p:cNvPr>
          <p:cNvCxnSpPr>
            <a:cxnSpLocks/>
          </p:cNvCxnSpPr>
          <p:nvPr/>
        </p:nvCxnSpPr>
        <p:spPr>
          <a:xfrm>
            <a:off x="1642236" y="4501774"/>
            <a:ext cx="0" cy="421919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1" name="Grafik 50">
            <a:extLst>
              <a:ext uri="{FF2B5EF4-FFF2-40B4-BE49-F238E27FC236}">
                <a16:creationId xmlns:a16="http://schemas.microsoft.com/office/drawing/2014/main" id="{BC94C026-43A9-B909-E784-1410A0D23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91" y="2314874"/>
            <a:ext cx="4044900" cy="20701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055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3F1E3F-124A-19CA-C429-6C3856D4C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</a:t>
            </a:r>
            <a:r>
              <a:rPr lang="en-US"/>
              <a:t>: User Input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F4BBB3-B404-08F6-32BB-5090BF49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“input” let’s the program ask you for an input: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 Generates a </a:t>
            </a:r>
            <a:r>
              <a:rPr lang="de-DE" dirty="0" err="1">
                <a:sym typeface="Wingdings" panose="05000000000000000000" pitchFamily="2" charset="2"/>
              </a:rPr>
              <a:t>string</a:t>
            </a:r>
            <a:r>
              <a:rPr lang="de-DE" dirty="0">
                <a:sym typeface="Wingdings" panose="05000000000000000000" pitchFamily="2" charset="2"/>
              </a:rPr>
              <a:t>!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CE2ACFD-7D51-0182-7D03-FCAB3AE57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2" y="3013703"/>
            <a:ext cx="4320318" cy="1975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3C513106-C3DA-CCEB-A11A-492B19B8B661}"/>
              </a:ext>
            </a:extLst>
          </p:cNvPr>
          <p:cNvCxnSpPr/>
          <p:nvPr/>
        </p:nvCxnSpPr>
        <p:spPr>
          <a:xfrm>
            <a:off x="5903356" y="4075490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59566A3-A612-A44C-2BB4-3409CD852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662" y="2876681"/>
            <a:ext cx="3864884" cy="2112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6763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150529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Good Luck with your Tasks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E94D407-8A89-EF37-7EA5-9D4982713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512" y="2780687"/>
            <a:ext cx="3236976" cy="383947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FD53965-A01B-3775-EFA6-74691911BBA6}"/>
              </a:ext>
            </a:extLst>
          </p:cNvPr>
          <p:cNvSpPr txBox="1"/>
          <p:nvPr/>
        </p:nvSpPr>
        <p:spPr>
          <a:xfrm>
            <a:off x="4477512" y="6581001"/>
            <a:ext cx="54510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https://dev.to/codeitbro/15-funniest-and-hilarious-python-coding-memes-2aij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Microsoft Office PowerPoint</Application>
  <PresentationFormat>Breitbild</PresentationFormat>
  <Paragraphs>77</Paragraphs>
  <Slides>11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</vt:lpstr>
      <vt:lpstr>Python Course for Physicists (And everyone else!) Chunk 3: Logic Operators and  If-Statements</vt:lpstr>
      <vt:lpstr>Program Flow: </vt:lpstr>
      <vt:lpstr>The Condition – Comparison Operators</vt:lpstr>
      <vt:lpstr>Live Coding: Examples</vt:lpstr>
      <vt:lpstr>Anecdote: Traction Control</vt:lpstr>
      <vt:lpstr>Logical Operators: and / or / not</vt:lpstr>
      <vt:lpstr>else - Statement</vt:lpstr>
      <vt:lpstr>else - Statement</vt:lpstr>
      <vt:lpstr>elif - Statement</vt:lpstr>
      <vt:lpstr>Extra: User Input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1</cp:revision>
  <dcterms:created xsi:type="dcterms:W3CDTF">2025-08-17T13:50:44Z</dcterms:created>
  <dcterms:modified xsi:type="dcterms:W3CDTF">2025-10-04T14:10:22Z</dcterms:modified>
</cp:coreProperties>
</file>