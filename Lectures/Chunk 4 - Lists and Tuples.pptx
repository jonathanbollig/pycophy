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2" r:id="rId4"/>
    <p:sldId id="266" r:id="rId5"/>
    <p:sldId id="261" r:id="rId6"/>
    <p:sldId id="265" r:id="rId7"/>
    <p:sldId id="268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972D23-8BD6-4D87-BD2E-454C54DB36AB}" v="12" dt="2025-10-04T12:53:31.1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6476" autoAdjust="0"/>
  </p:normalViewPr>
  <p:slideViewPr>
    <p:cSldViewPr snapToGrid="0">
      <p:cViewPr varScale="1">
        <p:scale>
          <a:sx n="139" d="100"/>
          <a:sy n="139" d="100"/>
        </p:scale>
        <p:origin x="108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than Bollig" userId="8b5d0afe-f106-45e0-8c3f-fd98fa124db1" providerId="ADAL" clId="{B108959E-8160-4214-BA0D-42D2F1070C03}"/>
    <pc:docChg chg="undo custSel addSld modSld sldOrd">
      <pc:chgData name="Jonathan Bollig" userId="8b5d0afe-f106-45e0-8c3f-fd98fa124db1" providerId="ADAL" clId="{B108959E-8160-4214-BA0D-42D2F1070C03}" dt="2025-08-18T09:38:51.161" v="3588" actId="20577"/>
      <pc:docMkLst>
        <pc:docMk/>
      </pc:docMkLst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836289018" sldId="256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3656329933" sldId="257"/>
        </pc:sldMkLst>
      </pc:sldChg>
      <pc:sldChg chg="addSp delSp modSp new mod modNotesTx">
        <pc:chgData name="Jonathan Bollig" userId="8b5d0afe-f106-45e0-8c3f-fd98fa124db1" providerId="ADAL" clId="{B108959E-8160-4214-BA0D-42D2F1070C03}" dt="2025-08-18T09:08:46.312" v="2773" actId="20577"/>
        <pc:sldMkLst>
          <pc:docMk/>
          <pc:sldMk cId="544279955" sldId="258"/>
        </pc:sldMkLst>
      </pc:sldChg>
      <pc:sldChg chg="addSp modSp new mod">
        <pc:chgData name="Jonathan Bollig" userId="8b5d0afe-f106-45e0-8c3f-fd98fa124db1" providerId="ADAL" clId="{B108959E-8160-4214-BA0D-42D2F1070C03}" dt="2025-08-17T17:17:31.026" v="2605" actId="20577"/>
        <pc:sldMkLst>
          <pc:docMk/>
          <pc:sldMk cId="2169503629" sldId="259"/>
        </pc:sldMkLst>
      </pc:sldChg>
      <pc:sldChg chg="modSp new mod">
        <pc:chgData name="Jonathan Bollig" userId="8b5d0afe-f106-45e0-8c3f-fd98fa124db1" providerId="ADAL" clId="{B108959E-8160-4214-BA0D-42D2F1070C03}" dt="2025-08-18T09:38:51.161" v="3588" actId="20577"/>
        <pc:sldMkLst>
          <pc:docMk/>
          <pc:sldMk cId="2533283895" sldId="260"/>
        </pc:sldMkLst>
      </pc:sldChg>
      <pc:sldChg chg="addSp delSp modSp new mod setBg">
        <pc:chgData name="Jonathan Bollig" userId="8b5d0afe-f106-45e0-8c3f-fd98fa124db1" providerId="ADAL" clId="{B108959E-8160-4214-BA0D-42D2F1070C03}" dt="2025-08-17T17:07:09.185" v="2483" actId="5793"/>
        <pc:sldMkLst>
          <pc:docMk/>
          <pc:sldMk cId="847849653" sldId="261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1908144578" sldId="262"/>
        </pc:sldMkLst>
      </pc:sldChg>
      <pc:sldChg chg="modSp new mod">
        <pc:chgData name="Jonathan Bollig" userId="8b5d0afe-f106-45e0-8c3f-fd98fa124db1" providerId="ADAL" clId="{B108959E-8160-4214-BA0D-42D2F1070C03}" dt="2025-08-17T16:47:18.038" v="2214" actId="790"/>
        <pc:sldMkLst>
          <pc:docMk/>
          <pc:sldMk cId="4076698392" sldId="263"/>
        </pc:sldMkLst>
      </pc:sldChg>
      <pc:sldChg chg="modSp new mod">
        <pc:chgData name="Jonathan Bollig" userId="8b5d0afe-f106-45e0-8c3f-fd98fa124db1" providerId="ADAL" clId="{B108959E-8160-4214-BA0D-42D2F1070C03}" dt="2025-08-17T17:04:25.114" v="2368" actId="20577"/>
        <pc:sldMkLst>
          <pc:docMk/>
          <pc:sldMk cId="3708449378" sldId="264"/>
        </pc:sldMkLst>
      </pc:sldChg>
      <pc:sldChg chg="addSp delSp modSp new mod modNotesTx">
        <pc:chgData name="Jonathan Bollig" userId="8b5d0afe-f106-45e0-8c3f-fd98fa124db1" providerId="ADAL" clId="{B108959E-8160-4214-BA0D-42D2F1070C03}" dt="2025-08-18T09:38:09.362" v="3531" actId="20577"/>
        <pc:sldMkLst>
          <pc:docMk/>
          <pc:sldMk cId="933916611" sldId="265"/>
        </pc:sldMkLst>
      </pc:sldChg>
      <pc:sldChg chg="modSp new mod ord">
        <pc:chgData name="Jonathan Bollig" userId="8b5d0afe-f106-45e0-8c3f-fd98fa124db1" providerId="ADAL" clId="{B108959E-8160-4214-BA0D-42D2F1070C03}" dt="2025-08-18T09:21:09.777" v="2944" actId="20577"/>
        <pc:sldMkLst>
          <pc:docMk/>
          <pc:sldMk cId="2117799034" sldId="266"/>
        </pc:sldMkLst>
      </pc:sldChg>
    </pc:docChg>
  </pc:docChgLst>
  <pc:docChgLst>
    <pc:chgData name="Jonathan Bollig" userId="8b5d0afe-f106-45e0-8c3f-fd98fa124db1" providerId="ADAL" clId="{B2469FA9-EBD8-4834-A16D-CBF8EFC907DD}"/>
    <pc:docChg chg="undo custSel addSld delSld modSld sldOrd">
      <pc:chgData name="Jonathan Bollig" userId="8b5d0afe-f106-45e0-8c3f-fd98fa124db1" providerId="ADAL" clId="{B2469FA9-EBD8-4834-A16D-CBF8EFC907DD}" dt="2025-10-04T14:10:27.654" v="2116" actId="20577"/>
      <pc:docMkLst>
        <pc:docMk/>
      </pc:docMkLst>
      <pc:sldChg chg="modSp mod">
        <pc:chgData name="Jonathan Bollig" userId="8b5d0afe-f106-45e0-8c3f-fd98fa124db1" providerId="ADAL" clId="{B2469FA9-EBD8-4834-A16D-CBF8EFC907DD}" dt="2025-10-04T14:10:27.654" v="2116" actId="20577"/>
        <pc:sldMkLst>
          <pc:docMk/>
          <pc:sldMk cId="836289018" sldId="256"/>
        </pc:sldMkLst>
        <pc:spChg chg="mod">
          <ac:chgData name="Jonathan Bollig" userId="8b5d0afe-f106-45e0-8c3f-fd98fa124db1" providerId="ADAL" clId="{B2469FA9-EBD8-4834-A16D-CBF8EFC907DD}" dt="2025-10-04T14:10:27.654" v="2116" actId="20577"/>
          <ac:spMkLst>
            <pc:docMk/>
            <pc:sldMk cId="836289018" sldId="256"/>
            <ac:spMk id="2" creationId="{40F72F59-52B3-6063-A2E3-2AA45125A99B}"/>
          </ac:spMkLst>
        </pc:spChg>
      </pc:sldChg>
      <pc:sldChg chg="add del">
        <pc:chgData name="Jonathan Bollig" userId="8b5d0afe-f106-45e0-8c3f-fd98fa124db1" providerId="ADAL" clId="{B2469FA9-EBD8-4834-A16D-CBF8EFC907DD}" dt="2025-10-01T16:46:29.589" v="1609" actId="47"/>
        <pc:sldMkLst>
          <pc:docMk/>
          <pc:sldMk cId="2169503629" sldId="259"/>
        </pc:sldMkLst>
      </pc:sldChg>
      <pc:sldChg chg="del">
        <pc:chgData name="Jonathan Bollig" userId="8b5d0afe-f106-45e0-8c3f-fd98fa124db1" providerId="ADAL" clId="{B2469FA9-EBD8-4834-A16D-CBF8EFC907DD}" dt="2025-09-29T18:19:05.919" v="10" actId="47"/>
        <pc:sldMkLst>
          <pc:docMk/>
          <pc:sldMk cId="932306145" sldId="260"/>
        </pc:sldMkLst>
      </pc:sldChg>
      <pc:sldChg chg="addSp modSp new mod">
        <pc:chgData name="Jonathan Bollig" userId="8b5d0afe-f106-45e0-8c3f-fd98fa124db1" providerId="ADAL" clId="{B2469FA9-EBD8-4834-A16D-CBF8EFC907DD}" dt="2025-10-01T12:05:35.772" v="293" actId="20577"/>
        <pc:sldMkLst>
          <pc:docMk/>
          <pc:sldMk cId="3121938321" sldId="260"/>
        </pc:sldMkLst>
        <pc:spChg chg="mod">
          <ac:chgData name="Jonathan Bollig" userId="8b5d0afe-f106-45e0-8c3f-fd98fa124db1" providerId="ADAL" clId="{B2469FA9-EBD8-4834-A16D-CBF8EFC907DD}" dt="2025-10-01T12:05:35.772" v="293" actId="20577"/>
          <ac:spMkLst>
            <pc:docMk/>
            <pc:sldMk cId="3121938321" sldId="260"/>
            <ac:spMk id="2" creationId="{D14797F0-D8FC-E702-8E5B-3A799E83D455}"/>
          </ac:spMkLst>
        </pc:spChg>
        <pc:spChg chg="mod">
          <ac:chgData name="Jonathan Bollig" userId="8b5d0afe-f106-45e0-8c3f-fd98fa124db1" providerId="ADAL" clId="{B2469FA9-EBD8-4834-A16D-CBF8EFC907DD}" dt="2025-10-01T12:00:03.977" v="276" actId="20577"/>
          <ac:spMkLst>
            <pc:docMk/>
            <pc:sldMk cId="3121938321" sldId="260"/>
            <ac:spMk id="3" creationId="{E0B9106B-886F-BDFA-DDB1-055A6FE9E261}"/>
          </ac:spMkLst>
        </pc:spChg>
        <pc:picChg chg="add mod">
          <ac:chgData name="Jonathan Bollig" userId="8b5d0afe-f106-45e0-8c3f-fd98fa124db1" providerId="ADAL" clId="{B2469FA9-EBD8-4834-A16D-CBF8EFC907DD}" dt="2025-10-01T12:00:25.043" v="280" actId="1440"/>
          <ac:picMkLst>
            <pc:docMk/>
            <pc:sldMk cId="3121938321" sldId="260"/>
            <ac:picMk id="5" creationId="{6E56BDB3-C59A-942C-5FAA-0FA7EF21C999}"/>
          </ac:picMkLst>
        </pc:picChg>
        <pc:picChg chg="add mod">
          <ac:chgData name="Jonathan Bollig" userId="8b5d0afe-f106-45e0-8c3f-fd98fa124db1" providerId="ADAL" clId="{B2469FA9-EBD8-4834-A16D-CBF8EFC907DD}" dt="2025-10-01T12:00:25.043" v="280" actId="1440"/>
          <ac:picMkLst>
            <pc:docMk/>
            <pc:sldMk cId="3121938321" sldId="260"/>
            <ac:picMk id="7" creationId="{E5747F19-F695-D15E-40E9-0004EB257399}"/>
          </ac:picMkLst>
        </pc:picChg>
        <pc:picChg chg="add mod">
          <ac:chgData name="Jonathan Bollig" userId="8b5d0afe-f106-45e0-8c3f-fd98fa124db1" providerId="ADAL" clId="{B2469FA9-EBD8-4834-A16D-CBF8EFC907DD}" dt="2025-10-01T12:00:25.043" v="280" actId="1440"/>
          <ac:picMkLst>
            <pc:docMk/>
            <pc:sldMk cId="3121938321" sldId="260"/>
            <ac:picMk id="9" creationId="{FB7DA819-C764-39F6-7A46-50DDDFED7D49}"/>
          </ac:picMkLst>
        </pc:picChg>
        <pc:picChg chg="add mod">
          <ac:chgData name="Jonathan Bollig" userId="8b5d0afe-f106-45e0-8c3f-fd98fa124db1" providerId="ADAL" clId="{B2469FA9-EBD8-4834-A16D-CBF8EFC907DD}" dt="2025-10-01T12:00:25.043" v="280" actId="1440"/>
          <ac:picMkLst>
            <pc:docMk/>
            <pc:sldMk cId="3121938321" sldId="260"/>
            <ac:picMk id="11" creationId="{0502A06C-5F46-5778-733C-2EC0DD4354EF}"/>
          </ac:picMkLst>
        </pc:picChg>
      </pc:sldChg>
      <pc:sldChg chg="addSp modSp new mod ord">
        <pc:chgData name="Jonathan Bollig" userId="8b5d0afe-f106-45e0-8c3f-fd98fa124db1" providerId="ADAL" clId="{B2469FA9-EBD8-4834-A16D-CBF8EFC907DD}" dt="2025-10-01T18:49:43.275" v="1722" actId="1440"/>
        <pc:sldMkLst>
          <pc:docMk/>
          <pc:sldMk cId="2261118611" sldId="261"/>
        </pc:sldMkLst>
        <pc:spChg chg="mod">
          <ac:chgData name="Jonathan Bollig" userId="8b5d0afe-f106-45e0-8c3f-fd98fa124db1" providerId="ADAL" clId="{B2469FA9-EBD8-4834-A16D-CBF8EFC907DD}" dt="2025-10-01T16:44:11.722" v="1603" actId="20577"/>
          <ac:spMkLst>
            <pc:docMk/>
            <pc:sldMk cId="2261118611" sldId="261"/>
            <ac:spMk id="2" creationId="{2A1FC4B4-D68F-FB43-3DDD-12102D1A3548}"/>
          </ac:spMkLst>
        </pc:spChg>
        <pc:spChg chg="mod">
          <ac:chgData name="Jonathan Bollig" userId="8b5d0afe-f106-45e0-8c3f-fd98fa124db1" providerId="ADAL" clId="{B2469FA9-EBD8-4834-A16D-CBF8EFC907DD}" dt="2025-10-01T18:48:44.487" v="1717" actId="20577"/>
          <ac:spMkLst>
            <pc:docMk/>
            <pc:sldMk cId="2261118611" sldId="261"/>
            <ac:spMk id="3" creationId="{F7A0064A-06EC-817B-06B5-2239D9CDEE94}"/>
          </ac:spMkLst>
        </pc:spChg>
        <pc:picChg chg="add mod">
          <ac:chgData name="Jonathan Bollig" userId="8b5d0afe-f106-45e0-8c3f-fd98fa124db1" providerId="ADAL" clId="{B2469FA9-EBD8-4834-A16D-CBF8EFC907DD}" dt="2025-10-01T16:44:20.589" v="1607" actId="1076"/>
          <ac:picMkLst>
            <pc:docMk/>
            <pc:sldMk cId="2261118611" sldId="261"/>
            <ac:picMk id="5" creationId="{53D250E9-9518-20E7-BEE5-D9DAABEE7EFA}"/>
          </ac:picMkLst>
        </pc:picChg>
        <pc:picChg chg="add mod">
          <ac:chgData name="Jonathan Bollig" userId="8b5d0afe-f106-45e0-8c3f-fd98fa124db1" providerId="ADAL" clId="{B2469FA9-EBD8-4834-A16D-CBF8EFC907DD}" dt="2025-10-01T18:49:43.275" v="1722" actId="1440"/>
          <ac:picMkLst>
            <pc:docMk/>
            <pc:sldMk cId="2261118611" sldId="261"/>
            <ac:picMk id="6" creationId="{3A3087AD-6CF6-5661-E24E-762BC67EF8A3}"/>
          </ac:picMkLst>
        </pc:picChg>
        <pc:picChg chg="add mod">
          <ac:chgData name="Jonathan Bollig" userId="8b5d0afe-f106-45e0-8c3f-fd98fa124db1" providerId="ADAL" clId="{B2469FA9-EBD8-4834-A16D-CBF8EFC907DD}" dt="2025-10-01T16:44:18.951" v="1606" actId="1076"/>
          <ac:picMkLst>
            <pc:docMk/>
            <pc:sldMk cId="2261118611" sldId="261"/>
            <ac:picMk id="7" creationId="{3787728E-C43F-157F-63A3-77F434E089AA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1T16:29:00.340" v="1487" actId="6549"/>
        <pc:sldMkLst>
          <pc:docMk/>
          <pc:sldMk cId="2262404388" sldId="262"/>
        </pc:sldMkLst>
        <pc:spChg chg="mod">
          <ac:chgData name="Jonathan Bollig" userId="8b5d0afe-f106-45e0-8c3f-fd98fa124db1" providerId="ADAL" clId="{B2469FA9-EBD8-4834-A16D-CBF8EFC907DD}" dt="2025-10-01T16:29:00.340" v="1487" actId="6549"/>
          <ac:spMkLst>
            <pc:docMk/>
            <pc:sldMk cId="2262404388" sldId="262"/>
            <ac:spMk id="2" creationId="{A52BC773-1A91-C986-0F3F-233C924631AD}"/>
          </ac:spMkLst>
        </pc:spChg>
        <pc:spChg chg="mod">
          <ac:chgData name="Jonathan Bollig" userId="8b5d0afe-f106-45e0-8c3f-fd98fa124db1" providerId="ADAL" clId="{B2469FA9-EBD8-4834-A16D-CBF8EFC907DD}" dt="2025-10-01T16:06:07.076" v="986" actId="20577"/>
          <ac:spMkLst>
            <pc:docMk/>
            <pc:sldMk cId="2262404388" sldId="262"/>
            <ac:spMk id="3" creationId="{BC07B984-03C4-1E4C-2DBD-2F7D32881F30}"/>
          </ac:spMkLst>
        </pc:spChg>
        <pc:picChg chg="add mod">
          <ac:chgData name="Jonathan Bollig" userId="8b5d0afe-f106-45e0-8c3f-fd98fa124db1" providerId="ADAL" clId="{B2469FA9-EBD8-4834-A16D-CBF8EFC907DD}" dt="2025-10-01T16:03:32.156" v="836" actId="14100"/>
          <ac:picMkLst>
            <pc:docMk/>
            <pc:sldMk cId="2262404388" sldId="262"/>
            <ac:picMk id="7" creationId="{11DE0D88-28B9-FB39-5CD8-A3729B088DE1}"/>
          </ac:picMkLst>
        </pc:picChg>
        <pc:picChg chg="add mod">
          <ac:chgData name="Jonathan Bollig" userId="8b5d0afe-f106-45e0-8c3f-fd98fa124db1" providerId="ADAL" clId="{B2469FA9-EBD8-4834-A16D-CBF8EFC907DD}" dt="2025-10-01T16:03:28.648" v="835" actId="1076"/>
          <ac:picMkLst>
            <pc:docMk/>
            <pc:sldMk cId="2262404388" sldId="262"/>
            <ac:picMk id="9" creationId="{8AC3EB69-DE6F-04FC-4797-C6C8CC05B980}"/>
          </ac:picMkLst>
        </pc:picChg>
        <pc:picChg chg="add mod">
          <ac:chgData name="Jonathan Bollig" userId="8b5d0afe-f106-45e0-8c3f-fd98fa124db1" providerId="ADAL" clId="{B2469FA9-EBD8-4834-A16D-CBF8EFC907DD}" dt="2025-10-01T16:03:42.739" v="839" actId="14100"/>
          <ac:picMkLst>
            <pc:docMk/>
            <pc:sldMk cId="2262404388" sldId="262"/>
            <ac:picMk id="11" creationId="{861678FE-4F11-3A51-2D36-0FCCFA183519}"/>
          </ac:picMkLst>
        </pc:picChg>
        <pc:picChg chg="add mod">
          <ac:chgData name="Jonathan Bollig" userId="8b5d0afe-f106-45e0-8c3f-fd98fa124db1" providerId="ADAL" clId="{B2469FA9-EBD8-4834-A16D-CBF8EFC907DD}" dt="2025-10-01T16:06:35.463" v="990" actId="1440"/>
          <ac:picMkLst>
            <pc:docMk/>
            <pc:sldMk cId="2262404388" sldId="262"/>
            <ac:picMk id="13" creationId="{5BC6EE57-CA12-AE78-7CB2-B3509B763FD7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2T09:28:41.041" v="2002" actId="20577"/>
        <pc:sldMkLst>
          <pc:docMk/>
          <pc:sldMk cId="3393197068" sldId="263"/>
        </pc:sldMkLst>
        <pc:spChg chg="mod">
          <ac:chgData name="Jonathan Bollig" userId="8b5d0afe-f106-45e0-8c3f-fd98fa124db1" providerId="ADAL" clId="{B2469FA9-EBD8-4834-A16D-CBF8EFC907DD}" dt="2025-10-02T09:28:41.041" v="2002" actId="20577"/>
          <ac:spMkLst>
            <pc:docMk/>
            <pc:sldMk cId="3393197068" sldId="263"/>
            <ac:spMk id="2" creationId="{964D8BF5-78EA-CE17-65AE-37FDA6F069D3}"/>
          </ac:spMkLst>
        </pc:spChg>
        <pc:spChg chg="mod">
          <ac:chgData name="Jonathan Bollig" userId="8b5d0afe-f106-45e0-8c3f-fd98fa124db1" providerId="ADAL" clId="{B2469FA9-EBD8-4834-A16D-CBF8EFC907DD}" dt="2025-10-01T17:32:36.228" v="1686" actId="20577"/>
          <ac:spMkLst>
            <pc:docMk/>
            <pc:sldMk cId="3393197068" sldId="263"/>
            <ac:spMk id="3" creationId="{464FB027-9A44-5BE5-1F19-C9039E0EEEB8}"/>
          </ac:spMkLst>
        </pc:spChg>
        <pc:picChg chg="add mod">
          <ac:chgData name="Jonathan Bollig" userId="8b5d0afe-f106-45e0-8c3f-fd98fa124db1" providerId="ADAL" clId="{B2469FA9-EBD8-4834-A16D-CBF8EFC907DD}" dt="2025-10-01T17:31:56.293" v="1613" actId="1076"/>
          <ac:picMkLst>
            <pc:docMk/>
            <pc:sldMk cId="3393197068" sldId="263"/>
            <ac:picMk id="5" creationId="{E90D5711-0156-B85B-9B32-A6D7E6D87C8E}"/>
          </ac:picMkLst>
        </pc:picChg>
        <pc:picChg chg="add mod">
          <ac:chgData name="Jonathan Bollig" userId="8b5d0afe-f106-45e0-8c3f-fd98fa124db1" providerId="ADAL" clId="{B2469FA9-EBD8-4834-A16D-CBF8EFC907DD}" dt="2025-10-01T17:32:02.488" v="1615" actId="14100"/>
          <ac:picMkLst>
            <pc:docMk/>
            <pc:sldMk cId="3393197068" sldId="263"/>
            <ac:picMk id="7" creationId="{7D9EF855-28BD-BA5C-C543-DE522826FD33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2T09:29:35.223" v="2102" actId="20577"/>
        <pc:sldMkLst>
          <pc:docMk/>
          <pc:sldMk cId="3783364012" sldId="264"/>
        </pc:sldMkLst>
        <pc:spChg chg="mod">
          <ac:chgData name="Jonathan Bollig" userId="8b5d0afe-f106-45e0-8c3f-fd98fa124db1" providerId="ADAL" clId="{B2469FA9-EBD8-4834-A16D-CBF8EFC907DD}" dt="2025-10-01T16:11:07.492" v="1113" actId="20577"/>
          <ac:spMkLst>
            <pc:docMk/>
            <pc:sldMk cId="3783364012" sldId="264"/>
            <ac:spMk id="2" creationId="{AC746329-A60C-9C97-DF76-664D9A2CD134}"/>
          </ac:spMkLst>
        </pc:spChg>
        <pc:spChg chg="mod">
          <ac:chgData name="Jonathan Bollig" userId="8b5d0afe-f106-45e0-8c3f-fd98fa124db1" providerId="ADAL" clId="{B2469FA9-EBD8-4834-A16D-CBF8EFC907DD}" dt="2025-10-02T09:29:35.223" v="2102" actId="20577"/>
          <ac:spMkLst>
            <pc:docMk/>
            <pc:sldMk cId="3783364012" sldId="264"/>
            <ac:spMk id="3" creationId="{F26663E8-17B0-68AA-AEF8-BBAF046DA7FF}"/>
          </ac:spMkLst>
        </pc:spChg>
        <pc:picChg chg="add mod">
          <ac:chgData name="Jonathan Bollig" userId="8b5d0afe-f106-45e0-8c3f-fd98fa124db1" providerId="ADAL" clId="{B2469FA9-EBD8-4834-A16D-CBF8EFC907DD}" dt="2025-10-02T09:29:05.603" v="2011" actId="1076"/>
          <ac:picMkLst>
            <pc:docMk/>
            <pc:sldMk cId="3783364012" sldId="264"/>
            <ac:picMk id="5" creationId="{BE98978C-0E92-4062-5FDF-1CEFEE06969D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2T13:40:32.388" v="2106" actId="14100"/>
        <pc:sldMkLst>
          <pc:docMk/>
          <pc:sldMk cId="2956510948" sldId="265"/>
        </pc:sldMkLst>
        <pc:spChg chg="mod">
          <ac:chgData name="Jonathan Bollig" userId="8b5d0afe-f106-45e0-8c3f-fd98fa124db1" providerId="ADAL" clId="{B2469FA9-EBD8-4834-A16D-CBF8EFC907DD}" dt="2025-10-02T09:13:52.368" v="1988" actId="20577"/>
          <ac:spMkLst>
            <pc:docMk/>
            <pc:sldMk cId="2956510948" sldId="265"/>
            <ac:spMk id="2" creationId="{192D8523-73B9-088E-0370-60139B0B956F}"/>
          </ac:spMkLst>
        </pc:spChg>
        <pc:spChg chg="mod">
          <ac:chgData name="Jonathan Bollig" userId="8b5d0afe-f106-45e0-8c3f-fd98fa124db1" providerId="ADAL" clId="{B2469FA9-EBD8-4834-A16D-CBF8EFC907DD}" dt="2025-10-02T13:40:27.832" v="2104" actId="20577"/>
          <ac:spMkLst>
            <pc:docMk/>
            <pc:sldMk cId="2956510948" sldId="265"/>
            <ac:spMk id="3" creationId="{91C6389C-7172-B49B-9C4A-B15C316657ED}"/>
          </ac:spMkLst>
        </pc:spChg>
        <pc:spChg chg="add mod">
          <ac:chgData name="Jonathan Bollig" userId="8b5d0afe-f106-45e0-8c3f-fd98fa124db1" providerId="ADAL" clId="{B2469FA9-EBD8-4834-A16D-CBF8EFC907DD}" dt="2025-10-01T16:10:18.263" v="1101" actId="1076"/>
          <ac:spMkLst>
            <pc:docMk/>
            <pc:sldMk cId="2956510948" sldId="265"/>
            <ac:spMk id="6" creationId="{313A4A2E-BA01-347B-7271-CE9D39F952AB}"/>
          </ac:spMkLst>
        </pc:spChg>
        <pc:picChg chg="add mod">
          <ac:chgData name="Jonathan Bollig" userId="8b5d0afe-f106-45e0-8c3f-fd98fa124db1" providerId="ADAL" clId="{B2469FA9-EBD8-4834-A16D-CBF8EFC907DD}" dt="2025-10-02T09:13:27.920" v="1940" actId="1076"/>
          <ac:picMkLst>
            <pc:docMk/>
            <pc:sldMk cId="2956510948" sldId="265"/>
            <ac:picMk id="5" creationId="{CDEE0BEF-1D74-F439-3E7C-F275C9390FBA}"/>
          </ac:picMkLst>
        </pc:picChg>
        <pc:picChg chg="add mod">
          <ac:chgData name="Jonathan Bollig" userId="8b5d0afe-f106-45e0-8c3f-fd98fa124db1" providerId="ADAL" clId="{B2469FA9-EBD8-4834-A16D-CBF8EFC907DD}" dt="2025-10-02T13:40:32.388" v="2106" actId="14100"/>
          <ac:picMkLst>
            <pc:docMk/>
            <pc:sldMk cId="2956510948" sldId="265"/>
            <ac:picMk id="8" creationId="{1728CFC7-4576-0197-694F-7F2DE40CC7B9}"/>
          </ac:picMkLst>
        </pc:picChg>
      </pc:sldChg>
      <pc:sldChg chg="addSp modSp new mod">
        <pc:chgData name="Jonathan Bollig" userId="8b5d0afe-f106-45e0-8c3f-fd98fa124db1" providerId="ADAL" clId="{B2469FA9-EBD8-4834-A16D-CBF8EFC907DD}" dt="2025-10-01T16:31:56.402" v="1505" actId="1440"/>
        <pc:sldMkLst>
          <pc:docMk/>
          <pc:sldMk cId="2629117978" sldId="266"/>
        </pc:sldMkLst>
        <pc:spChg chg="mod">
          <ac:chgData name="Jonathan Bollig" userId="8b5d0afe-f106-45e0-8c3f-fd98fa124db1" providerId="ADAL" clId="{B2469FA9-EBD8-4834-A16D-CBF8EFC907DD}" dt="2025-10-01T16:29:14.693" v="1500" actId="20577"/>
          <ac:spMkLst>
            <pc:docMk/>
            <pc:sldMk cId="2629117978" sldId="266"/>
            <ac:spMk id="2" creationId="{80F97812-4F13-2C86-7090-B6FABF33702F}"/>
          </ac:spMkLst>
        </pc:spChg>
        <pc:spChg chg="mod">
          <ac:chgData name="Jonathan Bollig" userId="8b5d0afe-f106-45e0-8c3f-fd98fa124db1" providerId="ADAL" clId="{B2469FA9-EBD8-4834-A16D-CBF8EFC907DD}" dt="2025-10-01T16:28:30.903" v="1456" actId="20577"/>
          <ac:spMkLst>
            <pc:docMk/>
            <pc:sldMk cId="2629117978" sldId="266"/>
            <ac:spMk id="3" creationId="{0EAB60F8-C513-14D1-BFD2-07E733ADC50A}"/>
          </ac:spMkLst>
        </pc:spChg>
        <pc:picChg chg="add mod modCrop">
          <ac:chgData name="Jonathan Bollig" userId="8b5d0afe-f106-45e0-8c3f-fd98fa124db1" providerId="ADAL" clId="{B2469FA9-EBD8-4834-A16D-CBF8EFC907DD}" dt="2025-10-01T16:31:54.695" v="1504" actId="1440"/>
          <ac:picMkLst>
            <pc:docMk/>
            <pc:sldMk cId="2629117978" sldId="266"/>
            <ac:picMk id="5" creationId="{5A829E53-5466-6E46-F506-64CB6BE64C8E}"/>
          </ac:picMkLst>
        </pc:picChg>
        <pc:picChg chg="add mod">
          <ac:chgData name="Jonathan Bollig" userId="8b5d0afe-f106-45e0-8c3f-fd98fa124db1" providerId="ADAL" clId="{B2469FA9-EBD8-4834-A16D-CBF8EFC907DD}" dt="2025-10-01T16:31:56.402" v="1505" actId="1440"/>
          <ac:picMkLst>
            <pc:docMk/>
            <pc:sldMk cId="2629117978" sldId="266"/>
            <ac:picMk id="7" creationId="{23C6B9AE-7A69-9618-E7C8-A1F1798A65D6}"/>
          </ac:picMkLst>
        </pc:picChg>
      </pc:sldChg>
      <pc:sldChg chg="addSp modSp add mod">
        <pc:chgData name="Jonathan Bollig" userId="8b5d0afe-f106-45e0-8c3f-fd98fa124db1" providerId="ADAL" clId="{B2469FA9-EBD8-4834-A16D-CBF8EFC907DD}" dt="2025-10-04T12:53:31.140" v="2114"/>
        <pc:sldMkLst>
          <pc:docMk/>
          <pc:sldMk cId="2138807736" sldId="267"/>
        </pc:sldMkLst>
        <pc:spChg chg="mod">
          <ac:chgData name="Jonathan Bollig" userId="8b5d0afe-f106-45e0-8c3f-fd98fa124db1" providerId="ADAL" clId="{B2469FA9-EBD8-4834-A16D-CBF8EFC907DD}" dt="2025-10-04T12:53:09.564" v="2109" actId="1076"/>
          <ac:spMkLst>
            <pc:docMk/>
            <pc:sldMk cId="2138807736" sldId="267"/>
            <ac:spMk id="2" creationId="{4264A0F1-7BC6-1BD9-7CBF-4AC55674DB61}"/>
          </ac:spMkLst>
        </pc:spChg>
        <pc:spChg chg="add mod">
          <ac:chgData name="Jonathan Bollig" userId="8b5d0afe-f106-45e0-8c3f-fd98fa124db1" providerId="ADAL" clId="{B2469FA9-EBD8-4834-A16D-CBF8EFC907DD}" dt="2025-10-04T12:53:31.140" v="2114"/>
          <ac:spMkLst>
            <pc:docMk/>
            <pc:sldMk cId="2138807736" sldId="267"/>
            <ac:spMk id="5" creationId="{A05FCF60-7350-1DC4-A50C-E7430D38C189}"/>
          </ac:spMkLst>
        </pc:spChg>
        <pc:picChg chg="add mod">
          <ac:chgData name="Jonathan Bollig" userId="8b5d0afe-f106-45e0-8c3f-fd98fa124db1" providerId="ADAL" clId="{B2469FA9-EBD8-4834-A16D-CBF8EFC907DD}" dt="2025-10-04T12:53:12.895" v="2110" actId="1076"/>
          <ac:picMkLst>
            <pc:docMk/>
            <pc:sldMk cId="2138807736" sldId="267"/>
            <ac:picMk id="4" creationId="{229CB012-E415-1384-7FFD-1C8757320359}"/>
          </ac:picMkLst>
        </pc:picChg>
      </pc:sldChg>
      <pc:sldChg chg="addSp delSp modSp new mod">
        <pc:chgData name="Jonathan Bollig" userId="8b5d0afe-f106-45e0-8c3f-fd98fa124db1" providerId="ADAL" clId="{B2469FA9-EBD8-4834-A16D-CBF8EFC907DD}" dt="2025-10-02T09:13:38.341" v="1961" actId="20577"/>
        <pc:sldMkLst>
          <pc:docMk/>
          <pc:sldMk cId="859262455" sldId="268"/>
        </pc:sldMkLst>
        <pc:spChg chg="mod">
          <ac:chgData name="Jonathan Bollig" userId="8b5d0afe-f106-45e0-8c3f-fd98fa124db1" providerId="ADAL" clId="{B2469FA9-EBD8-4834-A16D-CBF8EFC907DD}" dt="2025-10-02T09:13:38.341" v="1961" actId="20577"/>
          <ac:spMkLst>
            <pc:docMk/>
            <pc:sldMk cId="859262455" sldId="268"/>
            <ac:spMk id="2" creationId="{74FA636D-4F10-A0E3-D2B5-96C90BD07D8E}"/>
          </ac:spMkLst>
        </pc:spChg>
        <pc:spChg chg="mod">
          <ac:chgData name="Jonathan Bollig" userId="8b5d0afe-f106-45e0-8c3f-fd98fa124db1" providerId="ADAL" clId="{B2469FA9-EBD8-4834-A16D-CBF8EFC907DD}" dt="2025-10-02T09:10:40.512" v="1888" actId="20577"/>
          <ac:spMkLst>
            <pc:docMk/>
            <pc:sldMk cId="859262455" sldId="268"/>
            <ac:spMk id="3" creationId="{76188411-F2C3-3C6C-C78F-FBC9BC26EE68}"/>
          </ac:spMkLst>
        </pc:spChg>
        <pc:picChg chg="add mod">
          <ac:chgData name="Jonathan Bollig" userId="8b5d0afe-f106-45e0-8c3f-fd98fa124db1" providerId="ADAL" clId="{B2469FA9-EBD8-4834-A16D-CBF8EFC907DD}" dt="2025-10-02T09:12:33.388" v="1901" actId="14100"/>
          <ac:picMkLst>
            <pc:docMk/>
            <pc:sldMk cId="859262455" sldId="268"/>
            <ac:picMk id="7" creationId="{78BE9670-5300-04D4-73DD-78CA031B0F35}"/>
          </ac:picMkLst>
        </pc:picChg>
        <pc:picChg chg="add mod">
          <ac:chgData name="Jonathan Bollig" userId="8b5d0afe-f106-45e0-8c3f-fd98fa124db1" providerId="ADAL" clId="{B2469FA9-EBD8-4834-A16D-CBF8EFC907DD}" dt="2025-10-02T09:12:38.077" v="1904" actId="1076"/>
          <ac:picMkLst>
            <pc:docMk/>
            <pc:sldMk cId="859262455" sldId="268"/>
            <ac:picMk id="9" creationId="{E98BAF77-1F4C-FC5D-6890-9A08751F0238}"/>
          </ac:picMkLst>
        </pc:picChg>
        <pc:picChg chg="add mod">
          <ac:chgData name="Jonathan Bollig" userId="8b5d0afe-f106-45e0-8c3f-fd98fa124db1" providerId="ADAL" clId="{B2469FA9-EBD8-4834-A16D-CBF8EFC907DD}" dt="2025-10-02T09:12:39.475" v="1905" actId="1076"/>
          <ac:picMkLst>
            <pc:docMk/>
            <pc:sldMk cId="859262455" sldId="268"/>
            <ac:picMk id="11" creationId="{968EAF88-84ED-4609-FE9A-D18AA15B8A34}"/>
          </ac:picMkLst>
        </pc:picChg>
      </pc:sldChg>
    </pc:docChg>
  </pc:docChgLst>
  <pc:docChgLst>
    <pc:chgData name="Jonathan Bollig" userId="8b5d0afe-f106-45e0-8c3f-fd98fa124db1" providerId="ADAL" clId="{891409C9-2319-433B-8001-2E1CE368518E}"/>
    <pc:docChg chg="custSel addSld delSld modSld">
      <pc:chgData name="Jonathan Bollig" userId="8b5d0afe-f106-45e0-8c3f-fd98fa124db1" providerId="ADAL" clId="{891409C9-2319-433B-8001-2E1CE368518E}" dt="2025-08-18T13:33:56.347" v="46" actId="47"/>
      <pc:docMkLst>
        <pc:docMk/>
      </pc:docMkLst>
      <pc:sldChg chg="modSp mod">
        <pc:chgData name="Jonathan Bollig" userId="8b5d0afe-f106-45e0-8c3f-fd98fa124db1" providerId="ADAL" clId="{891409C9-2319-433B-8001-2E1CE368518E}" dt="2025-08-18T10:03:07.320" v="7" actId="20577"/>
        <pc:sldMkLst>
          <pc:docMk/>
          <pc:sldMk cId="836289018" sldId="256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656329933" sldId="257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544279955" sldId="258"/>
        </pc:sldMkLst>
      </pc:sldChg>
      <pc:sldChg chg="delSp modSp del mod">
        <pc:chgData name="Jonathan Bollig" userId="8b5d0afe-f106-45e0-8c3f-fd98fa124db1" providerId="ADAL" clId="{891409C9-2319-433B-8001-2E1CE368518E}" dt="2025-08-18T13:33:56.347" v="46" actId="47"/>
        <pc:sldMkLst>
          <pc:docMk/>
          <pc:sldMk cId="2169503629" sldId="259"/>
        </pc:sldMkLst>
      </pc:sldChg>
      <pc:sldChg chg="add">
        <pc:chgData name="Jonathan Bollig" userId="8b5d0afe-f106-45e0-8c3f-fd98fa124db1" providerId="ADAL" clId="{891409C9-2319-433B-8001-2E1CE368518E}" dt="2025-08-18T13:33:54.473" v="45"/>
        <pc:sldMkLst>
          <pc:docMk/>
          <pc:sldMk cId="93230614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533283895" sldId="260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847849653" sldId="261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1908144578" sldId="262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4076698392" sldId="263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3708449378" sldId="264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933916611" sldId="265"/>
        </pc:sldMkLst>
      </pc:sldChg>
      <pc:sldChg chg="del">
        <pc:chgData name="Jonathan Bollig" userId="8b5d0afe-f106-45e0-8c3f-fd98fa124db1" providerId="ADAL" clId="{891409C9-2319-433B-8001-2E1CE368518E}" dt="2025-08-18T09:57:07.527" v="0" actId="47"/>
        <pc:sldMkLst>
          <pc:docMk/>
          <pc:sldMk cId="21177990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CA2EE-5589-4682-AD7F-744DBF1E81F5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422C3B-6429-4381-8F08-B422F3CD22B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5335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CF529-6DEB-E4D7-0BD9-323EA01FE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0A0E300-420E-2525-45D3-8E24E86553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4E483A-3866-69B8-A89A-06A5A3E30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07D74D-6C79-794C-3A7B-4CD9682F7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D767471-AF72-F522-F9C8-D1A8101E3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69403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2442-23ED-51AB-B11E-C02EE9E3C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FB6CC-3344-41C2-A7A9-FD97D96698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307B756-CC70-5D1A-65F0-BA36F617D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A85BC57-ADDF-8A28-E847-CC5388E87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9BB58D5-33D2-895E-A1A1-B41693431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1485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901EFF-BBAC-2399-8E9A-E8BAA4E44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2BE4AE0-C619-049A-0BFF-AABE41A1AC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9797E34-3D02-2C07-C28B-87084EE4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153033-0611-C734-89B6-24CF035A1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752151C-1EF6-0973-739A-CBA57062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2549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3067E4-4EE1-0B07-E683-D619F240D5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7B02DFB-CB33-5ECE-A637-0EBDBC1A75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303045C-02DD-7BE7-9D86-2EE9AC88C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DC612DC-44A9-D801-F1BC-F14FD9587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708FCD2-BFCE-54F3-9D30-4AA255654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B735D20-9B8C-8A3B-63B6-035CC49E2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6976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5CBE7C-525A-D42E-E43F-0886C6464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39B155-7C21-DB95-30C2-DFCF32763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63A585B-18F2-C2E6-525C-F3883BD398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04D96C-CC87-E3F5-6F91-706502CB0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7C7A36B-3651-D77A-A0B4-353DF95295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4156916-057E-51F8-534D-84F55E027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1DEEBCE-5AD5-1E00-C91F-1DCDCF02A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89CAFB6-90CF-5D1B-FD47-FEA656B88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6234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F4A36E-BFB2-E755-260D-DC02A115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9899B6E-645D-169A-C3CC-DACA9EC37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79B3EA0-178A-0100-B821-DBBB3C8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CF4684F-962A-8067-27D8-5FB58870D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768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ED9DF99-987F-078B-23F2-AD0C4F0C8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CEA8323-CC55-B01B-2104-F1FD0E3EB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BA6C53B-2330-836A-D0BC-2E01904D1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2230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F77C76-5BC9-E091-FC9B-7EAB5780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8D8A66E-18EF-064A-EB20-9A88AC8F46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15291D1-EE4A-7FCA-2355-022D506AB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E07462-E862-1A7D-3909-8E6323F76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A74FE35-B109-0707-821C-FBF1016718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C136A12-4DCB-232D-7C95-F83C27773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7852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A987360-94B1-2F3A-B700-56EDD9945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6A9C14D8-D370-D9C7-6410-4FBED8CAE4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D3279D0-F11A-49B0-40AD-F12A7DE041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8BEC391-9770-5D80-C8C5-6C61CAD43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D7A2F6D-EA0A-15A4-4DC8-DF3E9C11F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10ED1-8967-4C84-EA21-7BB69B1F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5622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82EFBA-051E-825F-CC2D-B65084EF0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AECEC60-3BB2-2938-8C9A-E34393D9A2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9C506D0-407A-6516-0839-9978846301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ACE59F-C71F-8D11-72A2-C5901636F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BA130-BB20-D464-AC08-B1794AD36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68142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61BD65F-595C-B872-7ED9-463BC365DC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74D87C7-FA6C-26D2-FD57-AAE3DC3ED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B85D20-1712-38B6-B0DE-C6150789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376EB8-8D04-2976-85D4-2ADF4FA3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540E5B9-8C2B-0AD6-70BD-4E96EAFC2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221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DDC3FE-CC3F-9BDA-0DA8-AC0AE97E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A997B66-C9C9-C5C2-4F68-B1ED0F53F1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88C302-6259-AA12-6D15-F895C1B9C2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A51F25-4808-47F4-BF6E-BCDC230DB01C}" type="datetimeFigureOut">
              <a:rPr lang="de-DE" smtClean="0"/>
              <a:t>04.10.2025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50A006-B53F-FC11-600B-D61C8B8E3E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9E1156-7578-F688-1D91-BA880DD71E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18A060-D51C-4243-8F88-61D66D5570B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4266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F72F59-52B3-6063-A2E3-2AA45125A99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noProof="0" dirty="0"/>
              <a:t>Python Course for Physicists</a:t>
            </a:r>
            <a:br>
              <a:rPr lang="en-US" dirty="0"/>
            </a:br>
            <a:r>
              <a:rPr lang="en-US" dirty="0"/>
              <a:t>(And everyone else!)</a:t>
            </a:r>
            <a:br>
              <a:rPr lang="en-US" noProof="0" dirty="0"/>
            </a:br>
            <a:r>
              <a:rPr lang="en-US" noProof="0"/>
              <a:t>Chunk </a:t>
            </a:r>
            <a:r>
              <a:rPr lang="en-US" noProof="0" dirty="0"/>
              <a:t>4</a:t>
            </a:r>
            <a:r>
              <a:rPr lang="en-US" noProof="0"/>
              <a:t>: </a:t>
            </a:r>
            <a:r>
              <a:rPr lang="en-US" noProof="0" dirty="0"/>
              <a:t>Lists and Tuples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2F76653-44B5-8707-B179-FDB90CB514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By Jonathan Bollig</a:t>
            </a:r>
          </a:p>
          <a:p>
            <a:r>
              <a:rPr lang="en-US" noProof="0" dirty="0"/>
              <a:t>08.10.2025</a:t>
            </a:r>
          </a:p>
        </p:txBody>
      </p:sp>
    </p:spTree>
    <p:extLst>
      <p:ext uri="{BB962C8B-B14F-4D97-AF65-F5344CB8AC3E}">
        <p14:creationId xmlns:p14="http://schemas.microsoft.com/office/powerpoint/2010/main" val="836289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14797F0-D8FC-E702-8E5B-3A799E83D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5030" y="365125"/>
            <a:ext cx="8239648" cy="1325563"/>
          </a:xfrm>
        </p:spPr>
        <p:txBody>
          <a:bodyPr/>
          <a:lstStyle/>
          <a:p>
            <a:r>
              <a:rPr lang="en-US" dirty="0"/>
              <a:t>Live Coding: Structuring More Data in a Single Variable: Lists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0B9106B-886F-BDFA-DDB1-055A6FE9E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1537"/>
            <a:ext cx="10515600" cy="4351338"/>
          </a:xfrm>
        </p:spPr>
        <p:txBody>
          <a:bodyPr/>
          <a:lstStyle/>
          <a:p>
            <a:r>
              <a:rPr lang="en-US" dirty="0"/>
              <a:t>How we can do it now: </a:t>
            </a:r>
          </a:p>
          <a:p>
            <a:endParaRPr lang="en-US" dirty="0"/>
          </a:p>
          <a:p>
            <a:r>
              <a:rPr lang="en-US" dirty="0"/>
              <a:t>A better way to do it: </a:t>
            </a:r>
            <a:br>
              <a:rPr lang="de-DE" dirty="0"/>
            </a:br>
            <a:br>
              <a:rPr lang="de-DE" dirty="0"/>
            </a:br>
            <a:r>
              <a:rPr lang="de-DE" dirty="0">
                <a:sym typeface="Wingdings" panose="05000000000000000000" pitchFamily="2" charset="2"/>
              </a:rPr>
              <a:t> A „</a:t>
            </a:r>
            <a:r>
              <a:rPr lang="de-DE" dirty="0" err="1">
                <a:sym typeface="Wingdings" panose="05000000000000000000" pitchFamily="2" charset="2"/>
              </a:rPr>
              <a:t>list</a:t>
            </a:r>
            <a:r>
              <a:rPr lang="de-DE" dirty="0">
                <a:sym typeface="Wingdings" panose="05000000000000000000" pitchFamily="2" charset="2"/>
              </a:rPr>
              <a:t>“</a:t>
            </a:r>
          </a:p>
          <a:p>
            <a:r>
              <a:rPr lang="de-DE" dirty="0">
                <a:sym typeface="Wingdings" panose="05000000000000000000" pitchFamily="2" charset="2"/>
              </a:rPr>
              <a:t>Can </a:t>
            </a:r>
            <a:r>
              <a:rPr lang="de-DE" dirty="0" err="1">
                <a:sym typeface="Wingdings" panose="05000000000000000000" pitchFamily="2" charset="2"/>
              </a:rPr>
              <a:t>contain</a:t>
            </a:r>
            <a:r>
              <a:rPr lang="de-DE" dirty="0">
                <a:sym typeface="Wingdings" panose="05000000000000000000" pitchFamily="2" charset="2"/>
              </a:rPr>
              <a:t> </a:t>
            </a:r>
            <a:r>
              <a:rPr lang="de-DE" dirty="0" err="1">
                <a:sym typeface="Wingdings" panose="05000000000000000000" pitchFamily="2" charset="2"/>
              </a:rPr>
              <a:t>anything</a:t>
            </a:r>
            <a:r>
              <a:rPr lang="de-DE" dirty="0">
                <a:sym typeface="Wingdings" panose="05000000000000000000" pitchFamily="2" charset="2"/>
              </a:rPr>
              <a:t>:</a:t>
            </a:r>
          </a:p>
          <a:p>
            <a:endParaRPr lang="de-DE" dirty="0">
              <a:sym typeface="Wingdings" panose="05000000000000000000" pitchFamily="2" charset="2"/>
            </a:endParaRPr>
          </a:p>
          <a:p>
            <a:r>
              <a:rPr lang="de-DE" dirty="0">
                <a:sym typeface="Wingdings" panose="05000000000000000000" pitchFamily="2" charset="2"/>
              </a:rPr>
              <a:t>Even a </a:t>
            </a:r>
            <a:r>
              <a:rPr lang="de-DE" dirty="0" err="1">
                <a:sym typeface="Wingdings" panose="05000000000000000000" pitchFamily="2" charset="2"/>
              </a:rPr>
              <a:t>list</a:t>
            </a:r>
            <a:r>
              <a:rPr lang="de-DE" dirty="0">
                <a:sym typeface="Wingdings" panose="05000000000000000000" pitchFamily="2" charset="2"/>
              </a:rPr>
              <a:t> in a </a:t>
            </a:r>
            <a:r>
              <a:rPr lang="de-DE" dirty="0" err="1">
                <a:sym typeface="Wingdings" panose="05000000000000000000" pitchFamily="2" charset="2"/>
              </a:rPr>
              <a:t>list</a:t>
            </a:r>
            <a:r>
              <a:rPr lang="de-DE" dirty="0">
                <a:sym typeface="Wingdings" panose="05000000000000000000" pitchFamily="2" charset="2"/>
              </a:rPr>
              <a:t>:  </a:t>
            </a: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6E56BDB3-C59A-942C-5FAA-0FA7EF21C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5788" y="1919236"/>
            <a:ext cx="3104939" cy="10349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E5747F19-F695-D15E-40E9-0004EB257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5190" y="3215473"/>
            <a:ext cx="5529978" cy="448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FB7DA819-C764-39F6-7A46-50DDDFED7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190" y="4471998"/>
            <a:ext cx="6608610" cy="4487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0502A06C-5F46-5778-733C-2EC0DD4354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6125" y="5290212"/>
            <a:ext cx="5802807" cy="6108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2193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52BC773-1A91-C986-0F3F-233C92463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Slicing / Indexing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07B984-03C4-1E4C-2DBD-2F7D32881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4599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Access single values in a list: </a:t>
            </a:r>
            <a:r>
              <a:rPr lang="en-US" dirty="0">
                <a:highlight>
                  <a:srgbClr val="C0C0C0"/>
                </a:highlight>
              </a:rPr>
              <a:t>[index]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0 – Indexed!</a:t>
            </a:r>
            <a:endParaRPr lang="en-US" dirty="0"/>
          </a:p>
          <a:p>
            <a:r>
              <a:rPr lang="en-US" dirty="0"/>
              <a:t>Counting from back: </a:t>
            </a:r>
            <a:r>
              <a:rPr lang="en-US" dirty="0">
                <a:highlight>
                  <a:srgbClr val="C0C0C0"/>
                </a:highlight>
              </a:rPr>
              <a:t>[-index]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1 – Indexed!</a:t>
            </a:r>
            <a:endParaRPr lang="en-US" dirty="0"/>
          </a:p>
          <a:p>
            <a:r>
              <a:rPr lang="en-US" dirty="0"/>
              <a:t>Accessing multiple values: </a:t>
            </a:r>
            <a:br>
              <a:rPr lang="en-US" dirty="0"/>
            </a:br>
            <a:r>
              <a:rPr lang="en-US" dirty="0">
                <a:highlight>
                  <a:srgbClr val="C0C0C0"/>
                </a:highlight>
              </a:rPr>
              <a:t>[</a:t>
            </a:r>
            <a:r>
              <a:rPr lang="en-US" dirty="0" err="1">
                <a:highlight>
                  <a:srgbClr val="C0C0C0"/>
                </a:highlight>
              </a:rPr>
              <a:t>start_index</a:t>
            </a:r>
            <a:r>
              <a:rPr lang="en-US" dirty="0">
                <a:highlight>
                  <a:srgbClr val="C0C0C0"/>
                </a:highlight>
              </a:rPr>
              <a:t> : </a:t>
            </a:r>
            <a:r>
              <a:rPr lang="en-US" dirty="0" err="1">
                <a:highlight>
                  <a:srgbClr val="C0C0C0"/>
                </a:highlight>
              </a:rPr>
              <a:t>end_index</a:t>
            </a:r>
            <a:r>
              <a:rPr lang="en-US" dirty="0">
                <a:highlight>
                  <a:srgbClr val="C0C0C0"/>
                </a:highlight>
              </a:rPr>
              <a:t>]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Start is inclusive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End is exclusive</a:t>
            </a:r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From beginning / end:</a:t>
            </a:r>
            <a:br>
              <a:rPr lang="en-US" dirty="0">
                <a:sym typeface="Wingdings" panose="05000000000000000000" pitchFamily="2" charset="2"/>
              </a:rPr>
            </a:b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[</a:t>
            </a:r>
            <a:r>
              <a:rPr lang="en-US" dirty="0" err="1">
                <a:highlight>
                  <a:srgbClr val="C0C0C0"/>
                </a:highlight>
                <a:sym typeface="Wingdings" panose="05000000000000000000" pitchFamily="2" charset="2"/>
              </a:rPr>
              <a:t>start_index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:]</a:t>
            </a:r>
            <a:r>
              <a:rPr lang="en-US" dirty="0">
                <a:sym typeface="Wingdings" panose="05000000000000000000" pitchFamily="2" charset="2"/>
              </a:rPr>
              <a:t> / 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[: </a:t>
            </a:r>
            <a:r>
              <a:rPr lang="en-US" dirty="0" err="1">
                <a:highlight>
                  <a:srgbClr val="C0C0C0"/>
                </a:highlight>
                <a:sym typeface="Wingdings" panose="05000000000000000000" pitchFamily="2" charset="2"/>
              </a:rPr>
              <a:t>end_index</a:t>
            </a:r>
            <a:r>
              <a:rPr lang="en-US" dirty="0">
                <a:highlight>
                  <a:srgbClr val="C0C0C0"/>
                </a:highlight>
                <a:sym typeface="Wingdings" panose="05000000000000000000" pitchFamily="2" charset="2"/>
              </a:rPr>
              <a:t>]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1DE0D88-28B9-FB39-5CD8-A3729B088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1237" y="1105319"/>
            <a:ext cx="2772906" cy="11729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8AC3EB69-DE6F-04FC-4797-C6C8CC05B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1236" y="2477795"/>
            <a:ext cx="2929437" cy="12623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1678FE-4F11-3A51-2D36-0FCCFA1835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237" y="3939698"/>
            <a:ext cx="3130403" cy="1320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5BC6EE57-CA12-AE78-7CB2-B3509B763F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1236" y="5386251"/>
            <a:ext cx="3059070" cy="13203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2404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97812-4F13-2C86-7090-B6FABF337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Changing Lists: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AB60F8-C513-14D1-BFD2-07E733ADC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Sliced / Indexed parts can be altered: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A829E53-5466-6E46-F506-64CB6BE64C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4337"/>
          <a:stretch>
            <a:fillRect/>
          </a:stretch>
        </p:blipFill>
        <p:spPr>
          <a:xfrm>
            <a:off x="3723944" y="2381104"/>
            <a:ext cx="4744112" cy="200488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3C6B9AE-7A69-9618-E7C8-A1F1798A65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719" y="4520925"/>
            <a:ext cx="4229690" cy="1971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29117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1FC4B4-D68F-FB43-3DDD-12102D1A3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Arithmetic Operators on Lists: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A0064A-06EC-817B-06B5-2239D9CDE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66094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“+”: concatenate </a:t>
            </a:r>
            <a:r>
              <a:rPr lang="en-US" dirty="0">
                <a:sym typeface="Wingdings" panose="05000000000000000000" pitchFamily="2" charset="2"/>
              </a:rPr>
              <a:t>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“*”: repeat (with integer) 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 Get length of list: </a:t>
            </a:r>
          </a:p>
          <a:p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3D250E9-9518-20E7-BEE5-D9DAABEE7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250" y="1521708"/>
            <a:ext cx="3562847" cy="208626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787728E-C43F-157F-63A3-77F434E08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0772" y="3989946"/>
            <a:ext cx="5639587" cy="15337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3A3087AD-6CF6-5661-E24E-762BC67EF8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5831" y="5632198"/>
            <a:ext cx="3220578" cy="10944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61118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2D8523-73B9-088E-0370-60139B0B9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</a:t>
            </a:r>
            <a:r>
              <a:rPr lang="en-US"/>
              <a:t>Coding: General </a:t>
            </a:r>
            <a:r>
              <a:rPr lang="en-US" dirty="0"/>
              <a:t>Functions on Lists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1C6389C-7172-B49B-9C4A-B15C316657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555300" cy="4918076"/>
          </a:xfrm>
        </p:spPr>
        <p:txBody>
          <a:bodyPr>
            <a:normAutofit/>
          </a:bodyPr>
          <a:lstStyle/>
          <a:p>
            <a:r>
              <a:rPr lang="en-US" dirty="0"/>
              <a:t>Mostly unimportant for us, but good to know.</a:t>
            </a:r>
          </a:p>
          <a:p>
            <a:r>
              <a:rPr lang="en-US" dirty="0"/>
              <a:t>Only important:</a:t>
            </a:r>
          </a:p>
          <a:p>
            <a:pPr marL="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append() :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DEE0BEF-1D74-F439-3E7C-F275C9390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4020" y="1755780"/>
            <a:ext cx="5282311" cy="3907035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313A4A2E-BA01-347B-7271-CE9D39F952AB}"/>
              </a:ext>
            </a:extLst>
          </p:cNvPr>
          <p:cNvSpPr txBox="1"/>
          <p:nvPr/>
        </p:nvSpPr>
        <p:spPr>
          <a:xfrm>
            <a:off x="7912927" y="5812175"/>
            <a:ext cx="40034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https://www.w3schools.com/python/python_ref_list.asp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1728CFC7-4576-0197-694F-7F2DE40CC7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411" y="4267200"/>
            <a:ext cx="3678818" cy="18219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565109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4FA636D-4F10-A0E3-D2B5-96C90BD07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Live Coding: Functions on Numeric List: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188411-F2C3-3C6C-C78F-FBC9BC26EE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list only contains numbers: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max(): 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min()</a:t>
            </a: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endParaRPr lang="en-US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à"/>
            </a:pPr>
            <a:r>
              <a:rPr lang="en-US" dirty="0">
                <a:sym typeface="Wingdings" panose="05000000000000000000" pitchFamily="2" charset="2"/>
              </a:rPr>
              <a:t>sum() </a:t>
            </a:r>
            <a:endParaRPr lang="de-DE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78BE9670-5300-04D4-73DD-78CA031B0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112" y="3662815"/>
            <a:ext cx="2184067" cy="12244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E98BAF77-1F4C-FC5D-6890-9A08751F02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5112" y="2344530"/>
            <a:ext cx="2184067" cy="11544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968EAF88-84ED-4609-FE9A-D18AA15B8A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85112" y="5153008"/>
            <a:ext cx="2406292" cy="1339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592624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4D8BF5-78EA-CE17-65AE-37FDA6F06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Tuples: Similar to Lists, but less flexible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4FB027-9A44-5BE5-1F19-C9039E0EE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Created with “()“ instead of “[]”</a:t>
            </a:r>
          </a:p>
          <a:p>
            <a:r>
              <a:rPr lang="en-US" dirty="0"/>
              <a:t>Accessed similarly: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However: Cannot be changed: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For the nerds: Lists are mutable type, sets are </a:t>
            </a:r>
            <a:r>
              <a:rPr lang="en-US" dirty="0" err="1"/>
              <a:t>unmutable</a:t>
            </a:r>
            <a:r>
              <a:rPr lang="en-US" dirty="0"/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90D5711-0156-B85B-9B32-A6D7E6D8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512" y="1312565"/>
            <a:ext cx="3621014" cy="20190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D9EF855-28BD-BA5C-C543-DE522826F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7974" y="3526346"/>
            <a:ext cx="5014729" cy="15943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3197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746329-A60C-9C97-DF76-664D9A2CD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Dictionaries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6663E8-17B0-68AA-AEF8-BBAF046DA7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Often used in python</a:t>
            </a:r>
          </a:p>
          <a:p>
            <a:r>
              <a:rPr lang="en-US" dirty="0"/>
              <a:t>Not so important for scientific purposes (at least at the beginning)</a:t>
            </a:r>
          </a:p>
          <a:p>
            <a:r>
              <a:rPr lang="en-US" dirty="0"/>
              <a:t>Short intro: Like lists, but with named indices: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de-DE" dirty="0" err="1"/>
              <a:t>Another</a:t>
            </a:r>
            <a:r>
              <a:rPr lang="de-DE" dirty="0"/>
              <a:t> type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: „</a:t>
            </a:r>
            <a:r>
              <a:rPr lang="de-DE" dirty="0" err="1"/>
              <a:t>sets</a:t>
            </a:r>
            <a:r>
              <a:rPr lang="de-DE" dirty="0"/>
              <a:t>“, </a:t>
            </a:r>
            <a:r>
              <a:rPr lang="de-DE" dirty="0" err="1"/>
              <a:t>haven‘t</a:t>
            </a:r>
            <a:r>
              <a:rPr lang="de-DE" dirty="0"/>
              <a:t> </a:t>
            </a:r>
            <a:r>
              <a:rPr lang="de-DE" dirty="0" err="1"/>
              <a:t>used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once</a:t>
            </a:r>
            <a:r>
              <a:rPr lang="de-DE" dirty="0"/>
              <a:t>.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BE98978C-0E92-4062-5FDF-1CEFEE0696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0078" y="3322789"/>
            <a:ext cx="4628314" cy="1840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83364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64A0F1-7BC6-1BD9-7CBF-4AC55674D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7031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Good Luck with your Tasks </a:t>
            </a:r>
            <a:r>
              <a:rPr lang="en-US" dirty="0">
                <a:sym typeface="Wingdings" panose="05000000000000000000" pitchFamily="2" charset="2"/>
              </a:rPr>
              <a:t> 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229CB012-E415-1384-7FFD-1C8757320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0248" y="2831592"/>
            <a:ext cx="3651504" cy="3651504"/>
          </a:xfrm>
          <a:prstGeom prst="rect">
            <a:avLst/>
          </a:prstGeom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A05FCF60-7350-1DC4-A50C-E7430D38C189}"/>
              </a:ext>
            </a:extLst>
          </p:cNvPr>
          <p:cNvSpPr txBox="1"/>
          <p:nvPr/>
        </p:nvSpPr>
        <p:spPr>
          <a:xfrm>
            <a:off x="4402588" y="6483096"/>
            <a:ext cx="516885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[</a:t>
            </a:r>
            <a:r>
              <a:rPr lang="en-GB" sz="1200" dirty="0">
                <a:solidFill>
                  <a:schemeClr val="bg2">
                    <a:lumMod val="75000"/>
                  </a:schemeClr>
                </a:solidFill>
              </a:rPr>
              <a:t>https://www.reddit.com/r/ProgrammerHumor/comments/j2kanm/python/</a:t>
            </a:r>
            <a:r>
              <a:rPr lang="en-GB" sz="1200" noProof="0" dirty="0">
                <a:solidFill>
                  <a:schemeClr val="bg2">
                    <a:lumMod val="75000"/>
                  </a:schemeClr>
                </a:solidFill>
              </a:rPr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138807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</Words>
  <Application>Microsoft Office PowerPoint</Application>
  <PresentationFormat>Breitbild</PresentationFormat>
  <Paragraphs>65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Wingdings</vt:lpstr>
      <vt:lpstr>Office</vt:lpstr>
      <vt:lpstr>Python Course for Physicists (And everyone else!) Chunk 4: Lists and Tuples</vt:lpstr>
      <vt:lpstr>Live Coding: Structuring More Data in a Single Variable: Lists</vt:lpstr>
      <vt:lpstr>Live Coding: Slicing / Indexing</vt:lpstr>
      <vt:lpstr>Live Coding: Changing Lists:</vt:lpstr>
      <vt:lpstr>Live Coding: Arithmetic Operators on Lists:</vt:lpstr>
      <vt:lpstr>Live Coding: General Functions on Lists</vt:lpstr>
      <vt:lpstr>Live Coding: Functions on Numeric List:</vt:lpstr>
      <vt:lpstr>Tuples: Similar to Lists, but less flexible</vt:lpstr>
      <vt:lpstr>Dictionaries</vt:lpstr>
      <vt:lpstr>Good Luck with your Tasks 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Bollig</dc:creator>
  <cp:lastModifiedBy>Jonathan Bollig</cp:lastModifiedBy>
  <cp:revision>1</cp:revision>
  <dcterms:created xsi:type="dcterms:W3CDTF">2025-08-17T13:50:44Z</dcterms:created>
  <dcterms:modified xsi:type="dcterms:W3CDTF">2025-10-04T14:10:28Z</dcterms:modified>
</cp:coreProperties>
</file>